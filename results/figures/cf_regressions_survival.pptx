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Relationship Id="rId24" Type="http://schemas.openxmlformats.org/officeDocument/2006/relationships/slide" Target="slides/slide17.xml"/>
<Relationship Id="rId25" Type="http://schemas.openxmlformats.org/officeDocument/2006/relationships/slide" Target="slides/slide18.xml"/>
<Relationship Id="rId26" Type="http://schemas.openxmlformats.org/officeDocument/2006/relationships/slide" Target="slides/slide19.xml"/>
<Relationship Id="rId27" Type="http://schemas.openxmlformats.org/officeDocument/2006/relationships/slide" Target="slides/slide20.xml"/>
<Relationship Id="rId28" Type="http://schemas.openxmlformats.org/officeDocument/2006/relationships/slide" Target="slides/slide21.xml"/>
<Relationship Id="rId29" Type="http://schemas.openxmlformats.org/officeDocument/2006/relationships/slide" Target="slides/slide22.xml"/>
<Relationship Id="rId30" Type="http://schemas.openxmlformats.org/officeDocument/2006/relationships/slide" Target="slides/slide23.xml"/>
<Relationship Id="rId31" Type="http://schemas.openxmlformats.org/officeDocument/2006/relationships/slide" Target="slides/slide24.xml"/>
<Relationship Id="rId32" Type="http://schemas.openxmlformats.org/officeDocument/2006/relationships/slide" Target="slides/slide25.xml"/>
<Relationship Id="rId33" Type="http://schemas.openxmlformats.org/officeDocument/2006/relationships/slide" Target="slides/slide26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0823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0877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0931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40985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1039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0796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0850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20904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00958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81012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1066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17716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24864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95520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8390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8390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99385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18464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8990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196661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89690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456341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77844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1025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38997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39611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178705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209845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456341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18049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87708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6699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09845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401550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466644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20992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77351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366731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354929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22687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370068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20939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5486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46689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196661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8221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401287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22687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378318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38188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19937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17787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389632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178705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187708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370068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378242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22965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20983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22510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31119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66821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21590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27050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09212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50633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59868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26434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42857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26304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531119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36770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47377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183742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22784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43690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06557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22510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42857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44453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83493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43690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36782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26434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88042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54442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60833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88290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6023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43830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64536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60243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26763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27700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26310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22101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0633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83822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83677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68366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9218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06492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25329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54383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22762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60847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17271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38371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369464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363713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185617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369464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223713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174775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221728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393114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201922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39922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37899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459672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20158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467504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36395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17271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39282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378184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202008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22551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22332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38371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199009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173052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18550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38731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39008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19893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19617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45984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37910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35436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20314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20239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387656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39008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17477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398986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21232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196187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35436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37813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173052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20354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46768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214732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360660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75808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179059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75194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75266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04747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30903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90748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215093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95705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76215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31780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97404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05350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62229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75194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90109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14180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14845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62229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00276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77902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22950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15727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90127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222875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8436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10446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88710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95727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8436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79777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78387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99007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97519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14641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230253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90986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10481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79059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200358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60660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376127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98985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179724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230237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188756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8711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07123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169835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201640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11662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158008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201218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69835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1580698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00047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13828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62953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194304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191175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20387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194297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191357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191678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00042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07151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11608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299531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03801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157949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23804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24628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12144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191794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171665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190770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8619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17321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158026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20681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199488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78789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29906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287103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162983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17321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299482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191637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90438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29375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90370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71660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85464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93430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35232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194463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69939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69944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88125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203343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41736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6057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163780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17537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213797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56549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55470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56550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36523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202545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76845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367056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191565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35232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46836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165570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65462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60646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1933752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16379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164031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43956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4690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16553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188081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43525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32488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5554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32488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93489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41973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64042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185449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215172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66963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17537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2130042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194463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208437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76602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24469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22215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7645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40471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23264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6470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244407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25986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254338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26018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24524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6876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24469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5009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46980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222449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32745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37909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73843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6283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25398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58129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45467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44170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432722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36956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6980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37080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45821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2276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69016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4509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6256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21287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54537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6246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5009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32602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6246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64690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41252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58147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22321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41252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21324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7429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4524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17799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3344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177934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64887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4622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2151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19226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691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18789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16754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17766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16767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64712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71221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5960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36723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344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9718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17909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192099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4619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17882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51085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19221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19783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19761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167235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6621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9505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54681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5465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189337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17910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16932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19768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59650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169191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17910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5981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18720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189337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167235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51112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32009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5978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66011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17772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71221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1733162" y="1809008"/>
              <a:ext cx="2724830" cy="1394117"/>
            </a:xfrm>
            <a:custGeom>
              <a:avLst/>
              <a:pathLst>
                <a:path w="2724830" h="1394117">
                  <a:moveTo>
                    <a:pt x="0" y="0"/>
                  </a:moveTo>
                  <a:lnTo>
                    <a:pt x="34491" y="9057"/>
                  </a:lnTo>
                  <a:lnTo>
                    <a:pt x="68983" y="18355"/>
                  </a:lnTo>
                  <a:lnTo>
                    <a:pt x="103474" y="27899"/>
                  </a:lnTo>
                  <a:lnTo>
                    <a:pt x="137966" y="37692"/>
                  </a:lnTo>
                  <a:lnTo>
                    <a:pt x="172457" y="47738"/>
                  </a:lnTo>
                  <a:lnTo>
                    <a:pt x="206949" y="58041"/>
                  </a:lnTo>
                  <a:lnTo>
                    <a:pt x="241440" y="68604"/>
                  </a:lnTo>
                  <a:lnTo>
                    <a:pt x="275932" y="79430"/>
                  </a:lnTo>
                  <a:lnTo>
                    <a:pt x="310423" y="90524"/>
                  </a:lnTo>
                  <a:lnTo>
                    <a:pt x="344915" y="101888"/>
                  </a:lnTo>
                  <a:lnTo>
                    <a:pt x="379406" y="113525"/>
                  </a:lnTo>
                  <a:lnTo>
                    <a:pt x="413898" y="125438"/>
                  </a:lnTo>
                  <a:lnTo>
                    <a:pt x="448389" y="137629"/>
                  </a:lnTo>
                  <a:lnTo>
                    <a:pt x="482881" y="150102"/>
                  </a:lnTo>
                  <a:lnTo>
                    <a:pt x="517372" y="162857"/>
                  </a:lnTo>
                  <a:lnTo>
                    <a:pt x="551864" y="175897"/>
                  </a:lnTo>
                  <a:lnTo>
                    <a:pt x="586355" y="189224"/>
                  </a:lnTo>
                  <a:lnTo>
                    <a:pt x="620847" y="202839"/>
                  </a:lnTo>
                  <a:lnTo>
                    <a:pt x="655338" y="216742"/>
                  </a:lnTo>
                  <a:lnTo>
                    <a:pt x="689830" y="230935"/>
                  </a:lnTo>
                  <a:lnTo>
                    <a:pt x="724322" y="245418"/>
                  </a:lnTo>
                  <a:lnTo>
                    <a:pt x="758813" y="260191"/>
                  </a:lnTo>
                  <a:lnTo>
                    <a:pt x="793305" y="275254"/>
                  </a:lnTo>
                  <a:lnTo>
                    <a:pt x="827796" y="290606"/>
                  </a:lnTo>
                  <a:lnTo>
                    <a:pt x="862288" y="306247"/>
                  </a:lnTo>
                  <a:lnTo>
                    <a:pt x="896779" y="322174"/>
                  </a:lnTo>
                  <a:lnTo>
                    <a:pt x="931271" y="338387"/>
                  </a:lnTo>
                  <a:lnTo>
                    <a:pt x="965762" y="354882"/>
                  </a:lnTo>
                  <a:lnTo>
                    <a:pt x="1000254" y="371657"/>
                  </a:lnTo>
                  <a:lnTo>
                    <a:pt x="1034745" y="388710"/>
                  </a:lnTo>
                  <a:lnTo>
                    <a:pt x="1069237" y="406036"/>
                  </a:lnTo>
                  <a:lnTo>
                    <a:pt x="1103728" y="423632"/>
                  </a:lnTo>
                  <a:lnTo>
                    <a:pt x="1138220" y="441493"/>
                  </a:lnTo>
                  <a:lnTo>
                    <a:pt x="1172711" y="459615"/>
                  </a:lnTo>
                  <a:lnTo>
                    <a:pt x="1207203" y="477992"/>
                  </a:lnTo>
                  <a:lnTo>
                    <a:pt x="1241694" y="496619"/>
                  </a:lnTo>
                  <a:lnTo>
                    <a:pt x="1276186" y="515489"/>
                  </a:lnTo>
                  <a:lnTo>
                    <a:pt x="1310677" y="534595"/>
                  </a:lnTo>
                  <a:lnTo>
                    <a:pt x="1345169" y="553931"/>
                  </a:lnTo>
                  <a:lnTo>
                    <a:pt x="1379660" y="573489"/>
                  </a:lnTo>
                  <a:lnTo>
                    <a:pt x="1414152" y="593260"/>
                  </a:lnTo>
                  <a:lnTo>
                    <a:pt x="1448644" y="613237"/>
                  </a:lnTo>
                  <a:lnTo>
                    <a:pt x="1483135" y="633411"/>
                  </a:lnTo>
                  <a:lnTo>
                    <a:pt x="1517627" y="653772"/>
                  </a:lnTo>
                  <a:lnTo>
                    <a:pt x="1552118" y="674310"/>
                  </a:lnTo>
                  <a:lnTo>
                    <a:pt x="1586610" y="695017"/>
                  </a:lnTo>
                  <a:lnTo>
                    <a:pt x="1621101" y="715880"/>
                  </a:lnTo>
                  <a:lnTo>
                    <a:pt x="1655593" y="736889"/>
                  </a:lnTo>
                  <a:lnTo>
                    <a:pt x="1690084" y="758034"/>
                  </a:lnTo>
                  <a:lnTo>
                    <a:pt x="1724576" y="779302"/>
                  </a:lnTo>
                  <a:lnTo>
                    <a:pt x="1759067" y="800683"/>
                  </a:lnTo>
                  <a:lnTo>
                    <a:pt x="1793559" y="822164"/>
                  </a:lnTo>
                  <a:lnTo>
                    <a:pt x="1828050" y="843733"/>
                  </a:lnTo>
                  <a:lnTo>
                    <a:pt x="1862542" y="865377"/>
                  </a:lnTo>
                  <a:lnTo>
                    <a:pt x="1897033" y="887085"/>
                  </a:lnTo>
                  <a:lnTo>
                    <a:pt x="1931525" y="908842"/>
                  </a:lnTo>
                  <a:lnTo>
                    <a:pt x="1966016" y="930638"/>
                  </a:lnTo>
                  <a:lnTo>
                    <a:pt x="2000508" y="952457"/>
                  </a:lnTo>
                  <a:lnTo>
                    <a:pt x="2034999" y="974289"/>
                  </a:lnTo>
                  <a:lnTo>
                    <a:pt x="2069491" y="996119"/>
                  </a:lnTo>
                  <a:lnTo>
                    <a:pt x="2103982" y="1017934"/>
                  </a:lnTo>
                  <a:lnTo>
                    <a:pt x="2138474" y="1039722"/>
                  </a:lnTo>
                  <a:lnTo>
                    <a:pt x="2172966" y="1061470"/>
                  </a:lnTo>
                  <a:lnTo>
                    <a:pt x="2207457" y="1083165"/>
                  </a:lnTo>
                  <a:lnTo>
                    <a:pt x="2241949" y="1104794"/>
                  </a:lnTo>
                  <a:lnTo>
                    <a:pt x="2276440" y="1126344"/>
                  </a:lnTo>
                  <a:lnTo>
                    <a:pt x="2310932" y="1147804"/>
                  </a:lnTo>
                  <a:lnTo>
                    <a:pt x="2345423" y="1169161"/>
                  </a:lnTo>
                  <a:lnTo>
                    <a:pt x="2379915" y="1190403"/>
                  </a:lnTo>
                  <a:lnTo>
                    <a:pt x="2414406" y="1211519"/>
                  </a:lnTo>
                  <a:lnTo>
                    <a:pt x="2448898" y="1232498"/>
                  </a:lnTo>
                  <a:lnTo>
                    <a:pt x="2483389" y="1253327"/>
                  </a:lnTo>
                  <a:lnTo>
                    <a:pt x="2517881" y="1273997"/>
                  </a:lnTo>
                  <a:lnTo>
                    <a:pt x="2552372" y="1294498"/>
                  </a:lnTo>
                  <a:lnTo>
                    <a:pt x="2586864" y="1314818"/>
                  </a:lnTo>
                  <a:lnTo>
                    <a:pt x="2621355" y="1334950"/>
                  </a:lnTo>
                  <a:lnTo>
                    <a:pt x="2655847" y="1354882"/>
                  </a:lnTo>
                  <a:lnTo>
                    <a:pt x="2690338" y="1374608"/>
                  </a:lnTo>
                  <a:lnTo>
                    <a:pt x="2724830" y="1394117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2273688" y="2746614"/>
              <a:ext cx="3191835" cy="1055947"/>
            </a:xfrm>
            <a:custGeom>
              <a:avLst/>
              <a:pathLst>
                <a:path w="3191835" h="1055947">
                  <a:moveTo>
                    <a:pt x="0" y="0"/>
                  </a:moveTo>
                  <a:lnTo>
                    <a:pt x="40402" y="18369"/>
                  </a:lnTo>
                  <a:lnTo>
                    <a:pt x="80805" y="36745"/>
                  </a:lnTo>
                  <a:lnTo>
                    <a:pt x="121208" y="55120"/>
                  </a:lnTo>
                  <a:lnTo>
                    <a:pt x="161611" y="73487"/>
                  </a:lnTo>
                  <a:lnTo>
                    <a:pt x="202014" y="91836"/>
                  </a:lnTo>
                  <a:lnTo>
                    <a:pt x="242417" y="110162"/>
                  </a:lnTo>
                  <a:lnTo>
                    <a:pt x="282820" y="128456"/>
                  </a:lnTo>
                  <a:lnTo>
                    <a:pt x="323223" y="146710"/>
                  </a:lnTo>
                  <a:lnTo>
                    <a:pt x="363626" y="164917"/>
                  </a:lnTo>
                  <a:lnTo>
                    <a:pt x="404029" y="183069"/>
                  </a:lnTo>
                  <a:lnTo>
                    <a:pt x="444432" y="201160"/>
                  </a:lnTo>
                  <a:lnTo>
                    <a:pt x="484835" y="219181"/>
                  </a:lnTo>
                  <a:lnTo>
                    <a:pt x="525238" y="237126"/>
                  </a:lnTo>
                  <a:lnTo>
                    <a:pt x="565641" y="254987"/>
                  </a:lnTo>
                  <a:lnTo>
                    <a:pt x="606044" y="272758"/>
                  </a:lnTo>
                  <a:lnTo>
                    <a:pt x="646447" y="290432"/>
                  </a:lnTo>
                  <a:lnTo>
                    <a:pt x="686850" y="308002"/>
                  </a:lnTo>
                  <a:lnTo>
                    <a:pt x="727253" y="325462"/>
                  </a:lnTo>
                  <a:lnTo>
                    <a:pt x="767656" y="342805"/>
                  </a:lnTo>
                  <a:lnTo>
                    <a:pt x="808059" y="360027"/>
                  </a:lnTo>
                  <a:lnTo>
                    <a:pt x="848462" y="377119"/>
                  </a:lnTo>
                  <a:lnTo>
                    <a:pt x="888865" y="394078"/>
                  </a:lnTo>
                  <a:lnTo>
                    <a:pt x="929268" y="410896"/>
                  </a:lnTo>
                  <a:lnTo>
                    <a:pt x="969671" y="427570"/>
                  </a:lnTo>
                  <a:lnTo>
                    <a:pt x="1010074" y="444094"/>
                  </a:lnTo>
                  <a:lnTo>
                    <a:pt x="1050477" y="460463"/>
                  </a:lnTo>
                  <a:lnTo>
                    <a:pt x="1090880" y="476673"/>
                  </a:lnTo>
                  <a:lnTo>
                    <a:pt x="1131283" y="492718"/>
                  </a:lnTo>
                  <a:lnTo>
                    <a:pt x="1171686" y="508596"/>
                  </a:lnTo>
                  <a:lnTo>
                    <a:pt x="1212089" y="524301"/>
                  </a:lnTo>
                  <a:lnTo>
                    <a:pt x="1252492" y="539830"/>
                  </a:lnTo>
                  <a:lnTo>
                    <a:pt x="1292895" y="555180"/>
                  </a:lnTo>
                  <a:lnTo>
                    <a:pt x="1333298" y="570348"/>
                  </a:lnTo>
                  <a:lnTo>
                    <a:pt x="1373701" y="585329"/>
                  </a:lnTo>
                  <a:lnTo>
                    <a:pt x="1414104" y="600123"/>
                  </a:lnTo>
                  <a:lnTo>
                    <a:pt x="1454507" y="614725"/>
                  </a:lnTo>
                  <a:lnTo>
                    <a:pt x="1494910" y="629133"/>
                  </a:lnTo>
                  <a:lnTo>
                    <a:pt x="1535313" y="643346"/>
                  </a:lnTo>
                  <a:lnTo>
                    <a:pt x="1575716" y="657362"/>
                  </a:lnTo>
                  <a:lnTo>
                    <a:pt x="1616119" y="671178"/>
                  </a:lnTo>
                  <a:lnTo>
                    <a:pt x="1656522" y="684793"/>
                  </a:lnTo>
                  <a:lnTo>
                    <a:pt x="1696925" y="698207"/>
                  </a:lnTo>
                  <a:lnTo>
                    <a:pt x="1737328" y="711417"/>
                  </a:lnTo>
                  <a:lnTo>
                    <a:pt x="1777731" y="724423"/>
                  </a:lnTo>
                  <a:lnTo>
                    <a:pt x="1818133" y="737225"/>
                  </a:lnTo>
                  <a:lnTo>
                    <a:pt x="1858536" y="749822"/>
                  </a:lnTo>
                  <a:lnTo>
                    <a:pt x="1898939" y="762213"/>
                  </a:lnTo>
                  <a:lnTo>
                    <a:pt x="1939342" y="774398"/>
                  </a:lnTo>
                  <a:lnTo>
                    <a:pt x="1979745" y="786378"/>
                  </a:lnTo>
                  <a:lnTo>
                    <a:pt x="2020148" y="798153"/>
                  </a:lnTo>
                  <a:lnTo>
                    <a:pt x="2060551" y="809723"/>
                  </a:lnTo>
                  <a:lnTo>
                    <a:pt x="2100954" y="821089"/>
                  </a:lnTo>
                  <a:lnTo>
                    <a:pt x="2141357" y="832250"/>
                  </a:lnTo>
                  <a:lnTo>
                    <a:pt x="2181760" y="843210"/>
                  </a:lnTo>
                  <a:lnTo>
                    <a:pt x="2222163" y="853967"/>
                  </a:lnTo>
                  <a:lnTo>
                    <a:pt x="2262566" y="864523"/>
                  </a:lnTo>
                  <a:lnTo>
                    <a:pt x="2302969" y="874880"/>
                  </a:lnTo>
                  <a:lnTo>
                    <a:pt x="2343372" y="885039"/>
                  </a:lnTo>
                  <a:lnTo>
                    <a:pt x="2383775" y="895001"/>
                  </a:lnTo>
                  <a:lnTo>
                    <a:pt x="2424178" y="904768"/>
                  </a:lnTo>
                  <a:lnTo>
                    <a:pt x="2464581" y="914342"/>
                  </a:lnTo>
                  <a:lnTo>
                    <a:pt x="2504984" y="923724"/>
                  </a:lnTo>
                  <a:lnTo>
                    <a:pt x="2545387" y="932916"/>
                  </a:lnTo>
                  <a:lnTo>
                    <a:pt x="2585790" y="941920"/>
                  </a:lnTo>
                  <a:lnTo>
                    <a:pt x="2626193" y="950739"/>
                  </a:lnTo>
                  <a:lnTo>
                    <a:pt x="2666596" y="959373"/>
                  </a:lnTo>
                  <a:lnTo>
                    <a:pt x="2706999" y="967826"/>
                  </a:lnTo>
                  <a:lnTo>
                    <a:pt x="2747402" y="976100"/>
                  </a:lnTo>
                  <a:lnTo>
                    <a:pt x="2787805" y="984196"/>
                  </a:lnTo>
                  <a:lnTo>
                    <a:pt x="2828208" y="992118"/>
                  </a:lnTo>
                  <a:lnTo>
                    <a:pt x="2868611" y="999867"/>
                  </a:lnTo>
                  <a:lnTo>
                    <a:pt x="2909014" y="1007446"/>
                  </a:lnTo>
                  <a:lnTo>
                    <a:pt x="2949417" y="1014858"/>
                  </a:lnTo>
                  <a:lnTo>
                    <a:pt x="2989820" y="1022104"/>
                  </a:lnTo>
                  <a:lnTo>
                    <a:pt x="3030223" y="1029188"/>
                  </a:lnTo>
                  <a:lnTo>
                    <a:pt x="3070626" y="1036111"/>
                  </a:lnTo>
                  <a:lnTo>
                    <a:pt x="3111029" y="1042877"/>
                  </a:lnTo>
                  <a:lnTo>
                    <a:pt x="3151432" y="1049488"/>
                  </a:lnTo>
                  <a:lnTo>
                    <a:pt x="3191835" y="1055947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1787989" y="2380182"/>
              <a:ext cx="2949628" cy="758701"/>
            </a:xfrm>
            <a:custGeom>
              <a:avLst/>
              <a:pathLst>
                <a:path w="2949628" h="758701">
                  <a:moveTo>
                    <a:pt x="0" y="0"/>
                  </a:moveTo>
                  <a:lnTo>
                    <a:pt x="37337" y="8938"/>
                  </a:lnTo>
                  <a:lnTo>
                    <a:pt x="74674" y="17920"/>
                  </a:lnTo>
                  <a:lnTo>
                    <a:pt x="112011" y="26945"/>
                  </a:lnTo>
                  <a:lnTo>
                    <a:pt x="149348" y="36012"/>
                  </a:lnTo>
                  <a:lnTo>
                    <a:pt x="186685" y="45120"/>
                  </a:lnTo>
                  <a:lnTo>
                    <a:pt x="224022" y="54268"/>
                  </a:lnTo>
                  <a:lnTo>
                    <a:pt x="261359" y="63455"/>
                  </a:lnTo>
                  <a:lnTo>
                    <a:pt x="298696" y="72681"/>
                  </a:lnTo>
                  <a:lnTo>
                    <a:pt x="336033" y="81945"/>
                  </a:lnTo>
                  <a:lnTo>
                    <a:pt x="373370" y="91245"/>
                  </a:lnTo>
                  <a:lnTo>
                    <a:pt x="410707" y="100581"/>
                  </a:lnTo>
                  <a:lnTo>
                    <a:pt x="448044" y="109952"/>
                  </a:lnTo>
                  <a:lnTo>
                    <a:pt x="485381" y="119356"/>
                  </a:lnTo>
                  <a:lnTo>
                    <a:pt x="522718" y="128794"/>
                  </a:lnTo>
                  <a:lnTo>
                    <a:pt x="560055" y="138263"/>
                  </a:lnTo>
                  <a:lnTo>
                    <a:pt x="597393" y="147763"/>
                  </a:lnTo>
                  <a:lnTo>
                    <a:pt x="634730" y="157293"/>
                  </a:lnTo>
                  <a:lnTo>
                    <a:pt x="672067" y="166852"/>
                  </a:lnTo>
                  <a:lnTo>
                    <a:pt x="709404" y="176439"/>
                  </a:lnTo>
                  <a:lnTo>
                    <a:pt x="746741" y="186052"/>
                  </a:lnTo>
                  <a:lnTo>
                    <a:pt x="784078" y="195691"/>
                  </a:lnTo>
                  <a:lnTo>
                    <a:pt x="821415" y="205354"/>
                  </a:lnTo>
                  <a:lnTo>
                    <a:pt x="858752" y="215041"/>
                  </a:lnTo>
                  <a:lnTo>
                    <a:pt x="896089" y="224750"/>
                  </a:lnTo>
                  <a:lnTo>
                    <a:pt x="933426" y="234480"/>
                  </a:lnTo>
                  <a:lnTo>
                    <a:pt x="970763" y="244231"/>
                  </a:lnTo>
                  <a:lnTo>
                    <a:pt x="1008100" y="254000"/>
                  </a:lnTo>
                  <a:lnTo>
                    <a:pt x="1045437" y="263787"/>
                  </a:lnTo>
                  <a:lnTo>
                    <a:pt x="1082774" y="273591"/>
                  </a:lnTo>
                  <a:lnTo>
                    <a:pt x="1120111" y="283410"/>
                  </a:lnTo>
                  <a:lnTo>
                    <a:pt x="1157448" y="293244"/>
                  </a:lnTo>
                  <a:lnTo>
                    <a:pt x="1194786" y="303090"/>
                  </a:lnTo>
                  <a:lnTo>
                    <a:pt x="1232123" y="312949"/>
                  </a:lnTo>
                  <a:lnTo>
                    <a:pt x="1269460" y="322818"/>
                  </a:lnTo>
                  <a:lnTo>
                    <a:pt x="1306797" y="332697"/>
                  </a:lnTo>
                  <a:lnTo>
                    <a:pt x="1344134" y="342584"/>
                  </a:lnTo>
                  <a:lnTo>
                    <a:pt x="1381471" y="352478"/>
                  </a:lnTo>
                  <a:lnTo>
                    <a:pt x="1418808" y="362378"/>
                  </a:lnTo>
                  <a:lnTo>
                    <a:pt x="1456145" y="372283"/>
                  </a:lnTo>
                  <a:lnTo>
                    <a:pt x="1493482" y="382191"/>
                  </a:lnTo>
                  <a:lnTo>
                    <a:pt x="1530819" y="392102"/>
                  </a:lnTo>
                  <a:lnTo>
                    <a:pt x="1568156" y="402014"/>
                  </a:lnTo>
                  <a:lnTo>
                    <a:pt x="1605493" y="411925"/>
                  </a:lnTo>
                  <a:lnTo>
                    <a:pt x="1642830" y="421835"/>
                  </a:lnTo>
                  <a:lnTo>
                    <a:pt x="1680167" y="431743"/>
                  </a:lnTo>
                  <a:lnTo>
                    <a:pt x="1717504" y="441647"/>
                  </a:lnTo>
                  <a:lnTo>
                    <a:pt x="1754842" y="451545"/>
                  </a:lnTo>
                  <a:lnTo>
                    <a:pt x="1792179" y="461438"/>
                  </a:lnTo>
                  <a:lnTo>
                    <a:pt x="1829516" y="471323"/>
                  </a:lnTo>
                  <a:lnTo>
                    <a:pt x="1866853" y="481199"/>
                  </a:lnTo>
                  <a:lnTo>
                    <a:pt x="1904190" y="491066"/>
                  </a:lnTo>
                  <a:lnTo>
                    <a:pt x="1941527" y="500921"/>
                  </a:lnTo>
                  <a:lnTo>
                    <a:pt x="1978864" y="510764"/>
                  </a:lnTo>
                  <a:lnTo>
                    <a:pt x="2016201" y="520594"/>
                  </a:lnTo>
                  <a:lnTo>
                    <a:pt x="2053538" y="530410"/>
                  </a:lnTo>
                  <a:lnTo>
                    <a:pt x="2090875" y="540209"/>
                  </a:lnTo>
                  <a:lnTo>
                    <a:pt x="2128212" y="549992"/>
                  </a:lnTo>
                  <a:lnTo>
                    <a:pt x="2165549" y="559756"/>
                  </a:lnTo>
                  <a:lnTo>
                    <a:pt x="2202886" y="569501"/>
                  </a:lnTo>
                  <a:lnTo>
                    <a:pt x="2240223" y="579226"/>
                  </a:lnTo>
                  <a:lnTo>
                    <a:pt x="2277560" y="588930"/>
                  </a:lnTo>
                  <a:lnTo>
                    <a:pt x="2314897" y="598610"/>
                  </a:lnTo>
                  <a:lnTo>
                    <a:pt x="2352235" y="608267"/>
                  </a:lnTo>
                  <a:lnTo>
                    <a:pt x="2389572" y="617900"/>
                  </a:lnTo>
                  <a:lnTo>
                    <a:pt x="2426909" y="627506"/>
                  </a:lnTo>
                  <a:lnTo>
                    <a:pt x="2464246" y="637085"/>
                  </a:lnTo>
                  <a:lnTo>
                    <a:pt x="2501583" y="646637"/>
                  </a:lnTo>
                  <a:lnTo>
                    <a:pt x="2538920" y="656159"/>
                  </a:lnTo>
                  <a:lnTo>
                    <a:pt x="2576257" y="665651"/>
                  </a:lnTo>
                  <a:lnTo>
                    <a:pt x="2613594" y="675112"/>
                  </a:lnTo>
                  <a:lnTo>
                    <a:pt x="2650931" y="684541"/>
                  </a:lnTo>
                  <a:lnTo>
                    <a:pt x="2688268" y="693937"/>
                  </a:lnTo>
                  <a:lnTo>
                    <a:pt x="2725605" y="703299"/>
                  </a:lnTo>
                  <a:lnTo>
                    <a:pt x="2762942" y="712625"/>
                  </a:lnTo>
                  <a:lnTo>
                    <a:pt x="2800279" y="721916"/>
                  </a:lnTo>
                  <a:lnTo>
                    <a:pt x="2837616" y="731170"/>
                  </a:lnTo>
                  <a:lnTo>
                    <a:pt x="2874953" y="740386"/>
                  </a:lnTo>
                  <a:lnTo>
                    <a:pt x="2912291" y="749563"/>
                  </a:lnTo>
                  <a:lnTo>
                    <a:pt x="2949628" y="758701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1832423" y="2185116"/>
              <a:ext cx="2897319" cy="1173073"/>
            </a:xfrm>
            <a:custGeom>
              <a:avLst/>
              <a:pathLst>
                <a:path w="2897319" h="1173073">
                  <a:moveTo>
                    <a:pt x="0" y="0"/>
                  </a:moveTo>
                  <a:lnTo>
                    <a:pt x="36674" y="12584"/>
                  </a:lnTo>
                  <a:lnTo>
                    <a:pt x="73349" y="25316"/>
                  </a:lnTo>
                  <a:lnTo>
                    <a:pt x="110024" y="38196"/>
                  </a:lnTo>
                  <a:lnTo>
                    <a:pt x="146699" y="51220"/>
                  </a:lnTo>
                  <a:lnTo>
                    <a:pt x="183374" y="64388"/>
                  </a:lnTo>
                  <a:lnTo>
                    <a:pt x="220049" y="77698"/>
                  </a:lnTo>
                  <a:lnTo>
                    <a:pt x="256724" y="91147"/>
                  </a:lnTo>
                  <a:lnTo>
                    <a:pt x="293399" y="104733"/>
                  </a:lnTo>
                  <a:lnTo>
                    <a:pt x="330074" y="118453"/>
                  </a:lnTo>
                  <a:lnTo>
                    <a:pt x="366749" y="132306"/>
                  </a:lnTo>
                  <a:lnTo>
                    <a:pt x="403424" y="146289"/>
                  </a:lnTo>
                  <a:lnTo>
                    <a:pt x="440099" y="160399"/>
                  </a:lnTo>
                  <a:lnTo>
                    <a:pt x="476774" y="174633"/>
                  </a:lnTo>
                  <a:lnTo>
                    <a:pt x="513448" y="188987"/>
                  </a:lnTo>
                  <a:lnTo>
                    <a:pt x="550123" y="203460"/>
                  </a:lnTo>
                  <a:lnTo>
                    <a:pt x="586798" y="218047"/>
                  </a:lnTo>
                  <a:lnTo>
                    <a:pt x="623473" y="232746"/>
                  </a:lnTo>
                  <a:lnTo>
                    <a:pt x="660148" y="247552"/>
                  </a:lnTo>
                  <a:lnTo>
                    <a:pt x="696823" y="262462"/>
                  </a:lnTo>
                  <a:lnTo>
                    <a:pt x="733498" y="277473"/>
                  </a:lnTo>
                  <a:lnTo>
                    <a:pt x="770173" y="292579"/>
                  </a:lnTo>
                  <a:lnTo>
                    <a:pt x="806848" y="307779"/>
                  </a:lnTo>
                  <a:lnTo>
                    <a:pt x="843523" y="323066"/>
                  </a:lnTo>
                  <a:lnTo>
                    <a:pt x="880198" y="338438"/>
                  </a:lnTo>
                  <a:lnTo>
                    <a:pt x="916873" y="353889"/>
                  </a:lnTo>
                  <a:lnTo>
                    <a:pt x="953548" y="369415"/>
                  </a:lnTo>
                  <a:lnTo>
                    <a:pt x="990222" y="385013"/>
                  </a:lnTo>
                  <a:lnTo>
                    <a:pt x="1026897" y="400676"/>
                  </a:lnTo>
                  <a:lnTo>
                    <a:pt x="1063572" y="416402"/>
                  </a:lnTo>
                  <a:lnTo>
                    <a:pt x="1100247" y="432184"/>
                  </a:lnTo>
                  <a:lnTo>
                    <a:pt x="1136922" y="448018"/>
                  </a:lnTo>
                  <a:lnTo>
                    <a:pt x="1173597" y="463899"/>
                  </a:lnTo>
                  <a:lnTo>
                    <a:pt x="1210272" y="479822"/>
                  </a:lnTo>
                  <a:lnTo>
                    <a:pt x="1246947" y="495782"/>
                  </a:lnTo>
                  <a:lnTo>
                    <a:pt x="1283622" y="511775"/>
                  </a:lnTo>
                  <a:lnTo>
                    <a:pt x="1320297" y="527794"/>
                  </a:lnTo>
                  <a:lnTo>
                    <a:pt x="1356972" y="543836"/>
                  </a:lnTo>
                  <a:lnTo>
                    <a:pt x="1393647" y="559894"/>
                  </a:lnTo>
                  <a:lnTo>
                    <a:pt x="1430322" y="575964"/>
                  </a:lnTo>
                  <a:lnTo>
                    <a:pt x="1466996" y="592040"/>
                  </a:lnTo>
                  <a:lnTo>
                    <a:pt x="1503671" y="608118"/>
                  </a:lnTo>
                  <a:lnTo>
                    <a:pt x="1540346" y="624191"/>
                  </a:lnTo>
                  <a:lnTo>
                    <a:pt x="1577021" y="640256"/>
                  </a:lnTo>
                  <a:lnTo>
                    <a:pt x="1613696" y="656306"/>
                  </a:lnTo>
                  <a:lnTo>
                    <a:pt x="1650371" y="672336"/>
                  </a:lnTo>
                  <a:lnTo>
                    <a:pt x="1687046" y="688342"/>
                  </a:lnTo>
                  <a:lnTo>
                    <a:pt x="1723721" y="704318"/>
                  </a:lnTo>
                  <a:lnTo>
                    <a:pt x="1760396" y="720259"/>
                  </a:lnTo>
                  <a:lnTo>
                    <a:pt x="1797071" y="736160"/>
                  </a:lnTo>
                  <a:lnTo>
                    <a:pt x="1833746" y="752017"/>
                  </a:lnTo>
                  <a:lnTo>
                    <a:pt x="1870421" y="767824"/>
                  </a:lnTo>
                  <a:lnTo>
                    <a:pt x="1907096" y="783576"/>
                  </a:lnTo>
                  <a:lnTo>
                    <a:pt x="1943771" y="799269"/>
                  </a:lnTo>
                  <a:lnTo>
                    <a:pt x="1980445" y="814898"/>
                  </a:lnTo>
                  <a:lnTo>
                    <a:pt x="2017120" y="830458"/>
                  </a:lnTo>
                  <a:lnTo>
                    <a:pt x="2053795" y="845945"/>
                  </a:lnTo>
                  <a:lnTo>
                    <a:pt x="2090470" y="861354"/>
                  </a:lnTo>
                  <a:lnTo>
                    <a:pt x="2127145" y="876681"/>
                  </a:lnTo>
                  <a:lnTo>
                    <a:pt x="2163820" y="891922"/>
                  </a:lnTo>
                  <a:lnTo>
                    <a:pt x="2200495" y="907072"/>
                  </a:lnTo>
                  <a:lnTo>
                    <a:pt x="2237170" y="922128"/>
                  </a:lnTo>
                  <a:lnTo>
                    <a:pt x="2273845" y="937085"/>
                  </a:lnTo>
                  <a:lnTo>
                    <a:pt x="2310520" y="951940"/>
                  </a:lnTo>
                  <a:lnTo>
                    <a:pt x="2347195" y="966689"/>
                  </a:lnTo>
                  <a:lnTo>
                    <a:pt x="2383870" y="981329"/>
                  </a:lnTo>
                  <a:lnTo>
                    <a:pt x="2420545" y="995855"/>
                  </a:lnTo>
                  <a:lnTo>
                    <a:pt x="2457219" y="1010265"/>
                  </a:lnTo>
                  <a:lnTo>
                    <a:pt x="2493894" y="1024556"/>
                  </a:lnTo>
                  <a:lnTo>
                    <a:pt x="2530569" y="1038724"/>
                  </a:lnTo>
                  <a:lnTo>
                    <a:pt x="2567244" y="1052766"/>
                  </a:lnTo>
                  <a:lnTo>
                    <a:pt x="2603919" y="1066680"/>
                  </a:lnTo>
                  <a:lnTo>
                    <a:pt x="2640594" y="1080462"/>
                  </a:lnTo>
                  <a:lnTo>
                    <a:pt x="2677269" y="1094111"/>
                  </a:lnTo>
                  <a:lnTo>
                    <a:pt x="2713944" y="1107624"/>
                  </a:lnTo>
                  <a:lnTo>
                    <a:pt x="2750619" y="1120999"/>
                  </a:lnTo>
                  <a:lnTo>
                    <a:pt x="2787294" y="1134233"/>
                  </a:lnTo>
                  <a:lnTo>
                    <a:pt x="2823969" y="1147325"/>
                  </a:lnTo>
                  <a:lnTo>
                    <a:pt x="2860644" y="1160272"/>
                  </a:lnTo>
                  <a:lnTo>
                    <a:pt x="2897319" y="1173073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1682952" y="2397004"/>
              <a:ext cx="2801768" cy="1224681"/>
            </a:xfrm>
            <a:custGeom>
              <a:avLst/>
              <a:pathLst>
                <a:path w="2801768" h="1224681">
                  <a:moveTo>
                    <a:pt x="0" y="0"/>
                  </a:moveTo>
                  <a:lnTo>
                    <a:pt x="35465" y="16271"/>
                  </a:lnTo>
                  <a:lnTo>
                    <a:pt x="70930" y="32676"/>
                  </a:lnTo>
                  <a:lnTo>
                    <a:pt x="106396" y="49210"/>
                  </a:lnTo>
                  <a:lnTo>
                    <a:pt x="141861" y="65868"/>
                  </a:lnTo>
                  <a:lnTo>
                    <a:pt x="177327" y="82645"/>
                  </a:lnTo>
                  <a:lnTo>
                    <a:pt x="212792" y="99535"/>
                  </a:lnTo>
                  <a:lnTo>
                    <a:pt x="248257" y="116533"/>
                  </a:lnTo>
                  <a:lnTo>
                    <a:pt x="283723" y="133632"/>
                  </a:lnTo>
                  <a:lnTo>
                    <a:pt x="319188" y="150827"/>
                  </a:lnTo>
                  <a:lnTo>
                    <a:pt x="354654" y="168112"/>
                  </a:lnTo>
                  <a:lnTo>
                    <a:pt x="390119" y="185480"/>
                  </a:lnTo>
                  <a:lnTo>
                    <a:pt x="425585" y="202925"/>
                  </a:lnTo>
                  <a:lnTo>
                    <a:pt x="461050" y="220441"/>
                  </a:lnTo>
                  <a:lnTo>
                    <a:pt x="496515" y="238021"/>
                  </a:lnTo>
                  <a:lnTo>
                    <a:pt x="531981" y="255658"/>
                  </a:lnTo>
                  <a:lnTo>
                    <a:pt x="567446" y="273346"/>
                  </a:lnTo>
                  <a:lnTo>
                    <a:pt x="602912" y="291078"/>
                  </a:lnTo>
                  <a:lnTo>
                    <a:pt x="638377" y="308846"/>
                  </a:lnTo>
                  <a:lnTo>
                    <a:pt x="673842" y="326644"/>
                  </a:lnTo>
                  <a:lnTo>
                    <a:pt x="709308" y="344464"/>
                  </a:lnTo>
                  <a:lnTo>
                    <a:pt x="744773" y="362301"/>
                  </a:lnTo>
                  <a:lnTo>
                    <a:pt x="780239" y="380146"/>
                  </a:lnTo>
                  <a:lnTo>
                    <a:pt x="815704" y="397992"/>
                  </a:lnTo>
                  <a:lnTo>
                    <a:pt x="851170" y="415833"/>
                  </a:lnTo>
                  <a:lnTo>
                    <a:pt x="886635" y="433662"/>
                  </a:lnTo>
                  <a:lnTo>
                    <a:pt x="922100" y="451470"/>
                  </a:lnTo>
                  <a:lnTo>
                    <a:pt x="957566" y="469252"/>
                  </a:lnTo>
                  <a:lnTo>
                    <a:pt x="993031" y="486999"/>
                  </a:lnTo>
                  <a:lnTo>
                    <a:pt x="1028497" y="504706"/>
                  </a:lnTo>
                  <a:lnTo>
                    <a:pt x="1063962" y="522366"/>
                  </a:lnTo>
                  <a:lnTo>
                    <a:pt x="1099427" y="539970"/>
                  </a:lnTo>
                  <a:lnTo>
                    <a:pt x="1134893" y="557514"/>
                  </a:lnTo>
                  <a:lnTo>
                    <a:pt x="1170358" y="574990"/>
                  </a:lnTo>
                  <a:lnTo>
                    <a:pt x="1205824" y="592391"/>
                  </a:lnTo>
                  <a:lnTo>
                    <a:pt x="1241289" y="609712"/>
                  </a:lnTo>
                  <a:lnTo>
                    <a:pt x="1276755" y="626945"/>
                  </a:lnTo>
                  <a:lnTo>
                    <a:pt x="1312220" y="644085"/>
                  </a:lnTo>
                  <a:lnTo>
                    <a:pt x="1347685" y="661126"/>
                  </a:lnTo>
                  <a:lnTo>
                    <a:pt x="1383151" y="678062"/>
                  </a:lnTo>
                  <a:lnTo>
                    <a:pt x="1418616" y="694887"/>
                  </a:lnTo>
                  <a:lnTo>
                    <a:pt x="1454082" y="711596"/>
                  </a:lnTo>
                  <a:lnTo>
                    <a:pt x="1489547" y="728183"/>
                  </a:lnTo>
                  <a:lnTo>
                    <a:pt x="1525012" y="744643"/>
                  </a:lnTo>
                  <a:lnTo>
                    <a:pt x="1560478" y="760971"/>
                  </a:lnTo>
                  <a:lnTo>
                    <a:pt x="1595943" y="777162"/>
                  </a:lnTo>
                  <a:lnTo>
                    <a:pt x="1631409" y="793212"/>
                  </a:lnTo>
                  <a:lnTo>
                    <a:pt x="1666874" y="809116"/>
                  </a:lnTo>
                  <a:lnTo>
                    <a:pt x="1702340" y="824870"/>
                  </a:lnTo>
                  <a:lnTo>
                    <a:pt x="1737805" y="840469"/>
                  </a:lnTo>
                  <a:lnTo>
                    <a:pt x="1773270" y="855910"/>
                  </a:lnTo>
                  <a:lnTo>
                    <a:pt x="1808736" y="871189"/>
                  </a:lnTo>
                  <a:lnTo>
                    <a:pt x="1844201" y="886303"/>
                  </a:lnTo>
                  <a:lnTo>
                    <a:pt x="1879667" y="901249"/>
                  </a:lnTo>
                  <a:lnTo>
                    <a:pt x="1915132" y="916023"/>
                  </a:lnTo>
                  <a:lnTo>
                    <a:pt x="1950597" y="930623"/>
                  </a:lnTo>
                  <a:lnTo>
                    <a:pt x="1986063" y="945045"/>
                  </a:lnTo>
                  <a:lnTo>
                    <a:pt x="2021528" y="959288"/>
                  </a:lnTo>
                  <a:lnTo>
                    <a:pt x="2056994" y="973349"/>
                  </a:lnTo>
                  <a:lnTo>
                    <a:pt x="2092459" y="987227"/>
                  </a:lnTo>
                  <a:lnTo>
                    <a:pt x="2127925" y="1000919"/>
                  </a:lnTo>
                  <a:lnTo>
                    <a:pt x="2163390" y="1014424"/>
                  </a:lnTo>
                  <a:lnTo>
                    <a:pt x="2198855" y="1027740"/>
                  </a:lnTo>
                  <a:lnTo>
                    <a:pt x="2234321" y="1040866"/>
                  </a:lnTo>
                  <a:lnTo>
                    <a:pt x="2269786" y="1053801"/>
                  </a:lnTo>
                  <a:lnTo>
                    <a:pt x="2305252" y="1066544"/>
                  </a:lnTo>
                  <a:lnTo>
                    <a:pt x="2340717" y="1079094"/>
                  </a:lnTo>
                  <a:lnTo>
                    <a:pt x="2376182" y="1091451"/>
                  </a:lnTo>
                  <a:lnTo>
                    <a:pt x="2411648" y="1103615"/>
                  </a:lnTo>
                  <a:lnTo>
                    <a:pt x="2447113" y="1115584"/>
                  </a:lnTo>
                  <a:lnTo>
                    <a:pt x="2482579" y="1127360"/>
                  </a:lnTo>
                  <a:lnTo>
                    <a:pt x="2518044" y="1138942"/>
                  </a:lnTo>
                  <a:lnTo>
                    <a:pt x="2553510" y="1150331"/>
                  </a:lnTo>
                  <a:lnTo>
                    <a:pt x="2588975" y="1161526"/>
                  </a:lnTo>
                  <a:lnTo>
                    <a:pt x="2624440" y="1172529"/>
                  </a:lnTo>
                  <a:lnTo>
                    <a:pt x="2659906" y="1183340"/>
                  </a:lnTo>
                  <a:lnTo>
                    <a:pt x="2695371" y="1193959"/>
                  </a:lnTo>
                  <a:lnTo>
                    <a:pt x="2730837" y="1204389"/>
                  </a:lnTo>
                  <a:lnTo>
                    <a:pt x="2766302" y="1214629"/>
                  </a:lnTo>
                  <a:lnTo>
                    <a:pt x="2801768" y="1224681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1623483" y="1996704"/>
              <a:ext cx="2326053" cy="1107291"/>
            </a:xfrm>
            <a:custGeom>
              <a:avLst/>
              <a:pathLst>
                <a:path w="2326053" h="1107291">
                  <a:moveTo>
                    <a:pt x="0" y="0"/>
                  </a:moveTo>
                  <a:lnTo>
                    <a:pt x="29443" y="9794"/>
                  </a:lnTo>
                  <a:lnTo>
                    <a:pt x="58887" y="19739"/>
                  </a:lnTo>
                  <a:lnTo>
                    <a:pt x="88331" y="29835"/>
                  </a:lnTo>
                  <a:lnTo>
                    <a:pt x="117774" y="40083"/>
                  </a:lnTo>
                  <a:lnTo>
                    <a:pt x="147218" y="50483"/>
                  </a:lnTo>
                  <a:lnTo>
                    <a:pt x="176662" y="61035"/>
                  </a:lnTo>
                  <a:lnTo>
                    <a:pt x="206106" y="71738"/>
                  </a:lnTo>
                  <a:lnTo>
                    <a:pt x="235549" y="82593"/>
                  </a:lnTo>
                  <a:lnTo>
                    <a:pt x="264993" y="93599"/>
                  </a:lnTo>
                  <a:lnTo>
                    <a:pt x="294437" y="104756"/>
                  </a:lnTo>
                  <a:lnTo>
                    <a:pt x="323880" y="116065"/>
                  </a:lnTo>
                  <a:lnTo>
                    <a:pt x="353324" y="127523"/>
                  </a:lnTo>
                  <a:lnTo>
                    <a:pt x="382768" y="139131"/>
                  </a:lnTo>
                  <a:lnTo>
                    <a:pt x="412212" y="150887"/>
                  </a:lnTo>
                  <a:lnTo>
                    <a:pt x="441655" y="162792"/>
                  </a:lnTo>
                  <a:lnTo>
                    <a:pt x="471099" y="174844"/>
                  </a:lnTo>
                  <a:lnTo>
                    <a:pt x="500543" y="187041"/>
                  </a:lnTo>
                  <a:lnTo>
                    <a:pt x="529986" y="199383"/>
                  </a:lnTo>
                  <a:lnTo>
                    <a:pt x="559430" y="211869"/>
                  </a:lnTo>
                  <a:lnTo>
                    <a:pt x="588874" y="224496"/>
                  </a:lnTo>
                  <a:lnTo>
                    <a:pt x="618318" y="237264"/>
                  </a:lnTo>
                  <a:lnTo>
                    <a:pt x="647761" y="250170"/>
                  </a:lnTo>
                  <a:lnTo>
                    <a:pt x="677205" y="263213"/>
                  </a:lnTo>
                  <a:lnTo>
                    <a:pt x="706649" y="276391"/>
                  </a:lnTo>
                  <a:lnTo>
                    <a:pt x="736092" y="289702"/>
                  </a:lnTo>
                  <a:lnTo>
                    <a:pt x="765536" y="303144"/>
                  </a:lnTo>
                  <a:lnTo>
                    <a:pt x="794980" y="316714"/>
                  </a:lnTo>
                  <a:lnTo>
                    <a:pt x="824424" y="330409"/>
                  </a:lnTo>
                  <a:lnTo>
                    <a:pt x="853867" y="344228"/>
                  </a:lnTo>
                  <a:lnTo>
                    <a:pt x="883311" y="358168"/>
                  </a:lnTo>
                  <a:lnTo>
                    <a:pt x="912755" y="372225"/>
                  </a:lnTo>
                  <a:lnTo>
                    <a:pt x="942198" y="386397"/>
                  </a:lnTo>
                  <a:lnTo>
                    <a:pt x="971642" y="400681"/>
                  </a:lnTo>
                  <a:lnTo>
                    <a:pt x="1001086" y="415073"/>
                  </a:lnTo>
                  <a:lnTo>
                    <a:pt x="1030530" y="429571"/>
                  </a:lnTo>
                  <a:lnTo>
                    <a:pt x="1059973" y="444170"/>
                  </a:lnTo>
                  <a:lnTo>
                    <a:pt x="1089417" y="458868"/>
                  </a:lnTo>
                  <a:lnTo>
                    <a:pt x="1118861" y="473661"/>
                  </a:lnTo>
                  <a:lnTo>
                    <a:pt x="1148304" y="488544"/>
                  </a:lnTo>
                  <a:lnTo>
                    <a:pt x="1177748" y="503515"/>
                  </a:lnTo>
                  <a:lnTo>
                    <a:pt x="1207192" y="518569"/>
                  </a:lnTo>
                  <a:lnTo>
                    <a:pt x="1236636" y="533702"/>
                  </a:lnTo>
                  <a:lnTo>
                    <a:pt x="1266079" y="548910"/>
                  </a:lnTo>
                  <a:lnTo>
                    <a:pt x="1295523" y="564189"/>
                  </a:lnTo>
                  <a:lnTo>
                    <a:pt x="1324967" y="579535"/>
                  </a:lnTo>
                  <a:lnTo>
                    <a:pt x="1354411" y="594943"/>
                  </a:lnTo>
                  <a:lnTo>
                    <a:pt x="1383854" y="610408"/>
                  </a:lnTo>
                  <a:lnTo>
                    <a:pt x="1413298" y="625926"/>
                  </a:lnTo>
                  <a:lnTo>
                    <a:pt x="1442742" y="641493"/>
                  </a:lnTo>
                  <a:lnTo>
                    <a:pt x="1472185" y="657105"/>
                  </a:lnTo>
                  <a:lnTo>
                    <a:pt x="1501629" y="672755"/>
                  </a:lnTo>
                  <a:lnTo>
                    <a:pt x="1531073" y="688439"/>
                  </a:lnTo>
                  <a:lnTo>
                    <a:pt x="1560517" y="704154"/>
                  </a:lnTo>
                  <a:lnTo>
                    <a:pt x="1589960" y="719893"/>
                  </a:lnTo>
                  <a:lnTo>
                    <a:pt x="1619404" y="735652"/>
                  </a:lnTo>
                  <a:lnTo>
                    <a:pt x="1648848" y="751427"/>
                  </a:lnTo>
                  <a:lnTo>
                    <a:pt x="1678291" y="767211"/>
                  </a:lnTo>
                  <a:lnTo>
                    <a:pt x="1707735" y="783001"/>
                  </a:lnTo>
                  <a:lnTo>
                    <a:pt x="1737179" y="798791"/>
                  </a:lnTo>
                  <a:lnTo>
                    <a:pt x="1766623" y="814577"/>
                  </a:lnTo>
                  <a:lnTo>
                    <a:pt x="1796066" y="830353"/>
                  </a:lnTo>
                  <a:lnTo>
                    <a:pt x="1825510" y="846115"/>
                  </a:lnTo>
                  <a:lnTo>
                    <a:pt x="1854954" y="861858"/>
                  </a:lnTo>
                  <a:lnTo>
                    <a:pt x="1884397" y="877576"/>
                  </a:lnTo>
                  <a:lnTo>
                    <a:pt x="1913841" y="893266"/>
                  </a:lnTo>
                  <a:lnTo>
                    <a:pt x="1943285" y="908921"/>
                  </a:lnTo>
                  <a:lnTo>
                    <a:pt x="1972729" y="924539"/>
                  </a:lnTo>
                  <a:lnTo>
                    <a:pt x="2002172" y="940113"/>
                  </a:lnTo>
                  <a:lnTo>
                    <a:pt x="2031616" y="955639"/>
                  </a:lnTo>
                  <a:lnTo>
                    <a:pt x="2061060" y="971112"/>
                  </a:lnTo>
                  <a:lnTo>
                    <a:pt x="2090503" y="986529"/>
                  </a:lnTo>
                  <a:lnTo>
                    <a:pt x="2119947" y="1001884"/>
                  </a:lnTo>
                  <a:lnTo>
                    <a:pt x="2149391" y="1017174"/>
                  </a:lnTo>
                  <a:lnTo>
                    <a:pt x="2178835" y="1032393"/>
                  </a:lnTo>
                  <a:lnTo>
                    <a:pt x="2208278" y="1047538"/>
                  </a:lnTo>
                  <a:lnTo>
                    <a:pt x="2237722" y="1062604"/>
                  </a:lnTo>
                  <a:lnTo>
                    <a:pt x="2267166" y="1077587"/>
                  </a:lnTo>
                  <a:lnTo>
                    <a:pt x="2296609" y="1092484"/>
                  </a:lnTo>
                  <a:lnTo>
                    <a:pt x="2326053" y="1107291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1824179" y="2258989"/>
              <a:ext cx="2979060" cy="1103826"/>
            </a:xfrm>
            <a:custGeom>
              <a:avLst/>
              <a:pathLst>
                <a:path w="2979060" h="1103826">
                  <a:moveTo>
                    <a:pt x="0" y="0"/>
                  </a:moveTo>
                  <a:lnTo>
                    <a:pt x="37709" y="12496"/>
                  </a:lnTo>
                  <a:lnTo>
                    <a:pt x="75419" y="25113"/>
                  </a:lnTo>
                  <a:lnTo>
                    <a:pt x="113128" y="37848"/>
                  </a:lnTo>
                  <a:lnTo>
                    <a:pt x="150838" y="50698"/>
                  </a:lnTo>
                  <a:lnTo>
                    <a:pt x="188548" y="63663"/>
                  </a:lnTo>
                  <a:lnTo>
                    <a:pt x="226257" y="76740"/>
                  </a:lnTo>
                  <a:lnTo>
                    <a:pt x="263967" y="89926"/>
                  </a:lnTo>
                  <a:lnTo>
                    <a:pt x="301676" y="103219"/>
                  </a:lnTo>
                  <a:lnTo>
                    <a:pt x="339386" y="116618"/>
                  </a:lnTo>
                  <a:lnTo>
                    <a:pt x="377096" y="130118"/>
                  </a:lnTo>
                  <a:lnTo>
                    <a:pt x="414805" y="143718"/>
                  </a:lnTo>
                  <a:lnTo>
                    <a:pt x="452515" y="157414"/>
                  </a:lnTo>
                  <a:lnTo>
                    <a:pt x="490225" y="171205"/>
                  </a:lnTo>
                  <a:lnTo>
                    <a:pt x="527934" y="185086"/>
                  </a:lnTo>
                  <a:lnTo>
                    <a:pt x="565644" y="199055"/>
                  </a:lnTo>
                  <a:lnTo>
                    <a:pt x="603353" y="213110"/>
                  </a:lnTo>
                  <a:lnTo>
                    <a:pt x="641063" y="227245"/>
                  </a:lnTo>
                  <a:lnTo>
                    <a:pt x="678773" y="241459"/>
                  </a:lnTo>
                  <a:lnTo>
                    <a:pt x="716482" y="255748"/>
                  </a:lnTo>
                  <a:lnTo>
                    <a:pt x="754192" y="270109"/>
                  </a:lnTo>
                  <a:lnTo>
                    <a:pt x="791902" y="284537"/>
                  </a:lnTo>
                  <a:lnTo>
                    <a:pt x="829611" y="299030"/>
                  </a:lnTo>
                  <a:lnTo>
                    <a:pt x="867321" y="313583"/>
                  </a:lnTo>
                  <a:lnTo>
                    <a:pt x="905030" y="328193"/>
                  </a:lnTo>
                  <a:lnTo>
                    <a:pt x="942740" y="342856"/>
                  </a:lnTo>
                  <a:lnTo>
                    <a:pt x="980450" y="357569"/>
                  </a:lnTo>
                  <a:lnTo>
                    <a:pt x="1018159" y="372327"/>
                  </a:lnTo>
                  <a:lnTo>
                    <a:pt x="1055869" y="387127"/>
                  </a:lnTo>
                  <a:lnTo>
                    <a:pt x="1093579" y="401964"/>
                  </a:lnTo>
                  <a:lnTo>
                    <a:pt x="1131288" y="416834"/>
                  </a:lnTo>
                  <a:lnTo>
                    <a:pt x="1168998" y="431734"/>
                  </a:lnTo>
                  <a:lnTo>
                    <a:pt x="1206707" y="446659"/>
                  </a:lnTo>
                  <a:lnTo>
                    <a:pt x="1244417" y="461605"/>
                  </a:lnTo>
                  <a:lnTo>
                    <a:pt x="1282127" y="476567"/>
                  </a:lnTo>
                  <a:lnTo>
                    <a:pt x="1319836" y="491543"/>
                  </a:lnTo>
                  <a:lnTo>
                    <a:pt x="1357546" y="506527"/>
                  </a:lnTo>
                  <a:lnTo>
                    <a:pt x="1395256" y="521516"/>
                  </a:lnTo>
                  <a:lnTo>
                    <a:pt x="1432965" y="536504"/>
                  </a:lnTo>
                  <a:lnTo>
                    <a:pt x="1470675" y="551488"/>
                  </a:lnTo>
                  <a:lnTo>
                    <a:pt x="1508384" y="566465"/>
                  </a:lnTo>
                  <a:lnTo>
                    <a:pt x="1546094" y="581428"/>
                  </a:lnTo>
                  <a:lnTo>
                    <a:pt x="1583804" y="596375"/>
                  </a:lnTo>
                  <a:lnTo>
                    <a:pt x="1621513" y="611301"/>
                  </a:lnTo>
                  <a:lnTo>
                    <a:pt x="1659223" y="626202"/>
                  </a:lnTo>
                  <a:lnTo>
                    <a:pt x="1696933" y="641074"/>
                  </a:lnTo>
                  <a:lnTo>
                    <a:pt x="1734642" y="655913"/>
                  </a:lnTo>
                  <a:lnTo>
                    <a:pt x="1772352" y="670715"/>
                  </a:lnTo>
                  <a:lnTo>
                    <a:pt x="1810061" y="685475"/>
                  </a:lnTo>
                  <a:lnTo>
                    <a:pt x="1847771" y="700190"/>
                  </a:lnTo>
                  <a:lnTo>
                    <a:pt x="1885481" y="714856"/>
                  </a:lnTo>
                  <a:lnTo>
                    <a:pt x="1923190" y="729470"/>
                  </a:lnTo>
                  <a:lnTo>
                    <a:pt x="1960900" y="744026"/>
                  </a:lnTo>
                  <a:lnTo>
                    <a:pt x="1998610" y="758522"/>
                  </a:lnTo>
                  <a:lnTo>
                    <a:pt x="2036319" y="772954"/>
                  </a:lnTo>
                  <a:lnTo>
                    <a:pt x="2074029" y="787318"/>
                  </a:lnTo>
                  <a:lnTo>
                    <a:pt x="2111738" y="801610"/>
                  </a:lnTo>
                  <a:lnTo>
                    <a:pt x="2149448" y="815828"/>
                  </a:lnTo>
                  <a:lnTo>
                    <a:pt x="2187158" y="829968"/>
                  </a:lnTo>
                  <a:lnTo>
                    <a:pt x="2224867" y="844027"/>
                  </a:lnTo>
                  <a:lnTo>
                    <a:pt x="2262577" y="858001"/>
                  </a:lnTo>
                  <a:lnTo>
                    <a:pt x="2300287" y="871887"/>
                  </a:lnTo>
                  <a:lnTo>
                    <a:pt x="2337996" y="885682"/>
                  </a:lnTo>
                  <a:lnTo>
                    <a:pt x="2375706" y="899384"/>
                  </a:lnTo>
                  <a:lnTo>
                    <a:pt x="2413415" y="912989"/>
                  </a:lnTo>
                  <a:lnTo>
                    <a:pt x="2451125" y="926494"/>
                  </a:lnTo>
                  <a:lnTo>
                    <a:pt x="2488835" y="939898"/>
                  </a:lnTo>
                  <a:lnTo>
                    <a:pt x="2526544" y="953197"/>
                  </a:lnTo>
                  <a:lnTo>
                    <a:pt x="2564254" y="966389"/>
                  </a:lnTo>
                  <a:lnTo>
                    <a:pt x="2601963" y="979471"/>
                  </a:lnTo>
                  <a:lnTo>
                    <a:pt x="2639673" y="992442"/>
                  </a:lnTo>
                  <a:lnTo>
                    <a:pt x="2677383" y="1005299"/>
                  </a:lnTo>
                  <a:lnTo>
                    <a:pt x="2715092" y="1018040"/>
                  </a:lnTo>
                  <a:lnTo>
                    <a:pt x="2752802" y="1030663"/>
                  </a:lnTo>
                  <a:lnTo>
                    <a:pt x="2790512" y="1043166"/>
                  </a:lnTo>
                  <a:lnTo>
                    <a:pt x="2828221" y="1055547"/>
                  </a:lnTo>
                  <a:lnTo>
                    <a:pt x="2865931" y="1067806"/>
                  </a:lnTo>
                  <a:lnTo>
                    <a:pt x="2903640" y="1079939"/>
                  </a:lnTo>
                  <a:lnTo>
                    <a:pt x="2941350" y="1091946"/>
                  </a:lnTo>
                  <a:lnTo>
                    <a:pt x="2979060" y="1103826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1880088" y="2103205"/>
              <a:ext cx="3642671" cy="1603103"/>
            </a:xfrm>
            <a:custGeom>
              <a:avLst/>
              <a:pathLst>
                <a:path w="3642671" h="1603103">
                  <a:moveTo>
                    <a:pt x="0" y="0"/>
                  </a:moveTo>
                  <a:lnTo>
                    <a:pt x="46109" y="17649"/>
                  </a:lnTo>
                  <a:lnTo>
                    <a:pt x="92219" y="35660"/>
                  </a:lnTo>
                  <a:lnTo>
                    <a:pt x="138329" y="54028"/>
                  </a:lnTo>
                  <a:lnTo>
                    <a:pt x="184439" y="72751"/>
                  </a:lnTo>
                  <a:lnTo>
                    <a:pt x="230548" y="91824"/>
                  </a:lnTo>
                  <a:lnTo>
                    <a:pt x="276658" y="111242"/>
                  </a:lnTo>
                  <a:lnTo>
                    <a:pt x="322768" y="131001"/>
                  </a:lnTo>
                  <a:lnTo>
                    <a:pt x="368878" y="151093"/>
                  </a:lnTo>
                  <a:lnTo>
                    <a:pt x="414987" y="171512"/>
                  </a:lnTo>
                  <a:lnTo>
                    <a:pt x="461097" y="192250"/>
                  </a:lnTo>
                  <a:lnTo>
                    <a:pt x="507207" y="213299"/>
                  </a:lnTo>
                  <a:lnTo>
                    <a:pt x="553317" y="234650"/>
                  </a:lnTo>
                  <a:lnTo>
                    <a:pt x="599426" y="256293"/>
                  </a:lnTo>
                  <a:lnTo>
                    <a:pt x="645536" y="278217"/>
                  </a:lnTo>
                  <a:lnTo>
                    <a:pt x="691646" y="300411"/>
                  </a:lnTo>
                  <a:lnTo>
                    <a:pt x="737756" y="322863"/>
                  </a:lnTo>
                  <a:lnTo>
                    <a:pt x="783866" y="345560"/>
                  </a:lnTo>
                  <a:lnTo>
                    <a:pt x="829975" y="368490"/>
                  </a:lnTo>
                  <a:lnTo>
                    <a:pt x="876085" y="391638"/>
                  </a:lnTo>
                  <a:lnTo>
                    <a:pt x="922195" y="414989"/>
                  </a:lnTo>
                  <a:lnTo>
                    <a:pt x="968305" y="438530"/>
                  </a:lnTo>
                  <a:lnTo>
                    <a:pt x="1014414" y="462244"/>
                  </a:lnTo>
                  <a:lnTo>
                    <a:pt x="1060524" y="486114"/>
                  </a:lnTo>
                  <a:lnTo>
                    <a:pt x="1106634" y="510125"/>
                  </a:lnTo>
                  <a:lnTo>
                    <a:pt x="1152744" y="534260"/>
                  </a:lnTo>
                  <a:lnTo>
                    <a:pt x="1198853" y="558501"/>
                  </a:lnTo>
                  <a:lnTo>
                    <a:pt x="1244963" y="582831"/>
                  </a:lnTo>
                  <a:lnTo>
                    <a:pt x="1291073" y="607232"/>
                  </a:lnTo>
                  <a:lnTo>
                    <a:pt x="1337183" y="631685"/>
                  </a:lnTo>
                  <a:lnTo>
                    <a:pt x="1383292" y="656173"/>
                  </a:lnTo>
                  <a:lnTo>
                    <a:pt x="1429402" y="680677"/>
                  </a:lnTo>
                  <a:lnTo>
                    <a:pt x="1475512" y="705179"/>
                  </a:lnTo>
                  <a:lnTo>
                    <a:pt x="1521622" y="729660"/>
                  </a:lnTo>
                  <a:lnTo>
                    <a:pt x="1567732" y="754103"/>
                  </a:lnTo>
                  <a:lnTo>
                    <a:pt x="1613841" y="778488"/>
                  </a:lnTo>
                  <a:lnTo>
                    <a:pt x="1659951" y="802798"/>
                  </a:lnTo>
                  <a:lnTo>
                    <a:pt x="1706061" y="827014"/>
                  </a:lnTo>
                  <a:lnTo>
                    <a:pt x="1752171" y="851121"/>
                  </a:lnTo>
                  <a:lnTo>
                    <a:pt x="1798280" y="875099"/>
                  </a:lnTo>
                  <a:lnTo>
                    <a:pt x="1844390" y="898933"/>
                  </a:lnTo>
                  <a:lnTo>
                    <a:pt x="1890500" y="922606"/>
                  </a:lnTo>
                  <a:lnTo>
                    <a:pt x="1936610" y="946102"/>
                  </a:lnTo>
                  <a:lnTo>
                    <a:pt x="1982719" y="969406"/>
                  </a:lnTo>
                  <a:lnTo>
                    <a:pt x="2028829" y="992502"/>
                  </a:lnTo>
                  <a:lnTo>
                    <a:pt x="2074939" y="1015376"/>
                  </a:lnTo>
                  <a:lnTo>
                    <a:pt x="2121049" y="1038015"/>
                  </a:lnTo>
                  <a:lnTo>
                    <a:pt x="2167158" y="1060405"/>
                  </a:lnTo>
                  <a:lnTo>
                    <a:pt x="2213268" y="1082535"/>
                  </a:lnTo>
                  <a:lnTo>
                    <a:pt x="2259378" y="1104391"/>
                  </a:lnTo>
                  <a:lnTo>
                    <a:pt x="2305488" y="1125964"/>
                  </a:lnTo>
                  <a:lnTo>
                    <a:pt x="2351598" y="1147242"/>
                  </a:lnTo>
                  <a:lnTo>
                    <a:pt x="2397707" y="1168216"/>
                  </a:lnTo>
                  <a:lnTo>
                    <a:pt x="2443817" y="1188877"/>
                  </a:lnTo>
                  <a:lnTo>
                    <a:pt x="2489927" y="1209218"/>
                  </a:lnTo>
                  <a:lnTo>
                    <a:pt x="2536037" y="1229229"/>
                  </a:lnTo>
                  <a:lnTo>
                    <a:pt x="2582146" y="1248906"/>
                  </a:lnTo>
                  <a:lnTo>
                    <a:pt x="2628256" y="1268240"/>
                  </a:lnTo>
                  <a:lnTo>
                    <a:pt x="2674366" y="1287229"/>
                  </a:lnTo>
                  <a:lnTo>
                    <a:pt x="2720476" y="1305865"/>
                  </a:lnTo>
                  <a:lnTo>
                    <a:pt x="2766585" y="1324147"/>
                  </a:lnTo>
                  <a:lnTo>
                    <a:pt x="2812695" y="1342070"/>
                  </a:lnTo>
                  <a:lnTo>
                    <a:pt x="2858805" y="1359631"/>
                  </a:lnTo>
                  <a:lnTo>
                    <a:pt x="2904915" y="1376830"/>
                  </a:lnTo>
                  <a:lnTo>
                    <a:pt x="2951024" y="1393664"/>
                  </a:lnTo>
                  <a:lnTo>
                    <a:pt x="2997134" y="1410132"/>
                  </a:lnTo>
                  <a:lnTo>
                    <a:pt x="3043244" y="1426235"/>
                  </a:lnTo>
                  <a:lnTo>
                    <a:pt x="3089354" y="1441973"/>
                  </a:lnTo>
                  <a:lnTo>
                    <a:pt x="3135464" y="1457347"/>
                  </a:lnTo>
                  <a:lnTo>
                    <a:pt x="3181573" y="1472358"/>
                  </a:lnTo>
                  <a:lnTo>
                    <a:pt x="3227683" y="1487007"/>
                  </a:lnTo>
                  <a:lnTo>
                    <a:pt x="3273793" y="1501298"/>
                  </a:lnTo>
                  <a:lnTo>
                    <a:pt x="3319903" y="1515233"/>
                  </a:lnTo>
                  <a:lnTo>
                    <a:pt x="3366012" y="1528814"/>
                  </a:lnTo>
                  <a:lnTo>
                    <a:pt x="3412122" y="1542046"/>
                  </a:lnTo>
                  <a:lnTo>
                    <a:pt x="3458232" y="1554932"/>
                  </a:lnTo>
                  <a:lnTo>
                    <a:pt x="3504342" y="1567476"/>
                  </a:lnTo>
                  <a:lnTo>
                    <a:pt x="3550451" y="1579683"/>
                  </a:lnTo>
                  <a:lnTo>
                    <a:pt x="3596561" y="1591557"/>
                  </a:lnTo>
                  <a:lnTo>
                    <a:pt x="3642671" y="160310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tx415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1468060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2268600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3069141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869681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4670222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5470762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3240326" y="4372931"/>
              <a:ext cx="66559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427" name="tx427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9" name="pt429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tx431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434" name="pt434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tx450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455" name="tx455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456" name="tx456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457" name="tx457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458" name="tx458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59" name="tx459"/>
            <p:cNvSpPr/>
            <p:nvPr/>
          </p:nvSpPr>
          <p:spPr>
            <a:xfrm>
              <a:off x="1428519" y="1165040"/>
              <a:ext cx="797814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0905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01316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9357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38583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6292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55186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4744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3970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282866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3776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4062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55858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4062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2716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22665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98361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8616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52779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98803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8445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3081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52779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9283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19353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28913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34842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2988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34274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5795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28475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227534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231079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35888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217106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35888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34717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225892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340865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34717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34601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28913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22978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39790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341121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01210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4520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338997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228200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356337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29283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341950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298361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283751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34193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35344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340865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95421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78350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70334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06872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42237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198514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72090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95421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19890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71227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78350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34950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07400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70881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171373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170578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39689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22907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528215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543063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95118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00110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21137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195118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25498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71309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07956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46967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376801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43266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07667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71309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04435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05941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02329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08348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18881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38473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34950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70073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537612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21681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417974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72090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113801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18906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22472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354954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30011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30011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308519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32388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35632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35602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20375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304797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33253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34239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215001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215263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36847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314524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354954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33012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21519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21296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330493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37327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30934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35632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21346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311298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299410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21296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358442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21670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35548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34091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211803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340310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34573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213755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358442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302386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34160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32888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31405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35548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355237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299410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342723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207245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311648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21406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536808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169838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193176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0437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388573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02203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516856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00245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533504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187789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71548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521683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176058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183812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17346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00437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72466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530512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179252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04241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02609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91806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76540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173916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523791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22203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534578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83812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72062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185183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173107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17346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406233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535219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514629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90203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00111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01026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531090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93176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81889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65556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00903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90059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181284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15423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169838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184298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194987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94672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164085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16713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95908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82184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98835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496421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16713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80086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92360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97721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158287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60570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09002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93166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200359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98515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00840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164912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9072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73056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203314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10113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506873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9294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509924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158287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158388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193479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193469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12338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81866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90161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194147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193118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191957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86176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10622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167014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72646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70725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162066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167837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69147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158543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7746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194147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82408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49545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73238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65758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87043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160234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215747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67557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71653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53960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218712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174217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217785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163303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53170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47744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160946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161736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215851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22840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75686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217423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21709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76813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21731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41724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219355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56219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55574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2840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804342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171745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56255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217922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45735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82408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4936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84532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50335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55807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67557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71987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85455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71547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75728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21709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53168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6123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218028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21387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81225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21707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26337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19551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21928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21801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21505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438008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430078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230756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22079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93172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48150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80440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22039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223433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83316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83316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43626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207952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219629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95579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21925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1801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1986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05498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23291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425418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05498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428489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197856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481725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3371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82841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27131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8150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2783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0556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2250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4157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82057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1707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83341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41579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33069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17838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33301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3280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63296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77682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3384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5032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4401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3441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19114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81808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35693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32003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954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319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7939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789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8841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19114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9673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9834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62366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176763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17779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5693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17965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4417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8476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180193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4411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3862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17959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4175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060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48951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17933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177923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8841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8234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179919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3888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34915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030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388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179066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7768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0885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1828441" y="1516266"/>
              <a:ext cx="2672513" cy="2520726"/>
            </a:xfrm>
            <a:custGeom>
              <a:avLst/>
              <a:pathLst>
                <a:path w="2672513" h="2520726">
                  <a:moveTo>
                    <a:pt x="0" y="0"/>
                  </a:moveTo>
                  <a:lnTo>
                    <a:pt x="33829" y="0"/>
                  </a:lnTo>
                  <a:lnTo>
                    <a:pt x="67658" y="0"/>
                  </a:lnTo>
                  <a:lnTo>
                    <a:pt x="101487" y="0"/>
                  </a:lnTo>
                  <a:lnTo>
                    <a:pt x="135317" y="0"/>
                  </a:lnTo>
                  <a:lnTo>
                    <a:pt x="169146" y="0"/>
                  </a:lnTo>
                  <a:lnTo>
                    <a:pt x="202975" y="0"/>
                  </a:lnTo>
                  <a:lnTo>
                    <a:pt x="236805" y="0"/>
                  </a:lnTo>
                  <a:lnTo>
                    <a:pt x="270634" y="0"/>
                  </a:lnTo>
                  <a:lnTo>
                    <a:pt x="304463" y="0"/>
                  </a:lnTo>
                  <a:lnTo>
                    <a:pt x="338292" y="0"/>
                  </a:lnTo>
                  <a:lnTo>
                    <a:pt x="372122" y="0"/>
                  </a:lnTo>
                  <a:lnTo>
                    <a:pt x="405951" y="0"/>
                  </a:lnTo>
                  <a:lnTo>
                    <a:pt x="439780" y="0"/>
                  </a:lnTo>
                  <a:lnTo>
                    <a:pt x="473610" y="0"/>
                  </a:lnTo>
                  <a:lnTo>
                    <a:pt x="507439" y="0"/>
                  </a:lnTo>
                  <a:lnTo>
                    <a:pt x="541268" y="0"/>
                  </a:lnTo>
                  <a:lnTo>
                    <a:pt x="575097" y="0"/>
                  </a:lnTo>
                  <a:lnTo>
                    <a:pt x="608927" y="0"/>
                  </a:lnTo>
                  <a:lnTo>
                    <a:pt x="642756" y="0"/>
                  </a:lnTo>
                  <a:lnTo>
                    <a:pt x="676585" y="0"/>
                  </a:lnTo>
                  <a:lnTo>
                    <a:pt x="710415" y="0"/>
                  </a:lnTo>
                  <a:lnTo>
                    <a:pt x="744244" y="0"/>
                  </a:lnTo>
                  <a:lnTo>
                    <a:pt x="778073" y="0"/>
                  </a:lnTo>
                  <a:lnTo>
                    <a:pt x="811902" y="0"/>
                  </a:lnTo>
                  <a:lnTo>
                    <a:pt x="845732" y="0"/>
                  </a:lnTo>
                  <a:lnTo>
                    <a:pt x="879561" y="0"/>
                  </a:lnTo>
                  <a:lnTo>
                    <a:pt x="913390" y="0"/>
                  </a:lnTo>
                  <a:lnTo>
                    <a:pt x="947220" y="0"/>
                  </a:lnTo>
                  <a:lnTo>
                    <a:pt x="981049" y="0"/>
                  </a:lnTo>
                  <a:lnTo>
                    <a:pt x="1014878" y="1"/>
                  </a:lnTo>
                  <a:lnTo>
                    <a:pt x="1048707" y="2"/>
                  </a:lnTo>
                  <a:lnTo>
                    <a:pt x="1082537" y="3"/>
                  </a:lnTo>
                  <a:lnTo>
                    <a:pt x="1116366" y="4"/>
                  </a:lnTo>
                  <a:lnTo>
                    <a:pt x="1150195" y="7"/>
                  </a:lnTo>
                  <a:lnTo>
                    <a:pt x="1184025" y="11"/>
                  </a:lnTo>
                  <a:lnTo>
                    <a:pt x="1217854" y="17"/>
                  </a:lnTo>
                  <a:lnTo>
                    <a:pt x="1251683" y="25"/>
                  </a:lnTo>
                  <a:lnTo>
                    <a:pt x="1285512" y="38"/>
                  </a:lnTo>
                  <a:lnTo>
                    <a:pt x="1319342" y="58"/>
                  </a:lnTo>
                  <a:lnTo>
                    <a:pt x="1353171" y="87"/>
                  </a:lnTo>
                  <a:lnTo>
                    <a:pt x="1387000" y="131"/>
                  </a:lnTo>
                  <a:lnTo>
                    <a:pt x="1420830" y="198"/>
                  </a:lnTo>
                  <a:lnTo>
                    <a:pt x="1454659" y="298"/>
                  </a:lnTo>
                  <a:lnTo>
                    <a:pt x="1488488" y="449"/>
                  </a:lnTo>
                  <a:lnTo>
                    <a:pt x="1522317" y="676"/>
                  </a:lnTo>
                  <a:lnTo>
                    <a:pt x="1556147" y="1018"/>
                  </a:lnTo>
                  <a:lnTo>
                    <a:pt x="1589976" y="1533"/>
                  </a:lnTo>
                  <a:lnTo>
                    <a:pt x="1623805" y="2308"/>
                  </a:lnTo>
                  <a:lnTo>
                    <a:pt x="1657635" y="3474"/>
                  </a:lnTo>
                  <a:lnTo>
                    <a:pt x="1691464" y="5227"/>
                  </a:lnTo>
                  <a:lnTo>
                    <a:pt x="1725293" y="7862"/>
                  </a:lnTo>
                  <a:lnTo>
                    <a:pt x="1759122" y="11818"/>
                  </a:lnTo>
                  <a:lnTo>
                    <a:pt x="1792952" y="17752"/>
                  </a:lnTo>
                  <a:lnTo>
                    <a:pt x="1826781" y="26634"/>
                  </a:lnTo>
                  <a:lnTo>
                    <a:pt x="1860610" y="39889"/>
                  </a:lnTo>
                  <a:lnTo>
                    <a:pt x="1894440" y="59583"/>
                  </a:lnTo>
                  <a:lnTo>
                    <a:pt x="1928269" y="88655"/>
                  </a:lnTo>
                  <a:lnTo>
                    <a:pt x="1962098" y="131157"/>
                  </a:lnTo>
                  <a:lnTo>
                    <a:pt x="1995927" y="192428"/>
                  </a:lnTo>
                  <a:lnTo>
                    <a:pt x="2029757" y="278993"/>
                  </a:lnTo>
                  <a:lnTo>
                    <a:pt x="2063586" y="397870"/>
                  </a:lnTo>
                  <a:lnTo>
                    <a:pt x="2097415" y="554908"/>
                  </a:lnTo>
                  <a:lnTo>
                    <a:pt x="2131245" y="752058"/>
                  </a:lnTo>
                  <a:lnTo>
                    <a:pt x="2165074" y="984331"/>
                  </a:lnTo>
                  <a:lnTo>
                    <a:pt x="2198903" y="1238355"/>
                  </a:lnTo>
                  <a:lnTo>
                    <a:pt x="2232732" y="1494519"/>
                  </a:lnTo>
                  <a:lnTo>
                    <a:pt x="2266562" y="1732554"/>
                  </a:lnTo>
                  <a:lnTo>
                    <a:pt x="2300391" y="1937512"/>
                  </a:lnTo>
                  <a:lnTo>
                    <a:pt x="2334220" y="2102725"/>
                  </a:lnTo>
                  <a:lnTo>
                    <a:pt x="2368050" y="2228961"/>
                  </a:lnTo>
                  <a:lnTo>
                    <a:pt x="2401879" y="2321528"/>
                  </a:lnTo>
                  <a:lnTo>
                    <a:pt x="2435708" y="2387378"/>
                  </a:lnTo>
                  <a:lnTo>
                    <a:pt x="2469537" y="2433219"/>
                  </a:lnTo>
                  <a:lnTo>
                    <a:pt x="2503367" y="2464650"/>
                  </a:lnTo>
                  <a:lnTo>
                    <a:pt x="2537196" y="2485979"/>
                  </a:lnTo>
                  <a:lnTo>
                    <a:pt x="2571025" y="2500350"/>
                  </a:lnTo>
                  <a:lnTo>
                    <a:pt x="2604855" y="2509987"/>
                  </a:lnTo>
                  <a:lnTo>
                    <a:pt x="2638684" y="2516429"/>
                  </a:lnTo>
                  <a:lnTo>
                    <a:pt x="2672513" y="2520726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2015988" y="2306264"/>
              <a:ext cx="3000619" cy="1692853"/>
            </a:xfrm>
            <a:custGeom>
              <a:avLst/>
              <a:pathLst>
                <a:path w="3000619" h="1692853">
                  <a:moveTo>
                    <a:pt x="0" y="0"/>
                  </a:moveTo>
                  <a:lnTo>
                    <a:pt x="37982" y="33157"/>
                  </a:lnTo>
                  <a:lnTo>
                    <a:pt x="75965" y="67021"/>
                  </a:lnTo>
                  <a:lnTo>
                    <a:pt x="113947" y="101550"/>
                  </a:lnTo>
                  <a:lnTo>
                    <a:pt x="151930" y="136699"/>
                  </a:lnTo>
                  <a:lnTo>
                    <a:pt x="189912" y="172420"/>
                  </a:lnTo>
                  <a:lnTo>
                    <a:pt x="227895" y="208659"/>
                  </a:lnTo>
                  <a:lnTo>
                    <a:pt x="265877" y="245361"/>
                  </a:lnTo>
                  <a:lnTo>
                    <a:pt x="303860" y="282468"/>
                  </a:lnTo>
                  <a:lnTo>
                    <a:pt x="341842" y="319915"/>
                  </a:lnTo>
                  <a:lnTo>
                    <a:pt x="379825" y="357641"/>
                  </a:lnTo>
                  <a:lnTo>
                    <a:pt x="417807" y="395577"/>
                  </a:lnTo>
                  <a:lnTo>
                    <a:pt x="455790" y="433657"/>
                  </a:lnTo>
                  <a:lnTo>
                    <a:pt x="493772" y="471812"/>
                  </a:lnTo>
                  <a:lnTo>
                    <a:pt x="531755" y="509971"/>
                  </a:lnTo>
                  <a:lnTo>
                    <a:pt x="569737" y="548067"/>
                  </a:lnTo>
                  <a:lnTo>
                    <a:pt x="607720" y="586029"/>
                  </a:lnTo>
                  <a:lnTo>
                    <a:pt x="645703" y="623790"/>
                  </a:lnTo>
                  <a:lnTo>
                    <a:pt x="683685" y="661283"/>
                  </a:lnTo>
                  <a:lnTo>
                    <a:pt x="721668" y="698443"/>
                  </a:lnTo>
                  <a:lnTo>
                    <a:pt x="759650" y="735209"/>
                  </a:lnTo>
                  <a:lnTo>
                    <a:pt x="797633" y="771520"/>
                  </a:lnTo>
                  <a:lnTo>
                    <a:pt x="835615" y="807321"/>
                  </a:lnTo>
                  <a:lnTo>
                    <a:pt x="873598" y="842558"/>
                  </a:lnTo>
                  <a:lnTo>
                    <a:pt x="911580" y="877182"/>
                  </a:lnTo>
                  <a:lnTo>
                    <a:pt x="949563" y="911147"/>
                  </a:lnTo>
                  <a:lnTo>
                    <a:pt x="987545" y="944411"/>
                  </a:lnTo>
                  <a:lnTo>
                    <a:pt x="1025528" y="976938"/>
                  </a:lnTo>
                  <a:lnTo>
                    <a:pt x="1063510" y="1008695"/>
                  </a:lnTo>
                  <a:lnTo>
                    <a:pt x="1101493" y="1039653"/>
                  </a:lnTo>
                  <a:lnTo>
                    <a:pt x="1139475" y="1069787"/>
                  </a:lnTo>
                  <a:lnTo>
                    <a:pt x="1177458" y="1099078"/>
                  </a:lnTo>
                  <a:lnTo>
                    <a:pt x="1215440" y="1127508"/>
                  </a:lnTo>
                  <a:lnTo>
                    <a:pt x="1253423" y="1155067"/>
                  </a:lnTo>
                  <a:lnTo>
                    <a:pt x="1291406" y="1181744"/>
                  </a:lnTo>
                  <a:lnTo>
                    <a:pt x="1329388" y="1207537"/>
                  </a:lnTo>
                  <a:lnTo>
                    <a:pt x="1367371" y="1232443"/>
                  </a:lnTo>
                  <a:lnTo>
                    <a:pt x="1405353" y="1256465"/>
                  </a:lnTo>
                  <a:lnTo>
                    <a:pt x="1443336" y="1279606"/>
                  </a:lnTo>
                  <a:lnTo>
                    <a:pt x="1481318" y="1301876"/>
                  </a:lnTo>
                  <a:lnTo>
                    <a:pt x="1519301" y="1323283"/>
                  </a:lnTo>
                  <a:lnTo>
                    <a:pt x="1557283" y="1343841"/>
                  </a:lnTo>
                  <a:lnTo>
                    <a:pt x="1595266" y="1363564"/>
                  </a:lnTo>
                  <a:lnTo>
                    <a:pt x="1633248" y="1382467"/>
                  </a:lnTo>
                  <a:lnTo>
                    <a:pt x="1671231" y="1400569"/>
                  </a:lnTo>
                  <a:lnTo>
                    <a:pt x="1709213" y="1417888"/>
                  </a:lnTo>
                  <a:lnTo>
                    <a:pt x="1747196" y="1434445"/>
                  </a:lnTo>
                  <a:lnTo>
                    <a:pt x="1785178" y="1450261"/>
                  </a:lnTo>
                  <a:lnTo>
                    <a:pt x="1823161" y="1465357"/>
                  </a:lnTo>
                  <a:lnTo>
                    <a:pt x="1861143" y="1479755"/>
                  </a:lnTo>
                  <a:lnTo>
                    <a:pt x="1899126" y="1493480"/>
                  </a:lnTo>
                  <a:lnTo>
                    <a:pt x="1937109" y="1506553"/>
                  </a:lnTo>
                  <a:lnTo>
                    <a:pt x="1975091" y="1518998"/>
                  </a:lnTo>
                  <a:lnTo>
                    <a:pt x="2013074" y="1530837"/>
                  </a:lnTo>
                  <a:lnTo>
                    <a:pt x="2051056" y="1542095"/>
                  </a:lnTo>
                  <a:lnTo>
                    <a:pt x="2089039" y="1552793"/>
                  </a:lnTo>
                  <a:lnTo>
                    <a:pt x="2127021" y="1562955"/>
                  </a:lnTo>
                  <a:lnTo>
                    <a:pt x="2165004" y="1572603"/>
                  </a:lnTo>
                  <a:lnTo>
                    <a:pt x="2202986" y="1581758"/>
                  </a:lnTo>
                  <a:lnTo>
                    <a:pt x="2240969" y="1590441"/>
                  </a:lnTo>
                  <a:lnTo>
                    <a:pt x="2278951" y="1598675"/>
                  </a:lnTo>
                  <a:lnTo>
                    <a:pt x="2316934" y="1606478"/>
                  </a:lnTo>
                  <a:lnTo>
                    <a:pt x="2354916" y="1613871"/>
                  </a:lnTo>
                  <a:lnTo>
                    <a:pt x="2392899" y="1620873"/>
                  </a:lnTo>
                  <a:lnTo>
                    <a:pt x="2430881" y="1627501"/>
                  </a:lnTo>
                  <a:lnTo>
                    <a:pt x="2468864" y="1633775"/>
                  </a:lnTo>
                  <a:lnTo>
                    <a:pt x="2506846" y="1639712"/>
                  </a:lnTo>
                  <a:lnTo>
                    <a:pt x="2544829" y="1645327"/>
                  </a:lnTo>
                  <a:lnTo>
                    <a:pt x="2582812" y="1650637"/>
                  </a:lnTo>
                  <a:lnTo>
                    <a:pt x="2620794" y="1655657"/>
                  </a:lnTo>
                  <a:lnTo>
                    <a:pt x="2658777" y="1660402"/>
                  </a:lnTo>
                  <a:lnTo>
                    <a:pt x="2696759" y="1664886"/>
                  </a:lnTo>
                  <a:lnTo>
                    <a:pt x="2734742" y="1669123"/>
                  </a:lnTo>
                  <a:lnTo>
                    <a:pt x="2772724" y="1673124"/>
                  </a:lnTo>
                  <a:lnTo>
                    <a:pt x="2810707" y="1676903"/>
                  </a:lnTo>
                  <a:lnTo>
                    <a:pt x="2848689" y="1680471"/>
                  </a:lnTo>
                  <a:lnTo>
                    <a:pt x="2886672" y="1683840"/>
                  </a:lnTo>
                  <a:lnTo>
                    <a:pt x="2924654" y="1687020"/>
                  </a:lnTo>
                  <a:lnTo>
                    <a:pt x="2962637" y="1690021"/>
                  </a:lnTo>
                  <a:lnTo>
                    <a:pt x="3000619" y="1692853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2098346" y="2213963"/>
              <a:ext cx="1695171" cy="844292"/>
            </a:xfrm>
            <a:custGeom>
              <a:avLst/>
              <a:pathLst>
                <a:path w="1695171" h="844292">
                  <a:moveTo>
                    <a:pt x="0" y="0"/>
                  </a:moveTo>
                  <a:lnTo>
                    <a:pt x="21457" y="9060"/>
                  </a:lnTo>
                  <a:lnTo>
                    <a:pt x="42915" y="18191"/>
                  </a:lnTo>
                  <a:lnTo>
                    <a:pt x="64373" y="27394"/>
                  </a:lnTo>
                  <a:lnTo>
                    <a:pt x="85831" y="36667"/>
                  </a:lnTo>
                  <a:lnTo>
                    <a:pt x="107289" y="46010"/>
                  </a:lnTo>
                  <a:lnTo>
                    <a:pt x="128747" y="55422"/>
                  </a:lnTo>
                  <a:lnTo>
                    <a:pt x="150205" y="64902"/>
                  </a:lnTo>
                  <a:lnTo>
                    <a:pt x="171662" y="74450"/>
                  </a:lnTo>
                  <a:lnTo>
                    <a:pt x="193120" y="84064"/>
                  </a:lnTo>
                  <a:lnTo>
                    <a:pt x="214578" y="93744"/>
                  </a:lnTo>
                  <a:lnTo>
                    <a:pt x="236036" y="103489"/>
                  </a:lnTo>
                  <a:lnTo>
                    <a:pt x="257494" y="113298"/>
                  </a:lnTo>
                  <a:lnTo>
                    <a:pt x="278952" y="123170"/>
                  </a:lnTo>
                  <a:lnTo>
                    <a:pt x="300410" y="133104"/>
                  </a:lnTo>
                  <a:lnTo>
                    <a:pt x="321868" y="143099"/>
                  </a:lnTo>
                  <a:lnTo>
                    <a:pt x="343325" y="153154"/>
                  </a:lnTo>
                  <a:lnTo>
                    <a:pt x="364783" y="163268"/>
                  </a:lnTo>
                  <a:lnTo>
                    <a:pt x="386241" y="173440"/>
                  </a:lnTo>
                  <a:lnTo>
                    <a:pt x="407699" y="183669"/>
                  </a:lnTo>
                  <a:lnTo>
                    <a:pt x="429157" y="193953"/>
                  </a:lnTo>
                  <a:lnTo>
                    <a:pt x="450615" y="204291"/>
                  </a:lnTo>
                  <a:lnTo>
                    <a:pt x="472073" y="214683"/>
                  </a:lnTo>
                  <a:lnTo>
                    <a:pt x="493531" y="225126"/>
                  </a:lnTo>
                  <a:lnTo>
                    <a:pt x="514988" y="235620"/>
                  </a:lnTo>
                  <a:lnTo>
                    <a:pt x="536446" y="246163"/>
                  </a:lnTo>
                  <a:lnTo>
                    <a:pt x="557904" y="256754"/>
                  </a:lnTo>
                  <a:lnTo>
                    <a:pt x="579362" y="267391"/>
                  </a:lnTo>
                  <a:lnTo>
                    <a:pt x="600820" y="278074"/>
                  </a:lnTo>
                  <a:lnTo>
                    <a:pt x="622278" y="288800"/>
                  </a:lnTo>
                  <a:lnTo>
                    <a:pt x="643736" y="299568"/>
                  </a:lnTo>
                  <a:lnTo>
                    <a:pt x="665194" y="310377"/>
                  </a:lnTo>
                  <a:lnTo>
                    <a:pt x="686651" y="321226"/>
                  </a:lnTo>
                  <a:lnTo>
                    <a:pt x="708109" y="332112"/>
                  </a:lnTo>
                  <a:lnTo>
                    <a:pt x="729567" y="343034"/>
                  </a:lnTo>
                  <a:lnTo>
                    <a:pt x="751025" y="353991"/>
                  </a:lnTo>
                  <a:lnTo>
                    <a:pt x="772483" y="364981"/>
                  </a:lnTo>
                  <a:lnTo>
                    <a:pt x="793941" y="376002"/>
                  </a:lnTo>
                  <a:lnTo>
                    <a:pt x="815399" y="387053"/>
                  </a:lnTo>
                  <a:lnTo>
                    <a:pt x="836856" y="398132"/>
                  </a:lnTo>
                  <a:lnTo>
                    <a:pt x="858314" y="409238"/>
                  </a:lnTo>
                  <a:lnTo>
                    <a:pt x="879772" y="420368"/>
                  </a:lnTo>
                  <a:lnTo>
                    <a:pt x="901230" y="431521"/>
                  </a:lnTo>
                  <a:lnTo>
                    <a:pt x="922688" y="442696"/>
                  </a:lnTo>
                  <a:lnTo>
                    <a:pt x="944146" y="453890"/>
                  </a:lnTo>
                  <a:lnTo>
                    <a:pt x="965604" y="465103"/>
                  </a:lnTo>
                  <a:lnTo>
                    <a:pt x="987062" y="476331"/>
                  </a:lnTo>
                  <a:lnTo>
                    <a:pt x="1008519" y="487574"/>
                  </a:lnTo>
                  <a:lnTo>
                    <a:pt x="1029977" y="498829"/>
                  </a:lnTo>
                  <a:lnTo>
                    <a:pt x="1051435" y="510095"/>
                  </a:lnTo>
                  <a:lnTo>
                    <a:pt x="1072893" y="521371"/>
                  </a:lnTo>
                  <a:lnTo>
                    <a:pt x="1094351" y="532653"/>
                  </a:lnTo>
                  <a:lnTo>
                    <a:pt x="1115809" y="543941"/>
                  </a:lnTo>
                  <a:lnTo>
                    <a:pt x="1137267" y="555233"/>
                  </a:lnTo>
                  <a:lnTo>
                    <a:pt x="1158725" y="566526"/>
                  </a:lnTo>
                  <a:lnTo>
                    <a:pt x="1180182" y="577820"/>
                  </a:lnTo>
                  <a:lnTo>
                    <a:pt x="1201640" y="589112"/>
                  </a:lnTo>
                  <a:lnTo>
                    <a:pt x="1223098" y="600400"/>
                  </a:lnTo>
                  <a:lnTo>
                    <a:pt x="1244556" y="611683"/>
                  </a:lnTo>
                  <a:lnTo>
                    <a:pt x="1266014" y="622959"/>
                  </a:lnTo>
                  <a:lnTo>
                    <a:pt x="1287472" y="634226"/>
                  </a:lnTo>
                  <a:lnTo>
                    <a:pt x="1308930" y="645482"/>
                  </a:lnTo>
                  <a:lnTo>
                    <a:pt x="1330388" y="656725"/>
                  </a:lnTo>
                  <a:lnTo>
                    <a:pt x="1351845" y="667955"/>
                  </a:lnTo>
                  <a:lnTo>
                    <a:pt x="1373303" y="679168"/>
                  </a:lnTo>
                  <a:lnTo>
                    <a:pt x="1394761" y="690364"/>
                  </a:lnTo>
                  <a:lnTo>
                    <a:pt x="1416219" y="701540"/>
                  </a:lnTo>
                  <a:lnTo>
                    <a:pt x="1437677" y="712695"/>
                  </a:lnTo>
                  <a:lnTo>
                    <a:pt x="1459135" y="723827"/>
                  </a:lnTo>
                  <a:lnTo>
                    <a:pt x="1480593" y="734935"/>
                  </a:lnTo>
                  <a:lnTo>
                    <a:pt x="1502051" y="746016"/>
                  </a:lnTo>
                  <a:lnTo>
                    <a:pt x="1523508" y="757069"/>
                  </a:lnTo>
                  <a:lnTo>
                    <a:pt x="1544966" y="768092"/>
                  </a:lnTo>
                  <a:lnTo>
                    <a:pt x="1566424" y="779085"/>
                  </a:lnTo>
                  <a:lnTo>
                    <a:pt x="1587882" y="790044"/>
                  </a:lnTo>
                  <a:lnTo>
                    <a:pt x="1609340" y="800969"/>
                  </a:lnTo>
                  <a:lnTo>
                    <a:pt x="1630798" y="811857"/>
                  </a:lnTo>
                  <a:lnTo>
                    <a:pt x="1652256" y="822709"/>
                  </a:lnTo>
                  <a:lnTo>
                    <a:pt x="1673713" y="833521"/>
                  </a:lnTo>
                  <a:lnTo>
                    <a:pt x="1695171" y="844292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2231872" y="2665158"/>
              <a:ext cx="1417776" cy="17080"/>
            </a:xfrm>
            <a:custGeom>
              <a:avLst/>
              <a:pathLst>
                <a:path w="1417776" h="17080">
                  <a:moveTo>
                    <a:pt x="0" y="0"/>
                  </a:moveTo>
                  <a:lnTo>
                    <a:pt x="17946" y="215"/>
                  </a:lnTo>
                  <a:lnTo>
                    <a:pt x="35893" y="431"/>
                  </a:lnTo>
                  <a:lnTo>
                    <a:pt x="53839" y="647"/>
                  </a:lnTo>
                  <a:lnTo>
                    <a:pt x="71786" y="863"/>
                  </a:lnTo>
                  <a:lnTo>
                    <a:pt x="89732" y="1079"/>
                  </a:lnTo>
                  <a:lnTo>
                    <a:pt x="107679" y="1295"/>
                  </a:lnTo>
                  <a:lnTo>
                    <a:pt x="125625" y="1511"/>
                  </a:lnTo>
                  <a:lnTo>
                    <a:pt x="143572" y="1727"/>
                  </a:lnTo>
                  <a:lnTo>
                    <a:pt x="161518" y="1943"/>
                  </a:lnTo>
                  <a:lnTo>
                    <a:pt x="179465" y="2159"/>
                  </a:lnTo>
                  <a:lnTo>
                    <a:pt x="197411" y="2375"/>
                  </a:lnTo>
                  <a:lnTo>
                    <a:pt x="215358" y="2591"/>
                  </a:lnTo>
                  <a:lnTo>
                    <a:pt x="233304" y="2807"/>
                  </a:lnTo>
                  <a:lnTo>
                    <a:pt x="251251" y="3023"/>
                  </a:lnTo>
                  <a:lnTo>
                    <a:pt x="269198" y="3239"/>
                  </a:lnTo>
                  <a:lnTo>
                    <a:pt x="287144" y="3456"/>
                  </a:lnTo>
                  <a:lnTo>
                    <a:pt x="305091" y="3672"/>
                  </a:lnTo>
                  <a:lnTo>
                    <a:pt x="323037" y="3888"/>
                  </a:lnTo>
                  <a:lnTo>
                    <a:pt x="340984" y="4104"/>
                  </a:lnTo>
                  <a:lnTo>
                    <a:pt x="358930" y="4320"/>
                  </a:lnTo>
                  <a:lnTo>
                    <a:pt x="376877" y="4536"/>
                  </a:lnTo>
                  <a:lnTo>
                    <a:pt x="394823" y="4752"/>
                  </a:lnTo>
                  <a:lnTo>
                    <a:pt x="412770" y="4968"/>
                  </a:lnTo>
                  <a:lnTo>
                    <a:pt x="430716" y="5184"/>
                  </a:lnTo>
                  <a:lnTo>
                    <a:pt x="448663" y="5400"/>
                  </a:lnTo>
                  <a:lnTo>
                    <a:pt x="466609" y="5616"/>
                  </a:lnTo>
                  <a:lnTo>
                    <a:pt x="484556" y="5833"/>
                  </a:lnTo>
                  <a:lnTo>
                    <a:pt x="502503" y="6049"/>
                  </a:lnTo>
                  <a:lnTo>
                    <a:pt x="520449" y="6265"/>
                  </a:lnTo>
                  <a:lnTo>
                    <a:pt x="538396" y="6481"/>
                  </a:lnTo>
                  <a:lnTo>
                    <a:pt x="556342" y="6697"/>
                  </a:lnTo>
                  <a:lnTo>
                    <a:pt x="574289" y="6913"/>
                  </a:lnTo>
                  <a:lnTo>
                    <a:pt x="592235" y="7129"/>
                  </a:lnTo>
                  <a:lnTo>
                    <a:pt x="610182" y="7346"/>
                  </a:lnTo>
                  <a:lnTo>
                    <a:pt x="628128" y="7562"/>
                  </a:lnTo>
                  <a:lnTo>
                    <a:pt x="646075" y="7778"/>
                  </a:lnTo>
                  <a:lnTo>
                    <a:pt x="664021" y="7994"/>
                  </a:lnTo>
                  <a:lnTo>
                    <a:pt x="681968" y="8210"/>
                  </a:lnTo>
                  <a:lnTo>
                    <a:pt x="699914" y="8427"/>
                  </a:lnTo>
                  <a:lnTo>
                    <a:pt x="717861" y="8643"/>
                  </a:lnTo>
                  <a:lnTo>
                    <a:pt x="735808" y="8859"/>
                  </a:lnTo>
                  <a:lnTo>
                    <a:pt x="753754" y="9075"/>
                  </a:lnTo>
                  <a:lnTo>
                    <a:pt x="771701" y="9291"/>
                  </a:lnTo>
                  <a:lnTo>
                    <a:pt x="789647" y="9508"/>
                  </a:lnTo>
                  <a:lnTo>
                    <a:pt x="807594" y="9724"/>
                  </a:lnTo>
                  <a:lnTo>
                    <a:pt x="825540" y="9940"/>
                  </a:lnTo>
                  <a:lnTo>
                    <a:pt x="843487" y="10156"/>
                  </a:lnTo>
                  <a:lnTo>
                    <a:pt x="861433" y="10373"/>
                  </a:lnTo>
                  <a:lnTo>
                    <a:pt x="879380" y="10589"/>
                  </a:lnTo>
                  <a:lnTo>
                    <a:pt x="897326" y="10805"/>
                  </a:lnTo>
                  <a:lnTo>
                    <a:pt x="915273" y="11021"/>
                  </a:lnTo>
                  <a:lnTo>
                    <a:pt x="933219" y="11238"/>
                  </a:lnTo>
                  <a:lnTo>
                    <a:pt x="951166" y="11454"/>
                  </a:lnTo>
                  <a:lnTo>
                    <a:pt x="969113" y="11670"/>
                  </a:lnTo>
                  <a:lnTo>
                    <a:pt x="987059" y="11887"/>
                  </a:lnTo>
                  <a:lnTo>
                    <a:pt x="1005006" y="12103"/>
                  </a:lnTo>
                  <a:lnTo>
                    <a:pt x="1022952" y="12319"/>
                  </a:lnTo>
                  <a:lnTo>
                    <a:pt x="1040899" y="12536"/>
                  </a:lnTo>
                  <a:lnTo>
                    <a:pt x="1058845" y="12752"/>
                  </a:lnTo>
                  <a:lnTo>
                    <a:pt x="1076792" y="12968"/>
                  </a:lnTo>
                  <a:lnTo>
                    <a:pt x="1094738" y="13185"/>
                  </a:lnTo>
                  <a:lnTo>
                    <a:pt x="1112685" y="13401"/>
                  </a:lnTo>
                  <a:lnTo>
                    <a:pt x="1130631" y="13617"/>
                  </a:lnTo>
                  <a:lnTo>
                    <a:pt x="1148578" y="13834"/>
                  </a:lnTo>
                  <a:lnTo>
                    <a:pt x="1166524" y="14050"/>
                  </a:lnTo>
                  <a:lnTo>
                    <a:pt x="1184471" y="14266"/>
                  </a:lnTo>
                  <a:lnTo>
                    <a:pt x="1202418" y="14483"/>
                  </a:lnTo>
                  <a:lnTo>
                    <a:pt x="1220364" y="14699"/>
                  </a:lnTo>
                  <a:lnTo>
                    <a:pt x="1238311" y="14915"/>
                  </a:lnTo>
                  <a:lnTo>
                    <a:pt x="1256257" y="15132"/>
                  </a:lnTo>
                  <a:lnTo>
                    <a:pt x="1274204" y="15348"/>
                  </a:lnTo>
                  <a:lnTo>
                    <a:pt x="1292150" y="15565"/>
                  </a:lnTo>
                  <a:lnTo>
                    <a:pt x="1310097" y="15781"/>
                  </a:lnTo>
                  <a:lnTo>
                    <a:pt x="1328043" y="15997"/>
                  </a:lnTo>
                  <a:lnTo>
                    <a:pt x="1345990" y="16214"/>
                  </a:lnTo>
                  <a:lnTo>
                    <a:pt x="1363936" y="16430"/>
                  </a:lnTo>
                  <a:lnTo>
                    <a:pt x="1381883" y="16647"/>
                  </a:lnTo>
                  <a:lnTo>
                    <a:pt x="1399829" y="16863"/>
                  </a:lnTo>
                  <a:lnTo>
                    <a:pt x="1417776" y="1708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1623483" y="1790228"/>
              <a:ext cx="3292102" cy="2015839"/>
            </a:xfrm>
            <a:custGeom>
              <a:avLst/>
              <a:pathLst>
                <a:path w="3292102" h="2015839">
                  <a:moveTo>
                    <a:pt x="0" y="2015839"/>
                  </a:moveTo>
                  <a:lnTo>
                    <a:pt x="41672" y="2003587"/>
                  </a:lnTo>
                  <a:lnTo>
                    <a:pt x="83344" y="1990780"/>
                  </a:lnTo>
                  <a:lnTo>
                    <a:pt x="125016" y="1977401"/>
                  </a:lnTo>
                  <a:lnTo>
                    <a:pt x="166688" y="1963433"/>
                  </a:lnTo>
                  <a:lnTo>
                    <a:pt x="208360" y="1948858"/>
                  </a:lnTo>
                  <a:lnTo>
                    <a:pt x="250033" y="1933660"/>
                  </a:lnTo>
                  <a:lnTo>
                    <a:pt x="291705" y="1917823"/>
                  </a:lnTo>
                  <a:lnTo>
                    <a:pt x="333377" y="1901331"/>
                  </a:lnTo>
                  <a:lnTo>
                    <a:pt x="375049" y="1884170"/>
                  </a:lnTo>
                  <a:lnTo>
                    <a:pt x="416721" y="1866325"/>
                  </a:lnTo>
                  <a:lnTo>
                    <a:pt x="458394" y="1847784"/>
                  </a:lnTo>
                  <a:lnTo>
                    <a:pt x="500066" y="1828536"/>
                  </a:lnTo>
                  <a:lnTo>
                    <a:pt x="541738" y="1808570"/>
                  </a:lnTo>
                  <a:lnTo>
                    <a:pt x="583410" y="1787878"/>
                  </a:lnTo>
                  <a:lnTo>
                    <a:pt x="625082" y="1766452"/>
                  </a:lnTo>
                  <a:lnTo>
                    <a:pt x="666755" y="1744288"/>
                  </a:lnTo>
                  <a:lnTo>
                    <a:pt x="708427" y="1721382"/>
                  </a:lnTo>
                  <a:lnTo>
                    <a:pt x="750099" y="1697732"/>
                  </a:lnTo>
                  <a:lnTo>
                    <a:pt x="791771" y="1673340"/>
                  </a:lnTo>
                  <a:lnTo>
                    <a:pt x="833443" y="1648210"/>
                  </a:lnTo>
                  <a:lnTo>
                    <a:pt x="875115" y="1622348"/>
                  </a:lnTo>
                  <a:lnTo>
                    <a:pt x="916788" y="1595762"/>
                  </a:lnTo>
                  <a:lnTo>
                    <a:pt x="958460" y="1568464"/>
                  </a:lnTo>
                  <a:lnTo>
                    <a:pt x="1000132" y="1540467"/>
                  </a:lnTo>
                  <a:lnTo>
                    <a:pt x="1041804" y="1511790"/>
                  </a:lnTo>
                  <a:lnTo>
                    <a:pt x="1083476" y="1482453"/>
                  </a:lnTo>
                  <a:lnTo>
                    <a:pt x="1125149" y="1452479"/>
                  </a:lnTo>
                  <a:lnTo>
                    <a:pt x="1166821" y="1421893"/>
                  </a:lnTo>
                  <a:lnTo>
                    <a:pt x="1208493" y="1390726"/>
                  </a:lnTo>
                  <a:lnTo>
                    <a:pt x="1250165" y="1359009"/>
                  </a:lnTo>
                  <a:lnTo>
                    <a:pt x="1291837" y="1326778"/>
                  </a:lnTo>
                  <a:lnTo>
                    <a:pt x="1333510" y="1294070"/>
                  </a:lnTo>
                  <a:lnTo>
                    <a:pt x="1375182" y="1260926"/>
                  </a:lnTo>
                  <a:lnTo>
                    <a:pt x="1416854" y="1227388"/>
                  </a:lnTo>
                  <a:lnTo>
                    <a:pt x="1458526" y="1193501"/>
                  </a:lnTo>
                  <a:lnTo>
                    <a:pt x="1500198" y="1159313"/>
                  </a:lnTo>
                  <a:lnTo>
                    <a:pt x="1541871" y="1124872"/>
                  </a:lnTo>
                  <a:lnTo>
                    <a:pt x="1583543" y="1090228"/>
                  </a:lnTo>
                  <a:lnTo>
                    <a:pt x="1625215" y="1055434"/>
                  </a:lnTo>
                  <a:lnTo>
                    <a:pt x="1666887" y="1020540"/>
                  </a:lnTo>
                  <a:lnTo>
                    <a:pt x="1708559" y="985601"/>
                  </a:lnTo>
                  <a:lnTo>
                    <a:pt x="1750231" y="950670"/>
                  </a:lnTo>
                  <a:lnTo>
                    <a:pt x="1791904" y="915800"/>
                  </a:lnTo>
                  <a:lnTo>
                    <a:pt x="1833576" y="881044"/>
                  </a:lnTo>
                  <a:lnTo>
                    <a:pt x="1875248" y="846454"/>
                  </a:lnTo>
                  <a:lnTo>
                    <a:pt x="1916920" y="812081"/>
                  </a:lnTo>
                  <a:lnTo>
                    <a:pt x="1958592" y="777975"/>
                  </a:lnTo>
                  <a:lnTo>
                    <a:pt x="2000265" y="744185"/>
                  </a:lnTo>
                  <a:lnTo>
                    <a:pt x="2041937" y="710757"/>
                  </a:lnTo>
                  <a:lnTo>
                    <a:pt x="2083609" y="677735"/>
                  </a:lnTo>
                  <a:lnTo>
                    <a:pt x="2125281" y="645161"/>
                  </a:lnTo>
                  <a:lnTo>
                    <a:pt x="2166953" y="613075"/>
                  </a:lnTo>
                  <a:lnTo>
                    <a:pt x="2208626" y="581515"/>
                  </a:lnTo>
                  <a:lnTo>
                    <a:pt x="2250298" y="550513"/>
                  </a:lnTo>
                  <a:lnTo>
                    <a:pt x="2291970" y="520102"/>
                  </a:lnTo>
                  <a:lnTo>
                    <a:pt x="2333642" y="490310"/>
                  </a:lnTo>
                  <a:lnTo>
                    <a:pt x="2375314" y="461162"/>
                  </a:lnTo>
                  <a:lnTo>
                    <a:pt x="2416986" y="432681"/>
                  </a:lnTo>
                  <a:lnTo>
                    <a:pt x="2458659" y="404885"/>
                  </a:lnTo>
                  <a:lnTo>
                    <a:pt x="2500331" y="377792"/>
                  </a:lnTo>
                  <a:lnTo>
                    <a:pt x="2542003" y="351415"/>
                  </a:lnTo>
                  <a:lnTo>
                    <a:pt x="2583675" y="325764"/>
                  </a:lnTo>
                  <a:lnTo>
                    <a:pt x="2625347" y="300848"/>
                  </a:lnTo>
                  <a:lnTo>
                    <a:pt x="2667020" y="276672"/>
                  </a:lnTo>
                  <a:lnTo>
                    <a:pt x="2708692" y="253238"/>
                  </a:lnTo>
                  <a:lnTo>
                    <a:pt x="2750364" y="230547"/>
                  </a:lnTo>
                  <a:lnTo>
                    <a:pt x="2792036" y="208597"/>
                  </a:lnTo>
                  <a:lnTo>
                    <a:pt x="2833708" y="187385"/>
                  </a:lnTo>
                  <a:lnTo>
                    <a:pt x="2875381" y="166904"/>
                  </a:lnTo>
                  <a:lnTo>
                    <a:pt x="2917053" y="147148"/>
                  </a:lnTo>
                  <a:lnTo>
                    <a:pt x="2958725" y="128106"/>
                  </a:lnTo>
                  <a:lnTo>
                    <a:pt x="3000397" y="109769"/>
                  </a:lnTo>
                  <a:lnTo>
                    <a:pt x="3042069" y="92123"/>
                  </a:lnTo>
                  <a:lnTo>
                    <a:pt x="3083742" y="75158"/>
                  </a:lnTo>
                  <a:lnTo>
                    <a:pt x="3125414" y="58857"/>
                  </a:lnTo>
                  <a:lnTo>
                    <a:pt x="3167086" y="43207"/>
                  </a:lnTo>
                  <a:lnTo>
                    <a:pt x="3208758" y="28192"/>
                  </a:lnTo>
                  <a:lnTo>
                    <a:pt x="3250430" y="13795"/>
                  </a:lnTo>
                  <a:lnTo>
                    <a:pt x="3292102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1628029" y="1679510"/>
              <a:ext cx="3540510" cy="1417596"/>
            </a:xfrm>
            <a:custGeom>
              <a:avLst/>
              <a:pathLst>
                <a:path w="3540510" h="1417596">
                  <a:moveTo>
                    <a:pt x="0" y="1417596"/>
                  </a:moveTo>
                  <a:lnTo>
                    <a:pt x="44816" y="1393582"/>
                  </a:lnTo>
                  <a:lnTo>
                    <a:pt x="89633" y="1369343"/>
                  </a:lnTo>
                  <a:lnTo>
                    <a:pt x="134449" y="1344897"/>
                  </a:lnTo>
                  <a:lnTo>
                    <a:pt x="179266" y="1320260"/>
                  </a:lnTo>
                  <a:lnTo>
                    <a:pt x="224082" y="1295450"/>
                  </a:lnTo>
                  <a:lnTo>
                    <a:pt x="268899" y="1270487"/>
                  </a:lnTo>
                  <a:lnTo>
                    <a:pt x="313716" y="1245388"/>
                  </a:lnTo>
                  <a:lnTo>
                    <a:pt x="358532" y="1220175"/>
                  </a:lnTo>
                  <a:lnTo>
                    <a:pt x="403349" y="1194865"/>
                  </a:lnTo>
                  <a:lnTo>
                    <a:pt x="448165" y="1169480"/>
                  </a:lnTo>
                  <a:lnTo>
                    <a:pt x="492982" y="1144040"/>
                  </a:lnTo>
                  <a:lnTo>
                    <a:pt x="537799" y="1118566"/>
                  </a:lnTo>
                  <a:lnTo>
                    <a:pt x="582615" y="1093077"/>
                  </a:lnTo>
                  <a:lnTo>
                    <a:pt x="627432" y="1067595"/>
                  </a:lnTo>
                  <a:lnTo>
                    <a:pt x="672248" y="1042141"/>
                  </a:lnTo>
                  <a:lnTo>
                    <a:pt x="717065" y="1016734"/>
                  </a:lnTo>
                  <a:lnTo>
                    <a:pt x="761882" y="991396"/>
                  </a:lnTo>
                  <a:lnTo>
                    <a:pt x="806698" y="966147"/>
                  </a:lnTo>
                  <a:lnTo>
                    <a:pt x="851515" y="941006"/>
                  </a:lnTo>
                  <a:lnTo>
                    <a:pt x="896331" y="915994"/>
                  </a:lnTo>
                  <a:lnTo>
                    <a:pt x="941148" y="891129"/>
                  </a:lnTo>
                  <a:lnTo>
                    <a:pt x="985964" y="866430"/>
                  </a:lnTo>
                  <a:lnTo>
                    <a:pt x="1030781" y="841915"/>
                  </a:lnTo>
                  <a:lnTo>
                    <a:pt x="1075598" y="817602"/>
                  </a:lnTo>
                  <a:lnTo>
                    <a:pt x="1120414" y="793508"/>
                  </a:lnTo>
                  <a:lnTo>
                    <a:pt x="1165231" y="769649"/>
                  </a:lnTo>
                  <a:lnTo>
                    <a:pt x="1210047" y="746041"/>
                  </a:lnTo>
                  <a:lnTo>
                    <a:pt x="1254864" y="722700"/>
                  </a:lnTo>
                  <a:lnTo>
                    <a:pt x="1299681" y="699638"/>
                  </a:lnTo>
                  <a:lnTo>
                    <a:pt x="1344497" y="676869"/>
                  </a:lnTo>
                  <a:lnTo>
                    <a:pt x="1389314" y="654407"/>
                  </a:lnTo>
                  <a:lnTo>
                    <a:pt x="1434130" y="632262"/>
                  </a:lnTo>
                  <a:lnTo>
                    <a:pt x="1478947" y="610446"/>
                  </a:lnTo>
                  <a:lnTo>
                    <a:pt x="1523764" y="588969"/>
                  </a:lnTo>
                  <a:lnTo>
                    <a:pt x="1568580" y="567839"/>
                  </a:lnTo>
                  <a:lnTo>
                    <a:pt x="1613397" y="547066"/>
                  </a:lnTo>
                  <a:lnTo>
                    <a:pt x="1658213" y="526657"/>
                  </a:lnTo>
                  <a:lnTo>
                    <a:pt x="1703030" y="506618"/>
                  </a:lnTo>
                  <a:lnTo>
                    <a:pt x="1747846" y="486955"/>
                  </a:lnTo>
                  <a:lnTo>
                    <a:pt x="1792663" y="467674"/>
                  </a:lnTo>
                  <a:lnTo>
                    <a:pt x="1837480" y="448778"/>
                  </a:lnTo>
                  <a:lnTo>
                    <a:pt x="1882296" y="430272"/>
                  </a:lnTo>
                  <a:lnTo>
                    <a:pt x="1927113" y="412157"/>
                  </a:lnTo>
                  <a:lnTo>
                    <a:pt x="1971929" y="394435"/>
                  </a:lnTo>
                  <a:lnTo>
                    <a:pt x="2016746" y="377108"/>
                  </a:lnTo>
                  <a:lnTo>
                    <a:pt x="2061563" y="360177"/>
                  </a:lnTo>
                  <a:lnTo>
                    <a:pt x="2106379" y="343641"/>
                  </a:lnTo>
                  <a:lnTo>
                    <a:pt x="2151196" y="327500"/>
                  </a:lnTo>
                  <a:lnTo>
                    <a:pt x="2196012" y="311752"/>
                  </a:lnTo>
                  <a:lnTo>
                    <a:pt x="2240829" y="296396"/>
                  </a:lnTo>
                  <a:lnTo>
                    <a:pt x="2285646" y="281428"/>
                  </a:lnTo>
                  <a:lnTo>
                    <a:pt x="2330462" y="266846"/>
                  </a:lnTo>
                  <a:lnTo>
                    <a:pt x="2375279" y="252648"/>
                  </a:lnTo>
                  <a:lnTo>
                    <a:pt x="2420095" y="238828"/>
                  </a:lnTo>
                  <a:lnTo>
                    <a:pt x="2464912" y="225383"/>
                  </a:lnTo>
                  <a:lnTo>
                    <a:pt x="2509729" y="212308"/>
                  </a:lnTo>
                  <a:lnTo>
                    <a:pt x="2554545" y="199599"/>
                  </a:lnTo>
                  <a:lnTo>
                    <a:pt x="2599362" y="187249"/>
                  </a:lnTo>
                  <a:lnTo>
                    <a:pt x="2644178" y="175255"/>
                  </a:lnTo>
                  <a:lnTo>
                    <a:pt x="2688995" y="163609"/>
                  </a:lnTo>
                  <a:lnTo>
                    <a:pt x="2733811" y="152306"/>
                  </a:lnTo>
                  <a:lnTo>
                    <a:pt x="2778628" y="141340"/>
                  </a:lnTo>
                  <a:lnTo>
                    <a:pt x="2823445" y="130704"/>
                  </a:lnTo>
                  <a:lnTo>
                    <a:pt x="2868261" y="120393"/>
                  </a:lnTo>
                  <a:lnTo>
                    <a:pt x="2913078" y="110399"/>
                  </a:lnTo>
                  <a:lnTo>
                    <a:pt x="2957894" y="100716"/>
                  </a:lnTo>
                  <a:lnTo>
                    <a:pt x="3002711" y="91336"/>
                  </a:lnTo>
                  <a:lnTo>
                    <a:pt x="3047528" y="82254"/>
                  </a:lnTo>
                  <a:lnTo>
                    <a:pt x="3092344" y="73462"/>
                  </a:lnTo>
                  <a:lnTo>
                    <a:pt x="3137161" y="64954"/>
                  </a:lnTo>
                  <a:lnTo>
                    <a:pt x="3181977" y="56722"/>
                  </a:lnTo>
                  <a:lnTo>
                    <a:pt x="3226794" y="48759"/>
                  </a:lnTo>
                  <a:lnTo>
                    <a:pt x="3271611" y="41060"/>
                  </a:lnTo>
                  <a:lnTo>
                    <a:pt x="3316427" y="33616"/>
                  </a:lnTo>
                  <a:lnTo>
                    <a:pt x="3361244" y="26421"/>
                  </a:lnTo>
                  <a:lnTo>
                    <a:pt x="3406060" y="19469"/>
                  </a:lnTo>
                  <a:lnTo>
                    <a:pt x="3450877" y="12752"/>
                  </a:lnTo>
                  <a:lnTo>
                    <a:pt x="3495693" y="6265"/>
                  </a:lnTo>
                  <a:lnTo>
                    <a:pt x="3540510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1700715" y="1753971"/>
              <a:ext cx="3712519" cy="1759444"/>
            </a:xfrm>
            <a:custGeom>
              <a:avLst/>
              <a:pathLst>
                <a:path w="3712519" h="1759444">
                  <a:moveTo>
                    <a:pt x="0" y="1759444"/>
                  </a:moveTo>
                  <a:lnTo>
                    <a:pt x="46993" y="1740106"/>
                  </a:lnTo>
                  <a:lnTo>
                    <a:pt x="93987" y="1720268"/>
                  </a:lnTo>
                  <a:lnTo>
                    <a:pt x="140981" y="1699928"/>
                  </a:lnTo>
                  <a:lnTo>
                    <a:pt x="187975" y="1679092"/>
                  </a:lnTo>
                  <a:lnTo>
                    <a:pt x="234969" y="1657761"/>
                  </a:lnTo>
                  <a:lnTo>
                    <a:pt x="281963" y="1635942"/>
                  </a:lnTo>
                  <a:lnTo>
                    <a:pt x="328957" y="1613640"/>
                  </a:lnTo>
                  <a:lnTo>
                    <a:pt x="375951" y="1590863"/>
                  </a:lnTo>
                  <a:lnTo>
                    <a:pt x="422945" y="1567621"/>
                  </a:lnTo>
                  <a:lnTo>
                    <a:pt x="469939" y="1543922"/>
                  </a:lnTo>
                  <a:lnTo>
                    <a:pt x="516933" y="1519779"/>
                  </a:lnTo>
                  <a:lnTo>
                    <a:pt x="563926" y="1495206"/>
                  </a:lnTo>
                  <a:lnTo>
                    <a:pt x="610920" y="1470215"/>
                  </a:lnTo>
                  <a:lnTo>
                    <a:pt x="657914" y="1444824"/>
                  </a:lnTo>
                  <a:lnTo>
                    <a:pt x="704908" y="1419048"/>
                  </a:lnTo>
                  <a:lnTo>
                    <a:pt x="751902" y="1392907"/>
                  </a:lnTo>
                  <a:lnTo>
                    <a:pt x="798896" y="1366420"/>
                  </a:lnTo>
                  <a:lnTo>
                    <a:pt x="845890" y="1339608"/>
                  </a:lnTo>
                  <a:lnTo>
                    <a:pt x="892884" y="1312494"/>
                  </a:lnTo>
                  <a:lnTo>
                    <a:pt x="939878" y="1285099"/>
                  </a:lnTo>
                  <a:lnTo>
                    <a:pt x="986872" y="1257450"/>
                  </a:lnTo>
                  <a:lnTo>
                    <a:pt x="1033866" y="1229571"/>
                  </a:lnTo>
                  <a:lnTo>
                    <a:pt x="1080860" y="1201488"/>
                  </a:lnTo>
                  <a:lnTo>
                    <a:pt x="1127853" y="1173229"/>
                  </a:lnTo>
                  <a:lnTo>
                    <a:pt x="1174847" y="1144820"/>
                  </a:lnTo>
                  <a:lnTo>
                    <a:pt x="1221841" y="1116292"/>
                  </a:lnTo>
                  <a:lnTo>
                    <a:pt x="1268835" y="1087671"/>
                  </a:lnTo>
                  <a:lnTo>
                    <a:pt x="1315829" y="1058988"/>
                  </a:lnTo>
                  <a:lnTo>
                    <a:pt x="1362823" y="1030272"/>
                  </a:lnTo>
                  <a:lnTo>
                    <a:pt x="1409817" y="1001552"/>
                  </a:lnTo>
                  <a:lnTo>
                    <a:pt x="1456811" y="972859"/>
                  </a:lnTo>
                  <a:lnTo>
                    <a:pt x="1503805" y="944221"/>
                  </a:lnTo>
                  <a:lnTo>
                    <a:pt x="1550799" y="915669"/>
                  </a:lnTo>
                  <a:lnTo>
                    <a:pt x="1597793" y="887230"/>
                  </a:lnTo>
                  <a:lnTo>
                    <a:pt x="1644786" y="858933"/>
                  </a:lnTo>
                  <a:lnTo>
                    <a:pt x="1691780" y="830807"/>
                  </a:lnTo>
                  <a:lnTo>
                    <a:pt x="1738774" y="802878"/>
                  </a:lnTo>
                  <a:lnTo>
                    <a:pt x="1785768" y="775173"/>
                  </a:lnTo>
                  <a:lnTo>
                    <a:pt x="1832762" y="747717"/>
                  </a:lnTo>
                  <a:lnTo>
                    <a:pt x="1879756" y="720535"/>
                  </a:lnTo>
                  <a:lnTo>
                    <a:pt x="1926750" y="693651"/>
                  </a:lnTo>
                  <a:lnTo>
                    <a:pt x="1973744" y="667086"/>
                  </a:lnTo>
                  <a:lnTo>
                    <a:pt x="2020738" y="640863"/>
                  </a:lnTo>
                  <a:lnTo>
                    <a:pt x="2067732" y="615000"/>
                  </a:lnTo>
                  <a:lnTo>
                    <a:pt x="2114726" y="589518"/>
                  </a:lnTo>
                  <a:lnTo>
                    <a:pt x="2161720" y="564432"/>
                  </a:lnTo>
                  <a:lnTo>
                    <a:pt x="2208713" y="539760"/>
                  </a:lnTo>
                  <a:lnTo>
                    <a:pt x="2255707" y="515516"/>
                  </a:lnTo>
                  <a:lnTo>
                    <a:pt x="2302701" y="491713"/>
                  </a:lnTo>
                  <a:lnTo>
                    <a:pt x="2349695" y="468363"/>
                  </a:lnTo>
                  <a:lnTo>
                    <a:pt x="2396689" y="445477"/>
                  </a:lnTo>
                  <a:lnTo>
                    <a:pt x="2443683" y="423064"/>
                  </a:lnTo>
                  <a:lnTo>
                    <a:pt x="2490677" y="401132"/>
                  </a:lnTo>
                  <a:lnTo>
                    <a:pt x="2537671" y="379687"/>
                  </a:lnTo>
                  <a:lnTo>
                    <a:pt x="2584665" y="358735"/>
                  </a:lnTo>
                  <a:lnTo>
                    <a:pt x="2631659" y="338280"/>
                  </a:lnTo>
                  <a:lnTo>
                    <a:pt x="2678653" y="318324"/>
                  </a:lnTo>
                  <a:lnTo>
                    <a:pt x="2725647" y="298870"/>
                  </a:lnTo>
                  <a:lnTo>
                    <a:pt x="2772640" y="279918"/>
                  </a:lnTo>
                  <a:lnTo>
                    <a:pt x="2819634" y="261468"/>
                  </a:lnTo>
                  <a:lnTo>
                    <a:pt x="2866628" y="243518"/>
                  </a:lnTo>
                  <a:lnTo>
                    <a:pt x="2913622" y="226066"/>
                  </a:lnTo>
                  <a:lnTo>
                    <a:pt x="2960616" y="209109"/>
                  </a:lnTo>
                  <a:lnTo>
                    <a:pt x="3007610" y="192642"/>
                  </a:lnTo>
                  <a:lnTo>
                    <a:pt x="3054604" y="176662"/>
                  </a:lnTo>
                  <a:lnTo>
                    <a:pt x="3101598" y="161162"/>
                  </a:lnTo>
                  <a:lnTo>
                    <a:pt x="3148592" y="146137"/>
                  </a:lnTo>
                  <a:lnTo>
                    <a:pt x="3195586" y="131580"/>
                  </a:lnTo>
                  <a:lnTo>
                    <a:pt x="3242580" y="117484"/>
                  </a:lnTo>
                  <a:lnTo>
                    <a:pt x="3289573" y="103840"/>
                  </a:lnTo>
                  <a:lnTo>
                    <a:pt x="3336567" y="90642"/>
                  </a:lnTo>
                  <a:lnTo>
                    <a:pt x="3383561" y="77880"/>
                  </a:lnTo>
                  <a:lnTo>
                    <a:pt x="3430555" y="65545"/>
                  </a:lnTo>
                  <a:lnTo>
                    <a:pt x="3477549" y="53629"/>
                  </a:lnTo>
                  <a:lnTo>
                    <a:pt x="3524543" y="42123"/>
                  </a:lnTo>
                  <a:lnTo>
                    <a:pt x="3571537" y="31017"/>
                  </a:lnTo>
                  <a:lnTo>
                    <a:pt x="3618531" y="20300"/>
                  </a:lnTo>
                  <a:lnTo>
                    <a:pt x="3665525" y="9965"/>
                  </a:lnTo>
                  <a:lnTo>
                    <a:pt x="3712519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1745888" y="1861029"/>
              <a:ext cx="3776871" cy="1740738"/>
            </a:xfrm>
            <a:custGeom>
              <a:avLst/>
              <a:pathLst>
                <a:path w="3776871" h="1740738">
                  <a:moveTo>
                    <a:pt x="0" y="1740738"/>
                  </a:moveTo>
                  <a:lnTo>
                    <a:pt x="47808" y="1724799"/>
                  </a:lnTo>
                  <a:lnTo>
                    <a:pt x="95617" y="1708419"/>
                  </a:lnTo>
                  <a:lnTo>
                    <a:pt x="143425" y="1691594"/>
                  </a:lnTo>
                  <a:lnTo>
                    <a:pt x="191234" y="1674322"/>
                  </a:lnTo>
                  <a:lnTo>
                    <a:pt x="239042" y="1656601"/>
                  </a:lnTo>
                  <a:lnTo>
                    <a:pt x="286851" y="1638432"/>
                  </a:lnTo>
                  <a:lnTo>
                    <a:pt x="334659" y="1619814"/>
                  </a:lnTo>
                  <a:lnTo>
                    <a:pt x="382468" y="1600747"/>
                  </a:lnTo>
                  <a:lnTo>
                    <a:pt x="430276" y="1581235"/>
                  </a:lnTo>
                  <a:lnTo>
                    <a:pt x="478085" y="1561280"/>
                  </a:lnTo>
                  <a:lnTo>
                    <a:pt x="525893" y="1540885"/>
                  </a:lnTo>
                  <a:lnTo>
                    <a:pt x="573702" y="1520055"/>
                  </a:lnTo>
                  <a:lnTo>
                    <a:pt x="621510" y="1498796"/>
                  </a:lnTo>
                  <a:lnTo>
                    <a:pt x="669319" y="1477115"/>
                  </a:lnTo>
                  <a:lnTo>
                    <a:pt x="717127" y="1455020"/>
                  </a:lnTo>
                  <a:lnTo>
                    <a:pt x="764936" y="1432519"/>
                  </a:lnTo>
                  <a:lnTo>
                    <a:pt x="812744" y="1409624"/>
                  </a:lnTo>
                  <a:lnTo>
                    <a:pt x="860553" y="1386344"/>
                  </a:lnTo>
                  <a:lnTo>
                    <a:pt x="908361" y="1362692"/>
                  </a:lnTo>
                  <a:lnTo>
                    <a:pt x="956170" y="1338682"/>
                  </a:lnTo>
                  <a:lnTo>
                    <a:pt x="1003978" y="1314328"/>
                  </a:lnTo>
                  <a:lnTo>
                    <a:pt x="1051787" y="1289646"/>
                  </a:lnTo>
                  <a:lnTo>
                    <a:pt x="1099595" y="1264651"/>
                  </a:lnTo>
                  <a:lnTo>
                    <a:pt x="1147404" y="1239363"/>
                  </a:lnTo>
                  <a:lnTo>
                    <a:pt x="1195212" y="1213798"/>
                  </a:lnTo>
                  <a:lnTo>
                    <a:pt x="1243021" y="1187977"/>
                  </a:lnTo>
                  <a:lnTo>
                    <a:pt x="1290829" y="1161919"/>
                  </a:lnTo>
                  <a:lnTo>
                    <a:pt x="1338638" y="1135647"/>
                  </a:lnTo>
                  <a:lnTo>
                    <a:pt x="1386446" y="1109181"/>
                  </a:lnTo>
                  <a:lnTo>
                    <a:pt x="1434255" y="1082545"/>
                  </a:lnTo>
                  <a:lnTo>
                    <a:pt x="1482063" y="1055761"/>
                  </a:lnTo>
                  <a:lnTo>
                    <a:pt x="1529872" y="1028853"/>
                  </a:lnTo>
                  <a:lnTo>
                    <a:pt x="1577680" y="1001845"/>
                  </a:lnTo>
                  <a:lnTo>
                    <a:pt x="1625489" y="974762"/>
                  </a:lnTo>
                  <a:lnTo>
                    <a:pt x="1673297" y="947628"/>
                  </a:lnTo>
                  <a:lnTo>
                    <a:pt x="1721106" y="920469"/>
                  </a:lnTo>
                  <a:lnTo>
                    <a:pt x="1768914" y="893309"/>
                  </a:lnTo>
                  <a:lnTo>
                    <a:pt x="1816723" y="866174"/>
                  </a:lnTo>
                  <a:lnTo>
                    <a:pt x="1864531" y="839088"/>
                  </a:lnTo>
                  <a:lnTo>
                    <a:pt x="1912340" y="812077"/>
                  </a:lnTo>
                  <a:lnTo>
                    <a:pt x="1960148" y="785164"/>
                  </a:lnTo>
                  <a:lnTo>
                    <a:pt x="2007957" y="758374"/>
                  </a:lnTo>
                  <a:lnTo>
                    <a:pt x="2055765" y="731730"/>
                  </a:lnTo>
                  <a:lnTo>
                    <a:pt x="2103574" y="705256"/>
                  </a:lnTo>
                  <a:lnTo>
                    <a:pt x="2151382" y="678975"/>
                  </a:lnTo>
                  <a:lnTo>
                    <a:pt x="2199191" y="652908"/>
                  </a:lnTo>
                  <a:lnTo>
                    <a:pt x="2246999" y="627076"/>
                  </a:lnTo>
                  <a:lnTo>
                    <a:pt x="2294808" y="601499"/>
                  </a:lnTo>
                  <a:lnTo>
                    <a:pt x="2342616" y="576198"/>
                  </a:lnTo>
                  <a:lnTo>
                    <a:pt x="2390425" y="551190"/>
                  </a:lnTo>
                  <a:lnTo>
                    <a:pt x="2438233" y="526493"/>
                  </a:lnTo>
                  <a:lnTo>
                    <a:pt x="2486042" y="502125"/>
                  </a:lnTo>
                  <a:lnTo>
                    <a:pt x="2533850" y="478099"/>
                  </a:lnTo>
                  <a:lnTo>
                    <a:pt x="2581659" y="454432"/>
                  </a:lnTo>
                  <a:lnTo>
                    <a:pt x="2629467" y="431135"/>
                  </a:lnTo>
                  <a:lnTo>
                    <a:pt x="2677276" y="408222"/>
                  </a:lnTo>
                  <a:lnTo>
                    <a:pt x="2725084" y="385704"/>
                  </a:lnTo>
                  <a:lnTo>
                    <a:pt x="2772893" y="363591"/>
                  </a:lnTo>
                  <a:lnTo>
                    <a:pt x="2820701" y="341891"/>
                  </a:lnTo>
                  <a:lnTo>
                    <a:pt x="2868510" y="320614"/>
                  </a:lnTo>
                  <a:lnTo>
                    <a:pt x="2916318" y="299765"/>
                  </a:lnTo>
                  <a:lnTo>
                    <a:pt x="2964127" y="279350"/>
                  </a:lnTo>
                  <a:lnTo>
                    <a:pt x="3011935" y="259375"/>
                  </a:lnTo>
                  <a:lnTo>
                    <a:pt x="3059744" y="239844"/>
                  </a:lnTo>
                  <a:lnTo>
                    <a:pt x="3107552" y="220758"/>
                  </a:lnTo>
                  <a:lnTo>
                    <a:pt x="3155361" y="202120"/>
                  </a:lnTo>
                  <a:lnTo>
                    <a:pt x="3203169" y="183930"/>
                  </a:lnTo>
                  <a:lnTo>
                    <a:pt x="3250978" y="166190"/>
                  </a:lnTo>
                  <a:lnTo>
                    <a:pt x="3298786" y="148899"/>
                  </a:lnTo>
                  <a:lnTo>
                    <a:pt x="3346595" y="132054"/>
                  </a:lnTo>
                  <a:lnTo>
                    <a:pt x="3394403" y="115654"/>
                  </a:lnTo>
                  <a:lnTo>
                    <a:pt x="3442212" y="99696"/>
                  </a:lnTo>
                  <a:lnTo>
                    <a:pt x="3490020" y="84176"/>
                  </a:lnTo>
                  <a:lnTo>
                    <a:pt x="3537829" y="69091"/>
                  </a:lnTo>
                  <a:lnTo>
                    <a:pt x="3585637" y="54435"/>
                  </a:lnTo>
                  <a:lnTo>
                    <a:pt x="3633446" y="40204"/>
                  </a:lnTo>
                  <a:lnTo>
                    <a:pt x="3681254" y="26392"/>
                  </a:lnTo>
                  <a:lnTo>
                    <a:pt x="3729063" y="12992"/>
                  </a:lnTo>
                  <a:lnTo>
                    <a:pt x="3776871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tx412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531835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624096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685268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4777529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4" name="pt424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tx426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429" name="pt429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tx445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1428519" y="1165040"/>
              <a:ext cx="834847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3419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00659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712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3358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0096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6742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3389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70035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236481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2091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98348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51581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38379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45657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452274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50638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445657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4955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452822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37558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3924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1838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74071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9417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44961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43575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44813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499645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1712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31838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458550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43405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499645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338095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29417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35459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433793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31963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426744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50532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45827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442879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274071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426625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5459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50552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24481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44276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29900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442895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316020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442462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23729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45147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43575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357257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07136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07136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22227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82483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45864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55136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75999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24790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65713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67569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97596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72014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46407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668231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93683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522227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82536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65713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55142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69183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7836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85427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11971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72014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08947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93683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70170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16815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38604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74023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62845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62839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11971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38869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12505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92436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24934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95086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12874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83804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26084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45857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25942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95399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69612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00561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91206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233464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430871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43293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44306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233464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349092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439700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43293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31400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241289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353492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271828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503191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44306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449648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43980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497756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31397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296462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354992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446670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35239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44935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29580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23302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440213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44913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29191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49815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424106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431122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27182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45529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31804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31665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447020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44913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240226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313774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33483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292599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424106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440100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23302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319350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03299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455544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58363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204293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31091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99172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49759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77480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55968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27602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11508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80441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421761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262395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51438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0030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76254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21748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56621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02163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46480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67022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31091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08750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368238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03782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59775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67416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39454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40803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76254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20877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18819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27632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62411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418819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40863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56097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77107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55478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267068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04293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203782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7513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57480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54328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46782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02163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11396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40883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91333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67224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368784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23936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74286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55092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165660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236732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51440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20705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55523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91362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72367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241600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46789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94192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210904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23388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94176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426041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50311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83529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07066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07421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51468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425799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165660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236732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74302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7813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83513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7734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158751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47984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158751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63711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4768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00604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00604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30717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49692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210929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241600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429240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48042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77921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46581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43275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24526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88449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37282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269914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42409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24574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4571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80929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55454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27927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37256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265195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198432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74087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80929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54488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198737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45810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14043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188448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30817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14077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36599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240608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010732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269915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21744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343275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30800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21711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9984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58079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41565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40234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28320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04829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187582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04829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265330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734902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71218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60600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240608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187965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53639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6606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4034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31321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60261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7294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29196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58922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7982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41685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8508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11585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11432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462659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29196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29514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2901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450486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3047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3002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7000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29396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56519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7103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7103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3296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8508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6713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9660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943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45724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0243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114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0428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7886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7724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6968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644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5010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80082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65347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6558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296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77501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9114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6293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5726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572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7945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20588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5920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0213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58401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56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46062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760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87119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6023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11503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712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0444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689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7468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02024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30900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870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1374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39121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0465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6442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2041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676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917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9020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13273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48915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049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323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28108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085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74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87119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724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4769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4864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066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1146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926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2794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08760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049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0747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46336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99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592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54769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840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2635497" y="1706942"/>
              <a:ext cx="2446685" cy="1596863"/>
            </a:xfrm>
            <a:custGeom>
              <a:avLst/>
              <a:pathLst>
                <a:path w="2446685" h="1596863">
                  <a:moveTo>
                    <a:pt x="0" y="0"/>
                  </a:moveTo>
                  <a:lnTo>
                    <a:pt x="30970" y="7696"/>
                  </a:lnTo>
                  <a:lnTo>
                    <a:pt x="61941" y="15675"/>
                  </a:lnTo>
                  <a:lnTo>
                    <a:pt x="92912" y="23946"/>
                  </a:lnTo>
                  <a:lnTo>
                    <a:pt x="123882" y="32516"/>
                  </a:lnTo>
                  <a:lnTo>
                    <a:pt x="154853" y="41394"/>
                  </a:lnTo>
                  <a:lnTo>
                    <a:pt x="185824" y="50589"/>
                  </a:lnTo>
                  <a:lnTo>
                    <a:pt x="216794" y="60108"/>
                  </a:lnTo>
                  <a:lnTo>
                    <a:pt x="247765" y="69959"/>
                  </a:lnTo>
                  <a:lnTo>
                    <a:pt x="278736" y="80152"/>
                  </a:lnTo>
                  <a:lnTo>
                    <a:pt x="309707" y="90694"/>
                  </a:lnTo>
                  <a:lnTo>
                    <a:pt x="340677" y="101593"/>
                  </a:lnTo>
                  <a:lnTo>
                    <a:pt x="371648" y="112858"/>
                  </a:lnTo>
                  <a:lnTo>
                    <a:pt x="402619" y="124495"/>
                  </a:lnTo>
                  <a:lnTo>
                    <a:pt x="433589" y="136513"/>
                  </a:lnTo>
                  <a:lnTo>
                    <a:pt x="464560" y="148919"/>
                  </a:lnTo>
                  <a:lnTo>
                    <a:pt x="495531" y="161720"/>
                  </a:lnTo>
                  <a:lnTo>
                    <a:pt x="526501" y="174923"/>
                  </a:lnTo>
                  <a:lnTo>
                    <a:pt x="557472" y="188535"/>
                  </a:lnTo>
                  <a:lnTo>
                    <a:pt x="588443" y="202561"/>
                  </a:lnTo>
                  <a:lnTo>
                    <a:pt x="619414" y="217007"/>
                  </a:lnTo>
                  <a:lnTo>
                    <a:pt x="650384" y="231880"/>
                  </a:lnTo>
                  <a:lnTo>
                    <a:pt x="681355" y="247183"/>
                  </a:lnTo>
                  <a:lnTo>
                    <a:pt x="712326" y="262920"/>
                  </a:lnTo>
                  <a:lnTo>
                    <a:pt x="743296" y="279097"/>
                  </a:lnTo>
                  <a:lnTo>
                    <a:pt x="774267" y="295715"/>
                  </a:lnTo>
                  <a:lnTo>
                    <a:pt x="805238" y="312777"/>
                  </a:lnTo>
                  <a:lnTo>
                    <a:pt x="836209" y="330285"/>
                  </a:lnTo>
                  <a:lnTo>
                    <a:pt x="867179" y="348240"/>
                  </a:lnTo>
                  <a:lnTo>
                    <a:pt x="898150" y="366642"/>
                  </a:lnTo>
                  <a:lnTo>
                    <a:pt x="929121" y="385491"/>
                  </a:lnTo>
                  <a:lnTo>
                    <a:pt x="960091" y="404784"/>
                  </a:lnTo>
                  <a:lnTo>
                    <a:pt x="991062" y="424521"/>
                  </a:lnTo>
                  <a:lnTo>
                    <a:pt x="1022033" y="444696"/>
                  </a:lnTo>
                  <a:lnTo>
                    <a:pt x="1053003" y="465306"/>
                  </a:lnTo>
                  <a:lnTo>
                    <a:pt x="1083974" y="486346"/>
                  </a:lnTo>
                  <a:lnTo>
                    <a:pt x="1114945" y="507809"/>
                  </a:lnTo>
                  <a:lnTo>
                    <a:pt x="1145916" y="529688"/>
                  </a:lnTo>
                  <a:lnTo>
                    <a:pt x="1176886" y="551974"/>
                  </a:lnTo>
                  <a:lnTo>
                    <a:pt x="1207857" y="574657"/>
                  </a:lnTo>
                  <a:lnTo>
                    <a:pt x="1238828" y="597728"/>
                  </a:lnTo>
                  <a:lnTo>
                    <a:pt x="1269798" y="621175"/>
                  </a:lnTo>
                  <a:lnTo>
                    <a:pt x="1300769" y="644984"/>
                  </a:lnTo>
                  <a:lnTo>
                    <a:pt x="1331740" y="669141"/>
                  </a:lnTo>
                  <a:lnTo>
                    <a:pt x="1362711" y="693632"/>
                  </a:lnTo>
                  <a:lnTo>
                    <a:pt x="1393681" y="718441"/>
                  </a:lnTo>
                  <a:lnTo>
                    <a:pt x="1424652" y="743551"/>
                  </a:lnTo>
                  <a:lnTo>
                    <a:pt x="1455623" y="768944"/>
                  </a:lnTo>
                  <a:lnTo>
                    <a:pt x="1486593" y="794600"/>
                  </a:lnTo>
                  <a:lnTo>
                    <a:pt x="1517564" y="820500"/>
                  </a:lnTo>
                  <a:lnTo>
                    <a:pt x="1548535" y="846624"/>
                  </a:lnTo>
                  <a:lnTo>
                    <a:pt x="1579505" y="872950"/>
                  </a:lnTo>
                  <a:lnTo>
                    <a:pt x="1610476" y="899456"/>
                  </a:lnTo>
                  <a:lnTo>
                    <a:pt x="1641447" y="926119"/>
                  </a:lnTo>
                  <a:lnTo>
                    <a:pt x="1672418" y="952916"/>
                  </a:lnTo>
                  <a:lnTo>
                    <a:pt x="1703388" y="979823"/>
                  </a:lnTo>
                  <a:lnTo>
                    <a:pt x="1734359" y="1006816"/>
                  </a:lnTo>
                  <a:lnTo>
                    <a:pt x="1765330" y="1033870"/>
                  </a:lnTo>
                  <a:lnTo>
                    <a:pt x="1796300" y="1060962"/>
                  </a:lnTo>
                  <a:lnTo>
                    <a:pt x="1827271" y="1088065"/>
                  </a:lnTo>
                  <a:lnTo>
                    <a:pt x="1858242" y="1115155"/>
                  </a:lnTo>
                  <a:lnTo>
                    <a:pt x="1889213" y="1142208"/>
                  </a:lnTo>
                  <a:lnTo>
                    <a:pt x="1920183" y="1169198"/>
                  </a:lnTo>
                  <a:lnTo>
                    <a:pt x="1951154" y="1196101"/>
                  </a:lnTo>
                  <a:lnTo>
                    <a:pt x="1982125" y="1222893"/>
                  </a:lnTo>
                  <a:lnTo>
                    <a:pt x="2013095" y="1249550"/>
                  </a:lnTo>
                  <a:lnTo>
                    <a:pt x="2044066" y="1276048"/>
                  </a:lnTo>
                  <a:lnTo>
                    <a:pt x="2075037" y="1302366"/>
                  </a:lnTo>
                  <a:lnTo>
                    <a:pt x="2106007" y="1328481"/>
                  </a:lnTo>
                  <a:lnTo>
                    <a:pt x="2136978" y="1354372"/>
                  </a:lnTo>
                  <a:lnTo>
                    <a:pt x="2167949" y="1380018"/>
                  </a:lnTo>
                  <a:lnTo>
                    <a:pt x="2198920" y="1405399"/>
                  </a:lnTo>
                  <a:lnTo>
                    <a:pt x="2229890" y="1430497"/>
                  </a:lnTo>
                  <a:lnTo>
                    <a:pt x="2260861" y="1455293"/>
                  </a:lnTo>
                  <a:lnTo>
                    <a:pt x="2291832" y="1479771"/>
                  </a:lnTo>
                  <a:lnTo>
                    <a:pt x="2322802" y="1503915"/>
                  </a:lnTo>
                  <a:lnTo>
                    <a:pt x="2353773" y="1527709"/>
                  </a:lnTo>
                  <a:lnTo>
                    <a:pt x="2384744" y="1551140"/>
                  </a:lnTo>
                  <a:lnTo>
                    <a:pt x="2415715" y="1574195"/>
                  </a:lnTo>
                  <a:lnTo>
                    <a:pt x="2446685" y="1596863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2972266" y="2504512"/>
              <a:ext cx="2382509" cy="1410920"/>
            </a:xfrm>
            <a:custGeom>
              <a:avLst/>
              <a:pathLst>
                <a:path w="2382509" h="1410920">
                  <a:moveTo>
                    <a:pt x="0" y="0"/>
                  </a:moveTo>
                  <a:lnTo>
                    <a:pt x="30158" y="25715"/>
                  </a:lnTo>
                  <a:lnTo>
                    <a:pt x="60316" y="51648"/>
                  </a:lnTo>
                  <a:lnTo>
                    <a:pt x="90475" y="77778"/>
                  </a:lnTo>
                  <a:lnTo>
                    <a:pt x="120633" y="104083"/>
                  </a:lnTo>
                  <a:lnTo>
                    <a:pt x="150791" y="130541"/>
                  </a:lnTo>
                  <a:lnTo>
                    <a:pt x="180950" y="157129"/>
                  </a:lnTo>
                  <a:lnTo>
                    <a:pt x="211108" y="183824"/>
                  </a:lnTo>
                  <a:lnTo>
                    <a:pt x="241266" y="210601"/>
                  </a:lnTo>
                  <a:lnTo>
                    <a:pt x="271425" y="237438"/>
                  </a:lnTo>
                  <a:lnTo>
                    <a:pt x="301583" y="264311"/>
                  </a:lnTo>
                  <a:lnTo>
                    <a:pt x="331741" y="291194"/>
                  </a:lnTo>
                  <a:lnTo>
                    <a:pt x="361900" y="318064"/>
                  </a:lnTo>
                  <a:lnTo>
                    <a:pt x="392058" y="344896"/>
                  </a:lnTo>
                  <a:lnTo>
                    <a:pt x="422216" y="371666"/>
                  </a:lnTo>
                  <a:lnTo>
                    <a:pt x="452375" y="398351"/>
                  </a:lnTo>
                  <a:lnTo>
                    <a:pt x="482533" y="424927"/>
                  </a:lnTo>
                  <a:lnTo>
                    <a:pt x="512691" y="451370"/>
                  </a:lnTo>
                  <a:lnTo>
                    <a:pt x="542850" y="477658"/>
                  </a:lnTo>
                  <a:lnTo>
                    <a:pt x="573008" y="503769"/>
                  </a:lnTo>
                  <a:lnTo>
                    <a:pt x="603166" y="529681"/>
                  </a:lnTo>
                  <a:lnTo>
                    <a:pt x="633325" y="555374"/>
                  </a:lnTo>
                  <a:lnTo>
                    <a:pt x="663483" y="580826"/>
                  </a:lnTo>
                  <a:lnTo>
                    <a:pt x="693641" y="606020"/>
                  </a:lnTo>
                  <a:lnTo>
                    <a:pt x="723800" y="630936"/>
                  </a:lnTo>
                  <a:lnTo>
                    <a:pt x="753958" y="655556"/>
                  </a:lnTo>
                  <a:lnTo>
                    <a:pt x="784116" y="679865"/>
                  </a:lnTo>
                  <a:lnTo>
                    <a:pt x="814275" y="703846"/>
                  </a:lnTo>
                  <a:lnTo>
                    <a:pt x="844433" y="727486"/>
                  </a:lnTo>
                  <a:lnTo>
                    <a:pt x="874591" y="750769"/>
                  </a:lnTo>
                  <a:lnTo>
                    <a:pt x="904750" y="773684"/>
                  </a:lnTo>
                  <a:lnTo>
                    <a:pt x="934908" y="796219"/>
                  </a:lnTo>
                  <a:lnTo>
                    <a:pt x="965066" y="818364"/>
                  </a:lnTo>
                  <a:lnTo>
                    <a:pt x="995225" y="840109"/>
                  </a:lnTo>
                  <a:lnTo>
                    <a:pt x="1025383" y="861446"/>
                  </a:lnTo>
                  <a:lnTo>
                    <a:pt x="1055541" y="882367"/>
                  </a:lnTo>
                  <a:lnTo>
                    <a:pt x="1085700" y="902867"/>
                  </a:lnTo>
                  <a:lnTo>
                    <a:pt x="1115858" y="922939"/>
                  </a:lnTo>
                  <a:lnTo>
                    <a:pt x="1146017" y="942580"/>
                  </a:lnTo>
                  <a:lnTo>
                    <a:pt x="1176175" y="961786"/>
                  </a:lnTo>
                  <a:lnTo>
                    <a:pt x="1206333" y="980554"/>
                  </a:lnTo>
                  <a:lnTo>
                    <a:pt x="1236492" y="998883"/>
                  </a:lnTo>
                  <a:lnTo>
                    <a:pt x="1266650" y="1016772"/>
                  </a:lnTo>
                  <a:lnTo>
                    <a:pt x="1296808" y="1034222"/>
                  </a:lnTo>
                  <a:lnTo>
                    <a:pt x="1326967" y="1051233"/>
                  </a:lnTo>
                  <a:lnTo>
                    <a:pt x="1357125" y="1067806"/>
                  </a:lnTo>
                  <a:lnTo>
                    <a:pt x="1387283" y="1083944"/>
                  </a:lnTo>
                  <a:lnTo>
                    <a:pt x="1417442" y="1099650"/>
                  </a:lnTo>
                  <a:lnTo>
                    <a:pt x="1447600" y="1114928"/>
                  </a:lnTo>
                  <a:lnTo>
                    <a:pt x="1477758" y="1129780"/>
                  </a:lnTo>
                  <a:lnTo>
                    <a:pt x="1507917" y="1144213"/>
                  </a:lnTo>
                  <a:lnTo>
                    <a:pt x="1538075" y="1158231"/>
                  </a:lnTo>
                  <a:lnTo>
                    <a:pt x="1568233" y="1171839"/>
                  </a:lnTo>
                  <a:lnTo>
                    <a:pt x="1598392" y="1185043"/>
                  </a:lnTo>
                  <a:lnTo>
                    <a:pt x="1628550" y="1197851"/>
                  </a:lnTo>
                  <a:lnTo>
                    <a:pt x="1658708" y="1210267"/>
                  </a:lnTo>
                  <a:lnTo>
                    <a:pt x="1688867" y="1222300"/>
                  </a:lnTo>
                  <a:lnTo>
                    <a:pt x="1719025" y="1233957"/>
                  </a:lnTo>
                  <a:lnTo>
                    <a:pt x="1749183" y="1245244"/>
                  </a:lnTo>
                  <a:lnTo>
                    <a:pt x="1779342" y="1256169"/>
                  </a:lnTo>
                  <a:lnTo>
                    <a:pt x="1809500" y="1266740"/>
                  </a:lnTo>
                  <a:lnTo>
                    <a:pt x="1839658" y="1276966"/>
                  </a:lnTo>
                  <a:lnTo>
                    <a:pt x="1869817" y="1286853"/>
                  </a:lnTo>
                  <a:lnTo>
                    <a:pt x="1899975" y="1296409"/>
                  </a:lnTo>
                  <a:lnTo>
                    <a:pt x="1930133" y="1305644"/>
                  </a:lnTo>
                  <a:lnTo>
                    <a:pt x="1960292" y="1314564"/>
                  </a:lnTo>
                  <a:lnTo>
                    <a:pt x="1990450" y="1323179"/>
                  </a:lnTo>
                  <a:lnTo>
                    <a:pt x="2020608" y="1331496"/>
                  </a:lnTo>
                  <a:lnTo>
                    <a:pt x="2050767" y="1339522"/>
                  </a:lnTo>
                  <a:lnTo>
                    <a:pt x="2080925" y="1347267"/>
                  </a:lnTo>
                  <a:lnTo>
                    <a:pt x="2111083" y="1354739"/>
                  </a:lnTo>
                  <a:lnTo>
                    <a:pt x="2141242" y="1361944"/>
                  </a:lnTo>
                  <a:lnTo>
                    <a:pt x="2171400" y="1368891"/>
                  </a:lnTo>
                  <a:lnTo>
                    <a:pt x="2201559" y="1375587"/>
                  </a:lnTo>
                  <a:lnTo>
                    <a:pt x="2231717" y="1382040"/>
                  </a:lnTo>
                  <a:lnTo>
                    <a:pt x="2261875" y="1388258"/>
                  </a:lnTo>
                  <a:lnTo>
                    <a:pt x="2292034" y="1394248"/>
                  </a:lnTo>
                  <a:lnTo>
                    <a:pt x="2322192" y="1400017"/>
                  </a:lnTo>
                  <a:lnTo>
                    <a:pt x="2352350" y="1405572"/>
                  </a:lnTo>
                  <a:lnTo>
                    <a:pt x="2382509" y="141092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2391056" y="2374991"/>
              <a:ext cx="2702745" cy="627439"/>
            </a:xfrm>
            <a:custGeom>
              <a:avLst/>
              <a:pathLst>
                <a:path w="2702745" h="627439">
                  <a:moveTo>
                    <a:pt x="0" y="0"/>
                  </a:moveTo>
                  <a:lnTo>
                    <a:pt x="34211" y="7334"/>
                  </a:lnTo>
                  <a:lnTo>
                    <a:pt x="68423" y="14698"/>
                  </a:lnTo>
                  <a:lnTo>
                    <a:pt x="102635" y="22091"/>
                  </a:lnTo>
                  <a:lnTo>
                    <a:pt x="136847" y="29514"/>
                  </a:lnTo>
                  <a:lnTo>
                    <a:pt x="171059" y="36965"/>
                  </a:lnTo>
                  <a:lnTo>
                    <a:pt x="205271" y="44444"/>
                  </a:lnTo>
                  <a:lnTo>
                    <a:pt x="239483" y="51951"/>
                  </a:lnTo>
                  <a:lnTo>
                    <a:pt x="273695" y="59485"/>
                  </a:lnTo>
                  <a:lnTo>
                    <a:pt x="307907" y="67046"/>
                  </a:lnTo>
                  <a:lnTo>
                    <a:pt x="342119" y="74632"/>
                  </a:lnTo>
                  <a:lnTo>
                    <a:pt x="376331" y="82245"/>
                  </a:lnTo>
                  <a:lnTo>
                    <a:pt x="410543" y="89883"/>
                  </a:lnTo>
                  <a:lnTo>
                    <a:pt x="444755" y="97545"/>
                  </a:lnTo>
                  <a:lnTo>
                    <a:pt x="478967" y="105232"/>
                  </a:lnTo>
                  <a:lnTo>
                    <a:pt x="513179" y="112942"/>
                  </a:lnTo>
                  <a:lnTo>
                    <a:pt x="547391" y="120675"/>
                  </a:lnTo>
                  <a:lnTo>
                    <a:pt x="581603" y="128431"/>
                  </a:lnTo>
                  <a:lnTo>
                    <a:pt x="615815" y="136209"/>
                  </a:lnTo>
                  <a:lnTo>
                    <a:pt x="650027" y="144008"/>
                  </a:lnTo>
                  <a:lnTo>
                    <a:pt x="684239" y="151828"/>
                  </a:lnTo>
                  <a:lnTo>
                    <a:pt x="718451" y="159668"/>
                  </a:lnTo>
                  <a:lnTo>
                    <a:pt x="752663" y="167529"/>
                  </a:lnTo>
                  <a:lnTo>
                    <a:pt x="786875" y="175408"/>
                  </a:lnTo>
                  <a:lnTo>
                    <a:pt x="821087" y="183306"/>
                  </a:lnTo>
                  <a:lnTo>
                    <a:pt x="855299" y="191221"/>
                  </a:lnTo>
                  <a:lnTo>
                    <a:pt x="889511" y="199155"/>
                  </a:lnTo>
                  <a:lnTo>
                    <a:pt x="923723" y="207104"/>
                  </a:lnTo>
                  <a:lnTo>
                    <a:pt x="957935" y="215071"/>
                  </a:lnTo>
                  <a:lnTo>
                    <a:pt x="992147" y="223052"/>
                  </a:lnTo>
                  <a:lnTo>
                    <a:pt x="1026358" y="231049"/>
                  </a:lnTo>
                  <a:lnTo>
                    <a:pt x="1060570" y="239059"/>
                  </a:lnTo>
                  <a:lnTo>
                    <a:pt x="1094782" y="247084"/>
                  </a:lnTo>
                  <a:lnTo>
                    <a:pt x="1128994" y="255121"/>
                  </a:lnTo>
                  <a:lnTo>
                    <a:pt x="1163206" y="263171"/>
                  </a:lnTo>
                  <a:lnTo>
                    <a:pt x="1197418" y="271232"/>
                  </a:lnTo>
                  <a:lnTo>
                    <a:pt x="1231630" y="279305"/>
                  </a:lnTo>
                  <a:lnTo>
                    <a:pt x="1265842" y="287388"/>
                  </a:lnTo>
                  <a:lnTo>
                    <a:pt x="1300054" y="295481"/>
                  </a:lnTo>
                  <a:lnTo>
                    <a:pt x="1334266" y="303583"/>
                  </a:lnTo>
                  <a:lnTo>
                    <a:pt x="1368478" y="311693"/>
                  </a:lnTo>
                  <a:lnTo>
                    <a:pt x="1402690" y="319811"/>
                  </a:lnTo>
                  <a:lnTo>
                    <a:pt x="1436902" y="327937"/>
                  </a:lnTo>
                  <a:lnTo>
                    <a:pt x="1471114" y="336069"/>
                  </a:lnTo>
                  <a:lnTo>
                    <a:pt x="1505326" y="344206"/>
                  </a:lnTo>
                  <a:lnTo>
                    <a:pt x="1539538" y="352349"/>
                  </a:lnTo>
                  <a:lnTo>
                    <a:pt x="1573750" y="360496"/>
                  </a:lnTo>
                  <a:lnTo>
                    <a:pt x="1607962" y="368647"/>
                  </a:lnTo>
                  <a:lnTo>
                    <a:pt x="1642174" y="376801"/>
                  </a:lnTo>
                  <a:lnTo>
                    <a:pt x="1676386" y="384958"/>
                  </a:lnTo>
                  <a:lnTo>
                    <a:pt x="1710598" y="393116"/>
                  </a:lnTo>
                  <a:lnTo>
                    <a:pt x="1744810" y="401275"/>
                  </a:lnTo>
                  <a:lnTo>
                    <a:pt x="1779022" y="409435"/>
                  </a:lnTo>
                  <a:lnTo>
                    <a:pt x="1813234" y="417594"/>
                  </a:lnTo>
                  <a:lnTo>
                    <a:pt x="1847446" y="425753"/>
                  </a:lnTo>
                  <a:lnTo>
                    <a:pt x="1881658" y="433909"/>
                  </a:lnTo>
                  <a:lnTo>
                    <a:pt x="1915870" y="442064"/>
                  </a:lnTo>
                  <a:lnTo>
                    <a:pt x="1950082" y="450215"/>
                  </a:lnTo>
                  <a:lnTo>
                    <a:pt x="1984294" y="458363"/>
                  </a:lnTo>
                  <a:lnTo>
                    <a:pt x="2018505" y="466506"/>
                  </a:lnTo>
                  <a:lnTo>
                    <a:pt x="2052717" y="474645"/>
                  </a:lnTo>
                  <a:lnTo>
                    <a:pt x="2086929" y="482777"/>
                  </a:lnTo>
                  <a:lnTo>
                    <a:pt x="2121141" y="490904"/>
                  </a:lnTo>
                  <a:lnTo>
                    <a:pt x="2155353" y="499023"/>
                  </a:lnTo>
                  <a:lnTo>
                    <a:pt x="2189565" y="507134"/>
                  </a:lnTo>
                  <a:lnTo>
                    <a:pt x="2223777" y="515238"/>
                  </a:lnTo>
                  <a:lnTo>
                    <a:pt x="2257989" y="523332"/>
                  </a:lnTo>
                  <a:lnTo>
                    <a:pt x="2292201" y="531416"/>
                  </a:lnTo>
                  <a:lnTo>
                    <a:pt x="2326413" y="539490"/>
                  </a:lnTo>
                  <a:lnTo>
                    <a:pt x="2360625" y="547553"/>
                  </a:lnTo>
                  <a:lnTo>
                    <a:pt x="2394837" y="555605"/>
                  </a:lnTo>
                  <a:lnTo>
                    <a:pt x="2429049" y="563644"/>
                  </a:lnTo>
                  <a:lnTo>
                    <a:pt x="2463261" y="571670"/>
                  </a:lnTo>
                  <a:lnTo>
                    <a:pt x="2497473" y="579683"/>
                  </a:lnTo>
                  <a:lnTo>
                    <a:pt x="2531685" y="587681"/>
                  </a:lnTo>
                  <a:lnTo>
                    <a:pt x="2565897" y="595665"/>
                  </a:lnTo>
                  <a:lnTo>
                    <a:pt x="2600109" y="603633"/>
                  </a:lnTo>
                  <a:lnTo>
                    <a:pt x="2634321" y="611585"/>
                  </a:lnTo>
                  <a:lnTo>
                    <a:pt x="2668533" y="619520"/>
                  </a:lnTo>
                  <a:lnTo>
                    <a:pt x="2702745" y="627439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2425626" y="2142390"/>
              <a:ext cx="2690410" cy="1049313"/>
            </a:xfrm>
            <a:custGeom>
              <a:avLst/>
              <a:pathLst>
                <a:path w="2690410" h="1049313">
                  <a:moveTo>
                    <a:pt x="0" y="0"/>
                  </a:moveTo>
                  <a:lnTo>
                    <a:pt x="34055" y="10710"/>
                  </a:lnTo>
                  <a:lnTo>
                    <a:pt x="68111" y="21542"/>
                  </a:lnTo>
                  <a:lnTo>
                    <a:pt x="102167" y="32493"/>
                  </a:lnTo>
                  <a:lnTo>
                    <a:pt x="136223" y="43564"/>
                  </a:lnTo>
                  <a:lnTo>
                    <a:pt x="170279" y="54753"/>
                  </a:lnTo>
                  <a:lnTo>
                    <a:pt x="204335" y="66060"/>
                  </a:lnTo>
                  <a:lnTo>
                    <a:pt x="238390" y="77482"/>
                  </a:lnTo>
                  <a:lnTo>
                    <a:pt x="272446" y="89020"/>
                  </a:lnTo>
                  <a:lnTo>
                    <a:pt x="306502" y="100672"/>
                  </a:lnTo>
                  <a:lnTo>
                    <a:pt x="340558" y="112437"/>
                  </a:lnTo>
                  <a:lnTo>
                    <a:pt x="374614" y="124312"/>
                  </a:lnTo>
                  <a:lnTo>
                    <a:pt x="408670" y="136297"/>
                  </a:lnTo>
                  <a:lnTo>
                    <a:pt x="442725" y="148390"/>
                  </a:lnTo>
                  <a:lnTo>
                    <a:pt x="476781" y="160590"/>
                  </a:lnTo>
                  <a:lnTo>
                    <a:pt x="510837" y="172894"/>
                  </a:lnTo>
                  <a:lnTo>
                    <a:pt x="544893" y="185302"/>
                  </a:lnTo>
                  <a:lnTo>
                    <a:pt x="578949" y="197810"/>
                  </a:lnTo>
                  <a:lnTo>
                    <a:pt x="613005" y="210417"/>
                  </a:lnTo>
                  <a:lnTo>
                    <a:pt x="647060" y="223120"/>
                  </a:lnTo>
                  <a:lnTo>
                    <a:pt x="681116" y="235919"/>
                  </a:lnTo>
                  <a:lnTo>
                    <a:pt x="715172" y="248810"/>
                  </a:lnTo>
                  <a:lnTo>
                    <a:pt x="749228" y="261791"/>
                  </a:lnTo>
                  <a:lnTo>
                    <a:pt x="783284" y="274860"/>
                  </a:lnTo>
                  <a:lnTo>
                    <a:pt x="817340" y="288014"/>
                  </a:lnTo>
                  <a:lnTo>
                    <a:pt x="851395" y="301250"/>
                  </a:lnTo>
                  <a:lnTo>
                    <a:pt x="885451" y="314567"/>
                  </a:lnTo>
                  <a:lnTo>
                    <a:pt x="919507" y="327961"/>
                  </a:lnTo>
                  <a:lnTo>
                    <a:pt x="953563" y="341429"/>
                  </a:lnTo>
                  <a:lnTo>
                    <a:pt x="987619" y="354970"/>
                  </a:lnTo>
                  <a:lnTo>
                    <a:pt x="1021675" y="368579"/>
                  </a:lnTo>
                  <a:lnTo>
                    <a:pt x="1055730" y="382253"/>
                  </a:lnTo>
                  <a:lnTo>
                    <a:pt x="1089786" y="395991"/>
                  </a:lnTo>
                  <a:lnTo>
                    <a:pt x="1123842" y="409788"/>
                  </a:lnTo>
                  <a:lnTo>
                    <a:pt x="1157898" y="423642"/>
                  </a:lnTo>
                  <a:lnTo>
                    <a:pt x="1191954" y="437549"/>
                  </a:lnTo>
                  <a:lnTo>
                    <a:pt x="1226010" y="451507"/>
                  </a:lnTo>
                  <a:lnTo>
                    <a:pt x="1260065" y="465510"/>
                  </a:lnTo>
                  <a:lnTo>
                    <a:pt x="1294121" y="479558"/>
                  </a:lnTo>
                  <a:lnTo>
                    <a:pt x="1328177" y="493645"/>
                  </a:lnTo>
                  <a:lnTo>
                    <a:pt x="1362233" y="507769"/>
                  </a:lnTo>
                  <a:lnTo>
                    <a:pt x="1396289" y="521926"/>
                  </a:lnTo>
                  <a:lnTo>
                    <a:pt x="1430345" y="536112"/>
                  </a:lnTo>
                  <a:lnTo>
                    <a:pt x="1464400" y="550324"/>
                  </a:lnTo>
                  <a:lnTo>
                    <a:pt x="1498456" y="564559"/>
                  </a:lnTo>
                  <a:lnTo>
                    <a:pt x="1532512" y="578813"/>
                  </a:lnTo>
                  <a:lnTo>
                    <a:pt x="1566568" y="593081"/>
                  </a:lnTo>
                  <a:lnTo>
                    <a:pt x="1600624" y="607362"/>
                  </a:lnTo>
                  <a:lnTo>
                    <a:pt x="1634680" y="621650"/>
                  </a:lnTo>
                  <a:lnTo>
                    <a:pt x="1668735" y="635943"/>
                  </a:lnTo>
                  <a:lnTo>
                    <a:pt x="1702791" y="650236"/>
                  </a:lnTo>
                  <a:lnTo>
                    <a:pt x="1736847" y="664526"/>
                  </a:lnTo>
                  <a:lnTo>
                    <a:pt x="1770903" y="678810"/>
                  </a:lnTo>
                  <a:lnTo>
                    <a:pt x="1804959" y="693084"/>
                  </a:lnTo>
                  <a:lnTo>
                    <a:pt x="1839015" y="707343"/>
                  </a:lnTo>
                  <a:lnTo>
                    <a:pt x="1873070" y="721585"/>
                  </a:lnTo>
                  <a:lnTo>
                    <a:pt x="1907126" y="735806"/>
                  </a:lnTo>
                  <a:lnTo>
                    <a:pt x="1941182" y="750002"/>
                  </a:lnTo>
                  <a:lnTo>
                    <a:pt x="1975238" y="764170"/>
                  </a:lnTo>
                  <a:lnTo>
                    <a:pt x="2009294" y="778306"/>
                  </a:lnTo>
                  <a:lnTo>
                    <a:pt x="2043350" y="792406"/>
                  </a:lnTo>
                  <a:lnTo>
                    <a:pt x="2077405" y="806469"/>
                  </a:lnTo>
                  <a:lnTo>
                    <a:pt x="2111461" y="820488"/>
                  </a:lnTo>
                  <a:lnTo>
                    <a:pt x="2145517" y="834463"/>
                  </a:lnTo>
                  <a:lnTo>
                    <a:pt x="2179573" y="848388"/>
                  </a:lnTo>
                  <a:lnTo>
                    <a:pt x="2213629" y="862262"/>
                  </a:lnTo>
                  <a:lnTo>
                    <a:pt x="2247685" y="876080"/>
                  </a:lnTo>
                  <a:lnTo>
                    <a:pt x="2281740" y="889839"/>
                  </a:lnTo>
                  <a:lnTo>
                    <a:pt x="2315796" y="903537"/>
                  </a:lnTo>
                  <a:lnTo>
                    <a:pt x="2349852" y="917170"/>
                  </a:lnTo>
                  <a:lnTo>
                    <a:pt x="2383908" y="930735"/>
                  </a:lnTo>
                  <a:lnTo>
                    <a:pt x="2417964" y="944230"/>
                  </a:lnTo>
                  <a:lnTo>
                    <a:pt x="2452020" y="957651"/>
                  </a:lnTo>
                  <a:lnTo>
                    <a:pt x="2486075" y="970995"/>
                  </a:lnTo>
                  <a:lnTo>
                    <a:pt x="2520131" y="984261"/>
                  </a:lnTo>
                  <a:lnTo>
                    <a:pt x="2554187" y="997445"/>
                  </a:lnTo>
                  <a:lnTo>
                    <a:pt x="2588243" y="1010545"/>
                  </a:lnTo>
                  <a:lnTo>
                    <a:pt x="2622299" y="1023557"/>
                  </a:lnTo>
                  <a:lnTo>
                    <a:pt x="2656355" y="1036481"/>
                  </a:lnTo>
                  <a:lnTo>
                    <a:pt x="2690410" y="1049313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1920981" y="2797831"/>
              <a:ext cx="3134902" cy="247768"/>
            </a:xfrm>
            <a:custGeom>
              <a:avLst/>
              <a:pathLst>
                <a:path w="3134902" h="247768">
                  <a:moveTo>
                    <a:pt x="0" y="0"/>
                  </a:moveTo>
                  <a:lnTo>
                    <a:pt x="39682" y="3185"/>
                  </a:lnTo>
                  <a:lnTo>
                    <a:pt x="79364" y="6371"/>
                  </a:lnTo>
                  <a:lnTo>
                    <a:pt x="119046" y="9556"/>
                  </a:lnTo>
                  <a:lnTo>
                    <a:pt x="158729" y="12741"/>
                  </a:lnTo>
                  <a:lnTo>
                    <a:pt x="198411" y="15926"/>
                  </a:lnTo>
                  <a:lnTo>
                    <a:pt x="238093" y="19110"/>
                  </a:lnTo>
                  <a:lnTo>
                    <a:pt x="277776" y="22294"/>
                  </a:lnTo>
                  <a:lnTo>
                    <a:pt x="317458" y="25477"/>
                  </a:lnTo>
                  <a:lnTo>
                    <a:pt x="357140" y="28660"/>
                  </a:lnTo>
                  <a:lnTo>
                    <a:pt x="396823" y="31842"/>
                  </a:lnTo>
                  <a:lnTo>
                    <a:pt x="436505" y="35023"/>
                  </a:lnTo>
                  <a:lnTo>
                    <a:pt x="476187" y="38204"/>
                  </a:lnTo>
                  <a:lnTo>
                    <a:pt x="515870" y="41384"/>
                  </a:lnTo>
                  <a:lnTo>
                    <a:pt x="555552" y="44564"/>
                  </a:lnTo>
                  <a:lnTo>
                    <a:pt x="595234" y="47742"/>
                  </a:lnTo>
                  <a:lnTo>
                    <a:pt x="634916" y="50920"/>
                  </a:lnTo>
                  <a:lnTo>
                    <a:pt x="674599" y="54097"/>
                  </a:lnTo>
                  <a:lnTo>
                    <a:pt x="714281" y="57273"/>
                  </a:lnTo>
                  <a:lnTo>
                    <a:pt x="753963" y="60448"/>
                  </a:lnTo>
                  <a:lnTo>
                    <a:pt x="793646" y="63622"/>
                  </a:lnTo>
                  <a:lnTo>
                    <a:pt x="833328" y="66796"/>
                  </a:lnTo>
                  <a:lnTo>
                    <a:pt x="873010" y="69968"/>
                  </a:lnTo>
                  <a:lnTo>
                    <a:pt x="912693" y="73139"/>
                  </a:lnTo>
                  <a:lnTo>
                    <a:pt x="952375" y="76308"/>
                  </a:lnTo>
                  <a:lnTo>
                    <a:pt x="992057" y="79477"/>
                  </a:lnTo>
                  <a:lnTo>
                    <a:pt x="1031740" y="82644"/>
                  </a:lnTo>
                  <a:lnTo>
                    <a:pt x="1071422" y="85811"/>
                  </a:lnTo>
                  <a:lnTo>
                    <a:pt x="1111104" y="88975"/>
                  </a:lnTo>
                  <a:lnTo>
                    <a:pt x="1150786" y="92139"/>
                  </a:lnTo>
                  <a:lnTo>
                    <a:pt x="1190469" y="95301"/>
                  </a:lnTo>
                  <a:lnTo>
                    <a:pt x="1230151" y="98462"/>
                  </a:lnTo>
                  <a:lnTo>
                    <a:pt x="1269833" y="101621"/>
                  </a:lnTo>
                  <a:lnTo>
                    <a:pt x="1309516" y="104779"/>
                  </a:lnTo>
                  <a:lnTo>
                    <a:pt x="1349198" y="107935"/>
                  </a:lnTo>
                  <a:lnTo>
                    <a:pt x="1388880" y="111090"/>
                  </a:lnTo>
                  <a:lnTo>
                    <a:pt x="1428563" y="114243"/>
                  </a:lnTo>
                  <a:lnTo>
                    <a:pt x="1468245" y="117394"/>
                  </a:lnTo>
                  <a:lnTo>
                    <a:pt x="1507927" y="120544"/>
                  </a:lnTo>
                  <a:lnTo>
                    <a:pt x="1547610" y="123692"/>
                  </a:lnTo>
                  <a:lnTo>
                    <a:pt x="1587292" y="126839"/>
                  </a:lnTo>
                  <a:lnTo>
                    <a:pt x="1626974" y="129983"/>
                  </a:lnTo>
                  <a:lnTo>
                    <a:pt x="1666657" y="133126"/>
                  </a:lnTo>
                  <a:lnTo>
                    <a:pt x="1706339" y="136266"/>
                  </a:lnTo>
                  <a:lnTo>
                    <a:pt x="1746021" y="139405"/>
                  </a:lnTo>
                  <a:lnTo>
                    <a:pt x="1785703" y="142542"/>
                  </a:lnTo>
                  <a:lnTo>
                    <a:pt x="1825386" y="145677"/>
                  </a:lnTo>
                  <a:lnTo>
                    <a:pt x="1865068" y="148810"/>
                  </a:lnTo>
                  <a:lnTo>
                    <a:pt x="1904750" y="151941"/>
                  </a:lnTo>
                  <a:lnTo>
                    <a:pt x="1944433" y="155069"/>
                  </a:lnTo>
                  <a:lnTo>
                    <a:pt x="1984115" y="158196"/>
                  </a:lnTo>
                  <a:lnTo>
                    <a:pt x="2023797" y="161320"/>
                  </a:lnTo>
                  <a:lnTo>
                    <a:pt x="2063480" y="164442"/>
                  </a:lnTo>
                  <a:lnTo>
                    <a:pt x="2103162" y="167562"/>
                  </a:lnTo>
                  <a:lnTo>
                    <a:pt x="2142844" y="170680"/>
                  </a:lnTo>
                  <a:lnTo>
                    <a:pt x="2182527" y="173795"/>
                  </a:lnTo>
                  <a:lnTo>
                    <a:pt x="2222209" y="176908"/>
                  </a:lnTo>
                  <a:lnTo>
                    <a:pt x="2261891" y="180018"/>
                  </a:lnTo>
                  <a:lnTo>
                    <a:pt x="2301573" y="183126"/>
                  </a:lnTo>
                  <a:lnTo>
                    <a:pt x="2341256" y="186232"/>
                  </a:lnTo>
                  <a:lnTo>
                    <a:pt x="2380938" y="189335"/>
                  </a:lnTo>
                  <a:lnTo>
                    <a:pt x="2420620" y="192436"/>
                  </a:lnTo>
                  <a:lnTo>
                    <a:pt x="2460303" y="195533"/>
                  </a:lnTo>
                  <a:lnTo>
                    <a:pt x="2499985" y="198629"/>
                  </a:lnTo>
                  <a:lnTo>
                    <a:pt x="2539667" y="201721"/>
                  </a:lnTo>
                  <a:lnTo>
                    <a:pt x="2579350" y="204811"/>
                  </a:lnTo>
                  <a:lnTo>
                    <a:pt x="2619032" y="207899"/>
                  </a:lnTo>
                  <a:lnTo>
                    <a:pt x="2658714" y="210983"/>
                  </a:lnTo>
                  <a:lnTo>
                    <a:pt x="2698397" y="214065"/>
                  </a:lnTo>
                  <a:lnTo>
                    <a:pt x="2738079" y="217143"/>
                  </a:lnTo>
                  <a:lnTo>
                    <a:pt x="2777761" y="220219"/>
                  </a:lnTo>
                  <a:lnTo>
                    <a:pt x="2817443" y="223292"/>
                  </a:lnTo>
                  <a:lnTo>
                    <a:pt x="2857126" y="226363"/>
                  </a:lnTo>
                  <a:lnTo>
                    <a:pt x="2896808" y="229430"/>
                  </a:lnTo>
                  <a:lnTo>
                    <a:pt x="2936490" y="232494"/>
                  </a:lnTo>
                  <a:lnTo>
                    <a:pt x="2976173" y="235555"/>
                  </a:lnTo>
                  <a:lnTo>
                    <a:pt x="3015855" y="238613"/>
                  </a:lnTo>
                  <a:lnTo>
                    <a:pt x="3055537" y="241668"/>
                  </a:lnTo>
                  <a:lnTo>
                    <a:pt x="3095220" y="244719"/>
                  </a:lnTo>
                  <a:lnTo>
                    <a:pt x="3134902" y="247768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1623483" y="2301162"/>
              <a:ext cx="3200881" cy="191969"/>
            </a:xfrm>
            <a:custGeom>
              <a:avLst/>
              <a:pathLst>
                <a:path w="3200881" h="191969">
                  <a:moveTo>
                    <a:pt x="0" y="0"/>
                  </a:moveTo>
                  <a:lnTo>
                    <a:pt x="40517" y="2299"/>
                  </a:lnTo>
                  <a:lnTo>
                    <a:pt x="81034" y="4603"/>
                  </a:lnTo>
                  <a:lnTo>
                    <a:pt x="121552" y="6911"/>
                  </a:lnTo>
                  <a:lnTo>
                    <a:pt x="162069" y="9222"/>
                  </a:lnTo>
                  <a:lnTo>
                    <a:pt x="202587" y="11536"/>
                  </a:lnTo>
                  <a:lnTo>
                    <a:pt x="243104" y="13855"/>
                  </a:lnTo>
                  <a:lnTo>
                    <a:pt x="283622" y="16176"/>
                  </a:lnTo>
                  <a:lnTo>
                    <a:pt x="324139" y="18502"/>
                  </a:lnTo>
                  <a:lnTo>
                    <a:pt x="364657" y="20831"/>
                  </a:lnTo>
                  <a:lnTo>
                    <a:pt x="405174" y="23164"/>
                  </a:lnTo>
                  <a:lnTo>
                    <a:pt x="445692" y="25500"/>
                  </a:lnTo>
                  <a:lnTo>
                    <a:pt x="486209" y="27840"/>
                  </a:lnTo>
                  <a:lnTo>
                    <a:pt x="526727" y="30184"/>
                  </a:lnTo>
                  <a:lnTo>
                    <a:pt x="567244" y="32531"/>
                  </a:lnTo>
                  <a:lnTo>
                    <a:pt x="607762" y="34881"/>
                  </a:lnTo>
                  <a:lnTo>
                    <a:pt x="648279" y="37235"/>
                  </a:lnTo>
                  <a:lnTo>
                    <a:pt x="688797" y="39593"/>
                  </a:lnTo>
                  <a:lnTo>
                    <a:pt x="729314" y="41954"/>
                  </a:lnTo>
                  <a:lnTo>
                    <a:pt x="769832" y="44318"/>
                  </a:lnTo>
                  <a:lnTo>
                    <a:pt x="810349" y="46686"/>
                  </a:lnTo>
                  <a:lnTo>
                    <a:pt x="850867" y="49058"/>
                  </a:lnTo>
                  <a:lnTo>
                    <a:pt x="891384" y="51432"/>
                  </a:lnTo>
                  <a:lnTo>
                    <a:pt x="931902" y="53811"/>
                  </a:lnTo>
                  <a:lnTo>
                    <a:pt x="972419" y="56192"/>
                  </a:lnTo>
                  <a:lnTo>
                    <a:pt x="1012937" y="58577"/>
                  </a:lnTo>
                  <a:lnTo>
                    <a:pt x="1053454" y="60966"/>
                  </a:lnTo>
                  <a:lnTo>
                    <a:pt x="1093972" y="63357"/>
                  </a:lnTo>
                  <a:lnTo>
                    <a:pt x="1134489" y="65753"/>
                  </a:lnTo>
                  <a:lnTo>
                    <a:pt x="1175006" y="68151"/>
                  </a:lnTo>
                  <a:lnTo>
                    <a:pt x="1215524" y="70553"/>
                  </a:lnTo>
                  <a:lnTo>
                    <a:pt x="1256041" y="72958"/>
                  </a:lnTo>
                  <a:lnTo>
                    <a:pt x="1296559" y="75366"/>
                  </a:lnTo>
                  <a:lnTo>
                    <a:pt x="1337076" y="77778"/>
                  </a:lnTo>
                  <a:lnTo>
                    <a:pt x="1377594" y="80193"/>
                  </a:lnTo>
                  <a:lnTo>
                    <a:pt x="1418111" y="82611"/>
                  </a:lnTo>
                  <a:lnTo>
                    <a:pt x="1458629" y="85032"/>
                  </a:lnTo>
                  <a:lnTo>
                    <a:pt x="1499146" y="87457"/>
                  </a:lnTo>
                  <a:lnTo>
                    <a:pt x="1539664" y="89884"/>
                  </a:lnTo>
                  <a:lnTo>
                    <a:pt x="1580181" y="92315"/>
                  </a:lnTo>
                  <a:lnTo>
                    <a:pt x="1620699" y="94749"/>
                  </a:lnTo>
                  <a:lnTo>
                    <a:pt x="1661216" y="97187"/>
                  </a:lnTo>
                  <a:lnTo>
                    <a:pt x="1701734" y="99627"/>
                  </a:lnTo>
                  <a:lnTo>
                    <a:pt x="1742251" y="102071"/>
                  </a:lnTo>
                  <a:lnTo>
                    <a:pt x="1782769" y="104517"/>
                  </a:lnTo>
                  <a:lnTo>
                    <a:pt x="1823286" y="106967"/>
                  </a:lnTo>
                  <a:lnTo>
                    <a:pt x="1863804" y="109420"/>
                  </a:lnTo>
                  <a:lnTo>
                    <a:pt x="1904321" y="111875"/>
                  </a:lnTo>
                  <a:lnTo>
                    <a:pt x="1944839" y="114334"/>
                  </a:lnTo>
                  <a:lnTo>
                    <a:pt x="1985356" y="116796"/>
                  </a:lnTo>
                  <a:lnTo>
                    <a:pt x="2025874" y="119261"/>
                  </a:lnTo>
                  <a:lnTo>
                    <a:pt x="2066391" y="121729"/>
                  </a:lnTo>
                  <a:lnTo>
                    <a:pt x="2106909" y="124199"/>
                  </a:lnTo>
                  <a:lnTo>
                    <a:pt x="2147426" y="126673"/>
                  </a:lnTo>
                  <a:lnTo>
                    <a:pt x="2187944" y="129150"/>
                  </a:lnTo>
                  <a:lnTo>
                    <a:pt x="2228461" y="131629"/>
                  </a:lnTo>
                  <a:lnTo>
                    <a:pt x="2268978" y="134112"/>
                  </a:lnTo>
                  <a:lnTo>
                    <a:pt x="2309496" y="136597"/>
                  </a:lnTo>
                  <a:lnTo>
                    <a:pt x="2350013" y="139086"/>
                  </a:lnTo>
                  <a:lnTo>
                    <a:pt x="2390531" y="141577"/>
                  </a:lnTo>
                  <a:lnTo>
                    <a:pt x="2431048" y="144071"/>
                  </a:lnTo>
                  <a:lnTo>
                    <a:pt x="2471566" y="146567"/>
                  </a:lnTo>
                  <a:lnTo>
                    <a:pt x="2512083" y="149067"/>
                  </a:lnTo>
                  <a:lnTo>
                    <a:pt x="2552601" y="151569"/>
                  </a:lnTo>
                  <a:lnTo>
                    <a:pt x="2593118" y="154074"/>
                  </a:lnTo>
                  <a:lnTo>
                    <a:pt x="2633636" y="156582"/>
                  </a:lnTo>
                  <a:lnTo>
                    <a:pt x="2674153" y="159093"/>
                  </a:lnTo>
                  <a:lnTo>
                    <a:pt x="2714671" y="161606"/>
                  </a:lnTo>
                  <a:lnTo>
                    <a:pt x="2755188" y="164122"/>
                  </a:lnTo>
                  <a:lnTo>
                    <a:pt x="2795706" y="166640"/>
                  </a:lnTo>
                  <a:lnTo>
                    <a:pt x="2836223" y="169161"/>
                  </a:lnTo>
                  <a:lnTo>
                    <a:pt x="2876741" y="171685"/>
                  </a:lnTo>
                  <a:lnTo>
                    <a:pt x="2917258" y="174212"/>
                  </a:lnTo>
                  <a:lnTo>
                    <a:pt x="2957776" y="176741"/>
                  </a:lnTo>
                  <a:lnTo>
                    <a:pt x="2998293" y="179272"/>
                  </a:lnTo>
                  <a:lnTo>
                    <a:pt x="3038811" y="181807"/>
                  </a:lnTo>
                  <a:lnTo>
                    <a:pt x="3079328" y="184343"/>
                  </a:lnTo>
                  <a:lnTo>
                    <a:pt x="3119846" y="186883"/>
                  </a:lnTo>
                  <a:lnTo>
                    <a:pt x="3160363" y="189424"/>
                  </a:lnTo>
                  <a:lnTo>
                    <a:pt x="3200881" y="191969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2082973" y="2451849"/>
              <a:ext cx="2965276" cy="497775"/>
            </a:xfrm>
            <a:custGeom>
              <a:avLst/>
              <a:pathLst>
                <a:path w="2965276" h="497775">
                  <a:moveTo>
                    <a:pt x="0" y="0"/>
                  </a:moveTo>
                  <a:lnTo>
                    <a:pt x="37535" y="5985"/>
                  </a:lnTo>
                  <a:lnTo>
                    <a:pt x="75070" y="11986"/>
                  </a:lnTo>
                  <a:lnTo>
                    <a:pt x="112605" y="18002"/>
                  </a:lnTo>
                  <a:lnTo>
                    <a:pt x="150140" y="24034"/>
                  </a:lnTo>
                  <a:lnTo>
                    <a:pt x="187675" y="30080"/>
                  </a:lnTo>
                  <a:lnTo>
                    <a:pt x="225210" y="36141"/>
                  </a:lnTo>
                  <a:lnTo>
                    <a:pt x="262746" y="42215"/>
                  </a:lnTo>
                  <a:lnTo>
                    <a:pt x="300281" y="48304"/>
                  </a:lnTo>
                  <a:lnTo>
                    <a:pt x="337816" y="54407"/>
                  </a:lnTo>
                  <a:lnTo>
                    <a:pt x="375351" y="60523"/>
                  </a:lnTo>
                  <a:lnTo>
                    <a:pt x="412886" y="66652"/>
                  </a:lnTo>
                  <a:lnTo>
                    <a:pt x="450421" y="72794"/>
                  </a:lnTo>
                  <a:lnTo>
                    <a:pt x="487956" y="78949"/>
                  </a:lnTo>
                  <a:lnTo>
                    <a:pt x="525492" y="85116"/>
                  </a:lnTo>
                  <a:lnTo>
                    <a:pt x="563027" y="91295"/>
                  </a:lnTo>
                  <a:lnTo>
                    <a:pt x="600562" y="97486"/>
                  </a:lnTo>
                  <a:lnTo>
                    <a:pt x="638097" y="103689"/>
                  </a:lnTo>
                  <a:lnTo>
                    <a:pt x="675632" y="109903"/>
                  </a:lnTo>
                  <a:lnTo>
                    <a:pt x="713167" y="116127"/>
                  </a:lnTo>
                  <a:lnTo>
                    <a:pt x="750702" y="122363"/>
                  </a:lnTo>
                  <a:lnTo>
                    <a:pt x="788238" y="128608"/>
                  </a:lnTo>
                  <a:lnTo>
                    <a:pt x="825773" y="134864"/>
                  </a:lnTo>
                  <a:lnTo>
                    <a:pt x="863308" y="141129"/>
                  </a:lnTo>
                  <a:lnTo>
                    <a:pt x="900843" y="147404"/>
                  </a:lnTo>
                  <a:lnTo>
                    <a:pt x="938378" y="153688"/>
                  </a:lnTo>
                  <a:lnTo>
                    <a:pt x="975913" y="159981"/>
                  </a:lnTo>
                  <a:lnTo>
                    <a:pt x="1013448" y="166283"/>
                  </a:lnTo>
                  <a:lnTo>
                    <a:pt x="1050984" y="172592"/>
                  </a:lnTo>
                  <a:lnTo>
                    <a:pt x="1088519" y="178910"/>
                  </a:lnTo>
                  <a:lnTo>
                    <a:pt x="1126054" y="185235"/>
                  </a:lnTo>
                  <a:lnTo>
                    <a:pt x="1163589" y="191567"/>
                  </a:lnTo>
                  <a:lnTo>
                    <a:pt x="1201124" y="197907"/>
                  </a:lnTo>
                  <a:lnTo>
                    <a:pt x="1238659" y="204253"/>
                  </a:lnTo>
                  <a:lnTo>
                    <a:pt x="1276194" y="210605"/>
                  </a:lnTo>
                  <a:lnTo>
                    <a:pt x="1313730" y="216964"/>
                  </a:lnTo>
                  <a:lnTo>
                    <a:pt x="1351265" y="223328"/>
                  </a:lnTo>
                  <a:lnTo>
                    <a:pt x="1388800" y="229698"/>
                  </a:lnTo>
                  <a:lnTo>
                    <a:pt x="1426335" y="236072"/>
                  </a:lnTo>
                  <a:lnTo>
                    <a:pt x="1463870" y="242452"/>
                  </a:lnTo>
                  <a:lnTo>
                    <a:pt x="1501405" y="248836"/>
                  </a:lnTo>
                  <a:lnTo>
                    <a:pt x="1538940" y="255224"/>
                  </a:lnTo>
                  <a:lnTo>
                    <a:pt x="1576476" y="261615"/>
                  </a:lnTo>
                  <a:lnTo>
                    <a:pt x="1614011" y="268011"/>
                  </a:lnTo>
                  <a:lnTo>
                    <a:pt x="1651546" y="274409"/>
                  </a:lnTo>
                  <a:lnTo>
                    <a:pt x="1689081" y="280810"/>
                  </a:lnTo>
                  <a:lnTo>
                    <a:pt x="1726616" y="287214"/>
                  </a:lnTo>
                  <a:lnTo>
                    <a:pt x="1764151" y="293619"/>
                  </a:lnTo>
                  <a:lnTo>
                    <a:pt x="1801686" y="300027"/>
                  </a:lnTo>
                  <a:lnTo>
                    <a:pt x="1839222" y="306436"/>
                  </a:lnTo>
                  <a:lnTo>
                    <a:pt x="1876757" y="312846"/>
                  </a:lnTo>
                  <a:lnTo>
                    <a:pt x="1914292" y="319258"/>
                  </a:lnTo>
                  <a:lnTo>
                    <a:pt x="1951827" y="325669"/>
                  </a:lnTo>
                  <a:lnTo>
                    <a:pt x="1989362" y="332081"/>
                  </a:lnTo>
                  <a:lnTo>
                    <a:pt x="2026897" y="338492"/>
                  </a:lnTo>
                  <a:lnTo>
                    <a:pt x="2064432" y="344904"/>
                  </a:lnTo>
                  <a:lnTo>
                    <a:pt x="2101968" y="351314"/>
                  </a:lnTo>
                  <a:lnTo>
                    <a:pt x="2139503" y="357723"/>
                  </a:lnTo>
                  <a:lnTo>
                    <a:pt x="2177038" y="364131"/>
                  </a:lnTo>
                  <a:lnTo>
                    <a:pt x="2214573" y="370537"/>
                  </a:lnTo>
                  <a:lnTo>
                    <a:pt x="2252108" y="376940"/>
                  </a:lnTo>
                  <a:lnTo>
                    <a:pt x="2289643" y="383342"/>
                  </a:lnTo>
                  <a:lnTo>
                    <a:pt x="2327178" y="389740"/>
                  </a:lnTo>
                  <a:lnTo>
                    <a:pt x="2364714" y="396136"/>
                  </a:lnTo>
                  <a:lnTo>
                    <a:pt x="2402249" y="402528"/>
                  </a:lnTo>
                  <a:lnTo>
                    <a:pt x="2439784" y="408916"/>
                  </a:lnTo>
                  <a:lnTo>
                    <a:pt x="2477319" y="415300"/>
                  </a:lnTo>
                  <a:lnTo>
                    <a:pt x="2514854" y="421680"/>
                  </a:lnTo>
                  <a:lnTo>
                    <a:pt x="2552389" y="428054"/>
                  </a:lnTo>
                  <a:lnTo>
                    <a:pt x="2589925" y="434424"/>
                  </a:lnTo>
                  <a:lnTo>
                    <a:pt x="2627460" y="440789"/>
                  </a:lnTo>
                  <a:lnTo>
                    <a:pt x="2664995" y="447148"/>
                  </a:lnTo>
                  <a:lnTo>
                    <a:pt x="2702530" y="453501"/>
                  </a:lnTo>
                  <a:lnTo>
                    <a:pt x="2740065" y="459847"/>
                  </a:lnTo>
                  <a:lnTo>
                    <a:pt x="2777600" y="466187"/>
                  </a:lnTo>
                  <a:lnTo>
                    <a:pt x="2815135" y="472520"/>
                  </a:lnTo>
                  <a:lnTo>
                    <a:pt x="2852671" y="478845"/>
                  </a:lnTo>
                  <a:lnTo>
                    <a:pt x="2890206" y="485163"/>
                  </a:lnTo>
                  <a:lnTo>
                    <a:pt x="2927741" y="491473"/>
                  </a:lnTo>
                  <a:lnTo>
                    <a:pt x="2965276" y="497775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2293061" y="2255763"/>
              <a:ext cx="3229698" cy="1027650"/>
            </a:xfrm>
            <a:custGeom>
              <a:avLst/>
              <a:pathLst>
                <a:path w="3229698" h="1027650">
                  <a:moveTo>
                    <a:pt x="0" y="0"/>
                  </a:moveTo>
                  <a:lnTo>
                    <a:pt x="40882" y="11477"/>
                  </a:lnTo>
                  <a:lnTo>
                    <a:pt x="81764" y="23056"/>
                  </a:lnTo>
                  <a:lnTo>
                    <a:pt x="122646" y="34736"/>
                  </a:lnTo>
                  <a:lnTo>
                    <a:pt x="163529" y="46515"/>
                  </a:lnTo>
                  <a:lnTo>
                    <a:pt x="204411" y="58392"/>
                  </a:lnTo>
                  <a:lnTo>
                    <a:pt x="245293" y="70366"/>
                  </a:lnTo>
                  <a:lnTo>
                    <a:pt x="286175" y="82433"/>
                  </a:lnTo>
                  <a:lnTo>
                    <a:pt x="327058" y="94593"/>
                  </a:lnTo>
                  <a:lnTo>
                    <a:pt x="367940" y="106844"/>
                  </a:lnTo>
                  <a:lnTo>
                    <a:pt x="408822" y="119184"/>
                  </a:lnTo>
                  <a:lnTo>
                    <a:pt x="449704" y="131610"/>
                  </a:lnTo>
                  <a:lnTo>
                    <a:pt x="490587" y="144122"/>
                  </a:lnTo>
                  <a:lnTo>
                    <a:pt x="531469" y="156715"/>
                  </a:lnTo>
                  <a:lnTo>
                    <a:pt x="572351" y="169390"/>
                  </a:lnTo>
                  <a:lnTo>
                    <a:pt x="613233" y="182142"/>
                  </a:lnTo>
                  <a:lnTo>
                    <a:pt x="654116" y="194970"/>
                  </a:lnTo>
                  <a:lnTo>
                    <a:pt x="694998" y="207871"/>
                  </a:lnTo>
                  <a:lnTo>
                    <a:pt x="735880" y="220843"/>
                  </a:lnTo>
                  <a:lnTo>
                    <a:pt x="776763" y="233884"/>
                  </a:lnTo>
                  <a:lnTo>
                    <a:pt x="817645" y="246990"/>
                  </a:lnTo>
                  <a:lnTo>
                    <a:pt x="858527" y="260159"/>
                  </a:lnTo>
                  <a:lnTo>
                    <a:pt x="899409" y="273389"/>
                  </a:lnTo>
                  <a:lnTo>
                    <a:pt x="940292" y="286676"/>
                  </a:lnTo>
                  <a:lnTo>
                    <a:pt x="981174" y="300018"/>
                  </a:lnTo>
                  <a:lnTo>
                    <a:pt x="1022056" y="313412"/>
                  </a:lnTo>
                  <a:lnTo>
                    <a:pt x="1062938" y="326855"/>
                  </a:lnTo>
                  <a:lnTo>
                    <a:pt x="1103821" y="340345"/>
                  </a:lnTo>
                  <a:lnTo>
                    <a:pt x="1144703" y="353877"/>
                  </a:lnTo>
                  <a:lnTo>
                    <a:pt x="1185585" y="367449"/>
                  </a:lnTo>
                  <a:lnTo>
                    <a:pt x="1226467" y="381059"/>
                  </a:lnTo>
                  <a:lnTo>
                    <a:pt x="1267350" y="394702"/>
                  </a:lnTo>
                  <a:lnTo>
                    <a:pt x="1308232" y="408376"/>
                  </a:lnTo>
                  <a:lnTo>
                    <a:pt x="1349114" y="422078"/>
                  </a:lnTo>
                  <a:lnTo>
                    <a:pt x="1389997" y="435804"/>
                  </a:lnTo>
                  <a:lnTo>
                    <a:pt x="1430879" y="449551"/>
                  </a:lnTo>
                  <a:lnTo>
                    <a:pt x="1471761" y="463316"/>
                  </a:lnTo>
                  <a:lnTo>
                    <a:pt x="1512643" y="477096"/>
                  </a:lnTo>
                  <a:lnTo>
                    <a:pt x="1553526" y="490887"/>
                  </a:lnTo>
                  <a:lnTo>
                    <a:pt x="1594408" y="504687"/>
                  </a:lnTo>
                  <a:lnTo>
                    <a:pt x="1635290" y="518491"/>
                  </a:lnTo>
                  <a:lnTo>
                    <a:pt x="1676172" y="532297"/>
                  </a:lnTo>
                  <a:lnTo>
                    <a:pt x="1717055" y="546101"/>
                  </a:lnTo>
                  <a:lnTo>
                    <a:pt x="1757937" y="559900"/>
                  </a:lnTo>
                  <a:lnTo>
                    <a:pt x="1798819" y="573691"/>
                  </a:lnTo>
                  <a:lnTo>
                    <a:pt x="1839701" y="587471"/>
                  </a:lnTo>
                  <a:lnTo>
                    <a:pt x="1880584" y="601235"/>
                  </a:lnTo>
                  <a:lnTo>
                    <a:pt x="1921466" y="614982"/>
                  </a:lnTo>
                  <a:lnTo>
                    <a:pt x="1962348" y="628707"/>
                  </a:lnTo>
                  <a:lnTo>
                    <a:pt x="2003231" y="642407"/>
                  </a:lnTo>
                  <a:lnTo>
                    <a:pt x="2044113" y="656080"/>
                  </a:lnTo>
                  <a:lnTo>
                    <a:pt x="2084995" y="669722"/>
                  </a:lnTo>
                  <a:lnTo>
                    <a:pt x="2125877" y="683330"/>
                  </a:lnTo>
                  <a:lnTo>
                    <a:pt x="2166760" y="696901"/>
                  </a:lnTo>
                  <a:lnTo>
                    <a:pt x="2207642" y="710432"/>
                  </a:lnTo>
                  <a:lnTo>
                    <a:pt x="2248524" y="723920"/>
                  </a:lnTo>
                  <a:lnTo>
                    <a:pt x="2289406" y="737361"/>
                  </a:lnTo>
                  <a:lnTo>
                    <a:pt x="2330289" y="750753"/>
                  </a:lnTo>
                  <a:lnTo>
                    <a:pt x="2371171" y="764093"/>
                  </a:lnTo>
                  <a:lnTo>
                    <a:pt x="2412053" y="777379"/>
                  </a:lnTo>
                  <a:lnTo>
                    <a:pt x="2452935" y="790606"/>
                  </a:lnTo>
                  <a:lnTo>
                    <a:pt x="2493818" y="803773"/>
                  </a:lnTo>
                  <a:lnTo>
                    <a:pt x="2534700" y="816877"/>
                  </a:lnTo>
                  <a:lnTo>
                    <a:pt x="2575582" y="829915"/>
                  </a:lnTo>
                  <a:lnTo>
                    <a:pt x="2616464" y="842884"/>
                  </a:lnTo>
                  <a:lnTo>
                    <a:pt x="2657347" y="855783"/>
                  </a:lnTo>
                  <a:lnTo>
                    <a:pt x="2698229" y="868608"/>
                  </a:lnTo>
                  <a:lnTo>
                    <a:pt x="2739111" y="881357"/>
                  </a:lnTo>
                  <a:lnTo>
                    <a:pt x="2779994" y="894028"/>
                  </a:lnTo>
                  <a:lnTo>
                    <a:pt x="2820876" y="906619"/>
                  </a:lnTo>
                  <a:lnTo>
                    <a:pt x="2861758" y="919127"/>
                  </a:lnTo>
                  <a:lnTo>
                    <a:pt x="2902640" y="931550"/>
                  </a:lnTo>
                  <a:lnTo>
                    <a:pt x="2943523" y="943887"/>
                  </a:lnTo>
                  <a:lnTo>
                    <a:pt x="2984405" y="956134"/>
                  </a:lnTo>
                  <a:lnTo>
                    <a:pt x="3025287" y="968291"/>
                  </a:lnTo>
                  <a:lnTo>
                    <a:pt x="3066169" y="980355"/>
                  </a:lnTo>
                  <a:lnTo>
                    <a:pt x="3107052" y="992325"/>
                  </a:lnTo>
                  <a:lnTo>
                    <a:pt x="3147934" y="1004198"/>
                  </a:lnTo>
                  <a:lnTo>
                    <a:pt x="3188816" y="1015974"/>
                  </a:lnTo>
                  <a:lnTo>
                    <a:pt x="3229698" y="102765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tx412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361060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427524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493988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4560452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4" name="pt424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tx426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429" name="pt429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tx445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1428519" y="1165040"/>
              <a:ext cx="723016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8336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7487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638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5789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37609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29119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2063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71214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20865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44221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436646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38561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30896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30896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02751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494598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441563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6551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08926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70162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2814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1642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447759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17338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209208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485274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43375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29954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0050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1612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485274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42227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42063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42262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30050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43856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33209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49432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410854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243375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21612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431917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42778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410811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01756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44743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431579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265512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427840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208996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270276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42063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29856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33209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43660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33513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49389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05522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25767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48293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25767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47446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7167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81092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75927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7588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81313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98842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47341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86034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85426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10401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49187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37818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69848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10401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69848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92080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59212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7588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51446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48040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05522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59183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89892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89826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7167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76846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66721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66749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48917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5423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84604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49266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49359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37930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95305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38552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93932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00864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38153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95337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91952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42751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43801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42751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29458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21112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25007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426545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434922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33347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32935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493419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29446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43618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22002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446388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50026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278265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21112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43618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44608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335273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29443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25009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44311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332661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43801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27811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21082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44398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41791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426864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451901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29886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296591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443421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44398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219757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31443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493688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27361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41791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434881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21082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29983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0051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273463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452195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25881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02841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94439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210165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25770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93772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44740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45618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34873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75513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24959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12785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47488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255269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75513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25770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22930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24734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55504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35438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259981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35284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08547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27513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45554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10165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19683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22937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25716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19683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13443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50129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13638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43232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60231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35370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28274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28237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209199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35830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12669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23916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41689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50066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3308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02841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41656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35980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62248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27064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04910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82761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79597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217066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326038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11645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15076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191999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61646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99859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79580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20682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61149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14992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82711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38748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09141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10070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405860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38686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88391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2116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21857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158197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7206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30173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88684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407335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96765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217066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88684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05468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09584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88353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59133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59073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10174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62257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12348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11191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11435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158768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221991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192229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7207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7207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4213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05664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1665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192215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13004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2596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253357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06175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23049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248423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32624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16734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22626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9339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18291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183724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30786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316387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30483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33758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183725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23020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183609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438960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03076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299334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13375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396374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248445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192170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06264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040462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486446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22558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13595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22406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19214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6374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05664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31899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83710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22406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253396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34046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3682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85819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6148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42432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6120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12962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29204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42118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264198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289509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48544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11113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47273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467615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18057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25990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268940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1282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58413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2656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18288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58146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29204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58146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1027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47273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289097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295286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6354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681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2863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51484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458355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505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9678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5151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64346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2165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68655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67818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64518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1505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2863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66778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66569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06810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48759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6404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64723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88505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7916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64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24105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15130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2323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4613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14773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31273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12450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02969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40117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24294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051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88310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872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032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43996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058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4484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5381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4929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30522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44967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22633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4200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0219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80141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12438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2929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2000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1999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2305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88686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538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884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22895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436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24345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0280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7916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31560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436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4516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2911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40117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29709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2263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2287148" y="1726409"/>
              <a:ext cx="2658720" cy="1456182"/>
            </a:xfrm>
            <a:custGeom>
              <a:avLst/>
              <a:pathLst>
                <a:path w="2658720" h="1456182">
                  <a:moveTo>
                    <a:pt x="0" y="0"/>
                  </a:moveTo>
                  <a:lnTo>
                    <a:pt x="33654" y="7582"/>
                  </a:lnTo>
                  <a:lnTo>
                    <a:pt x="67309" y="15412"/>
                  </a:lnTo>
                  <a:lnTo>
                    <a:pt x="100964" y="23495"/>
                  </a:lnTo>
                  <a:lnTo>
                    <a:pt x="134618" y="31838"/>
                  </a:lnTo>
                  <a:lnTo>
                    <a:pt x="168273" y="40445"/>
                  </a:lnTo>
                  <a:lnTo>
                    <a:pt x="201928" y="49324"/>
                  </a:lnTo>
                  <a:lnTo>
                    <a:pt x="235582" y="58481"/>
                  </a:lnTo>
                  <a:lnTo>
                    <a:pt x="269237" y="67921"/>
                  </a:lnTo>
                  <a:lnTo>
                    <a:pt x="302892" y="77651"/>
                  </a:lnTo>
                  <a:lnTo>
                    <a:pt x="336546" y="87676"/>
                  </a:lnTo>
                  <a:lnTo>
                    <a:pt x="370201" y="98002"/>
                  </a:lnTo>
                  <a:lnTo>
                    <a:pt x="403856" y="108636"/>
                  </a:lnTo>
                  <a:lnTo>
                    <a:pt x="437510" y="119581"/>
                  </a:lnTo>
                  <a:lnTo>
                    <a:pt x="471165" y="130845"/>
                  </a:lnTo>
                  <a:lnTo>
                    <a:pt x="504820" y="142431"/>
                  </a:lnTo>
                  <a:lnTo>
                    <a:pt x="538474" y="154346"/>
                  </a:lnTo>
                  <a:lnTo>
                    <a:pt x="572129" y="166594"/>
                  </a:lnTo>
                  <a:lnTo>
                    <a:pt x="605784" y="179179"/>
                  </a:lnTo>
                  <a:lnTo>
                    <a:pt x="639439" y="192106"/>
                  </a:lnTo>
                  <a:lnTo>
                    <a:pt x="673093" y="205379"/>
                  </a:lnTo>
                  <a:lnTo>
                    <a:pt x="706748" y="219002"/>
                  </a:lnTo>
                  <a:lnTo>
                    <a:pt x="740403" y="232977"/>
                  </a:lnTo>
                  <a:lnTo>
                    <a:pt x="774057" y="247309"/>
                  </a:lnTo>
                  <a:lnTo>
                    <a:pt x="807712" y="261999"/>
                  </a:lnTo>
                  <a:lnTo>
                    <a:pt x="841367" y="277050"/>
                  </a:lnTo>
                  <a:lnTo>
                    <a:pt x="875021" y="292463"/>
                  </a:lnTo>
                  <a:lnTo>
                    <a:pt x="908676" y="308241"/>
                  </a:lnTo>
                  <a:lnTo>
                    <a:pt x="942331" y="324383"/>
                  </a:lnTo>
                  <a:lnTo>
                    <a:pt x="975985" y="340890"/>
                  </a:lnTo>
                  <a:lnTo>
                    <a:pt x="1009640" y="357761"/>
                  </a:lnTo>
                  <a:lnTo>
                    <a:pt x="1043295" y="374997"/>
                  </a:lnTo>
                  <a:lnTo>
                    <a:pt x="1076949" y="392594"/>
                  </a:lnTo>
                  <a:lnTo>
                    <a:pt x="1110604" y="410552"/>
                  </a:lnTo>
                  <a:lnTo>
                    <a:pt x="1144259" y="428868"/>
                  </a:lnTo>
                  <a:lnTo>
                    <a:pt x="1177914" y="447537"/>
                  </a:lnTo>
                  <a:lnTo>
                    <a:pt x="1211568" y="466557"/>
                  </a:lnTo>
                  <a:lnTo>
                    <a:pt x="1245223" y="485923"/>
                  </a:lnTo>
                  <a:lnTo>
                    <a:pt x="1278878" y="505628"/>
                  </a:lnTo>
                  <a:lnTo>
                    <a:pt x="1312532" y="525668"/>
                  </a:lnTo>
                  <a:lnTo>
                    <a:pt x="1346187" y="546034"/>
                  </a:lnTo>
                  <a:lnTo>
                    <a:pt x="1379842" y="566720"/>
                  </a:lnTo>
                  <a:lnTo>
                    <a:pt x="1413496" y="587718"/>
                  </a:lnTo>
                  <a:lnTo>
                    <a:pt x="1447151" y="609017"/>
                  </a:lnTo>
                  <a:lnTo>
                    <a:pt x="1480806" y="630609"/>
                  </a:lnTo>
                  <a:lnTo>
                    <a:pt x="1514460" y="652483"/>
                  </a:lnTo>
                  <a:lnTo>
                    <a:pt x="1548115" y="674628"/>
                  </a:lnTo>
                  <a:lnTo>
                    <a:pt x="1581770" y="697032"/>
                  </a:lnTo>
                  <a:lnTo>
                    <a:pt x="1615424" y="719683"/>
                  </a:lnTo>
                  <a:lnTo>
                    <a:pt x="1649079" y="742567"/>
                  </a:lnTo>
                  <a:lnTo>
                    <a:pt x="1682734" y="765670"/>
                  </a:lnTo>
                  <a:lnTo>
                    <a:pt x="1716388" y="788979"/>
                  </a:lnTo>
                  <a:lnTo>
                    <a:pt x="1750043" y="812478"/>
                  </a:lnTo>
                  <a:lnTo>
                    <a:pt x="1783698" y="836152"/>
                  </a:lnTo>
                  <a:lnTo>
                    <a:pt x="1817353" y="859985"/>
                  </a:lnTo>
                  <a:lnTo>
                    <a:pt x="1851007" y="883960"/>
                  </a:lnTo>
                  <a:lnTo>
                    <a:pt x="1884662" y="908060"/>
                  </a:lnTo>
                  <a:lnTo>
                    <a:pt x="1918317" y="932269"/>
                  </a:lnTo>
                  <a:lnTo>
                    <a:pt x="1951971" y="956568"/>
                  </a:lnTo>
                  <a:lnTo>
                    <a:pt x="1985626" y="980941"/>
                  </a:lnTo>
                  <a:lnTo>
                    <a:pt x="2019281" y="1005368"/>
                  </a:lnTo>
                  <a:lnTo>
                    <a:pt x="2052935" y="1029832"/>
                  </a:lnTo>
                  <a:lnTo>
                    <a:pt x="2086590" y="1054315"/>
                  </a:lnTo>
                  <a:lnTo>
                    <a:pt x="2120245" y="1078798"/>
                  </a:lnTo>
                  <a:lnTo>
                    <a:pt x="2153899" y="1103262"/>
                  </a:lnTo>
                  <a:lnTo>
                    <a:pt x="2187554" y="1127690"/>
                  </a:lnTo>
                  <a:lnTo>
                    <a:pt x="2221209" y="1152063"/>
                  </a:lnTo>
                  <a:lnTo>
                    <a:pt x="2254863" y="1176364"/>
                  </a:lnTo>
                  <a:lnTo>
                    <a:pt x="2288518" y="1200574"/>
                  </a:lnTo>
                  <a:lnTo>
                    <a:pt x="2322173" y="1224676"/>
                  </a:lnTo>
                  <a:lnTo>
                    <a:pt x="2355828" y="1248653"/>
                  </a:lnTo>
                  <a:lnTo>
                    <a:pt x="2389482" y="1272488"/>
                  </a:lnTo>
                  <a:lnTo>
                    <a:pt x="2423137" y="1296164"/>
                  </a:lnTo>
                  <a:lnTo>
                    <a:pt x="2456792" y="1319666"/>
                  </a:lnTo>
                  <a:lnTo>
                    <a:pt x="2490446" y="1342977"/>
                  </a:lnTo>
                  <a:lnTo>
                    <a:pt x="2524101" y="1366084"/>
                  </a:lnTo>
                  <a:lnTo>
                    <a:pt x="2557756" y="1388971"/>
                  </a:lnTo>
                  <a:lnTo>
                    <a:pt x="2591410" y="1411625"/>
                  </a:lnTo>
                  <a:lnTo>
                    <a:pt x="2625065" y="1434033"/>
                  </a:lnTo>
                  <a:lnTo>
                    <a:pt x="2658720" y="1456182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2696302" y="2693061"/>
              <a:ext cx="2547391" cy="1068048"/>
            </a:xfrm>
            <a:custGeom>
              <a:avLst/>
              <a:pathLst>
                <a:path w="2547391" h="1068048">
                  <a:moveTo>
                    <a:pt x="0" y="0"/>
                  </a:moveTo>
                  <a:lnTo>
                    <a:pt x="32245" y="17580"/>
                  </a:lnTo>
                  <a:lnTo>
                    <a:pt x="64490" y="35187"/>
                  </a:lnTo>
                  <a:lnTo>
                    <a:pt x="96736" y="52815"/>
                  </a:lnTo>
                  <a:lnTo>
                    <a:pt x="128981" y="70456"/>
                  </a:lnTo>
                  <a:lnTo>
                    <a:pt x="161227" y="88105"/>
                  </a:lnTo>
                  <a:lnTo>
                    <a:pt x="193472" y="105753"/>
                  </a:lnTo>
                  <a:lnTo>
                    <a:pt x="225718" y="123394"/>
                  </a:lnTo>
                  <a:lnTo>
                    <a:pt x="257963" y="141021"/>
                  </a:lnTo>
                  <a:lnTo>
                    <a:pt x="290209" y="158628"/>
                  </a:lnTo>
                  <a:lnTo>
                    <a:pt x="322454" y="176207"/>
                  </a:lnTo>
                  <a:lnTo>
                    <a:pt x="354700" y="193752"/>
                  </a:lnTo>
                  <a:lnTo>
                    <a:pt x="386945" y="211256"/>
                  </a:lnTo>
                  <a:lnTo>
                    <a:pt x="419190" y="228712"/>
                  </a:lnTo>
                  <a:lnTo>
                    <a:pt x="451436" y="246115"/>
                  </a:lnTo>
                  <a:lnTo>
                    <a:pt x="483681" y="263456"/>
                  </a:lnTo>
                  <a:lnTo>
                    <a:pt x="515927" y="280731"/>
                  </a:lnTo>
                  <a:lnTo>
                    <a:pt x="548172" y="297932"/>
                  </a:lnTo>
                  <a:lnTo>
                    <a:pt x="580418" y="315053"/>
                  </a:lnTo>
                  <a:lnTo>
                    <a:pt x="612663" y="332089"/>
                  </a:lnTo>
                  <a:lnTo>
                    <a:pt x="644909" y="349033"/>
                  </a:lnTo>
                  <a:lnTo>
                    <a:pt x="677154" y="365880"/>
                  </a:lnTo>
                  <a:lnTo>
                    <a:pt x="709400" y="382624"/>
                  </a:lnTo>
                  <a:lnTo>
                    <a:pt x="741645" y="399259"/>
                  </a:lnTo>
                  <a:lnTo>
                    <a:pt x="773891" y="415780"/>
                  </a:lnTo>
                  <a:lnTo>
                    <a:pt x="806136" y="432182"/>
                  </a:lnTo>
                  <a:lnTo>
                    <a:pt x="838381" y="448460"/>
                  </a:lnTo>
                  <a:lnTo>
                    <a:pt x="870627" y="464609"/>
                  </a:lnTo>
                  <a:lnTo>
                    <a:pt x="902872" y="480624"/>
                  </a:lnTo>
                  <a:lnTo>
                    <a:pt x="935118" y="496501"/>
                  </a:lnTo>
                  <a:lnTo>
                    <a:pt x="967363" y="512235"/>
                  </a:lnTo>
                  <a:lnTo>
                    <a:pt x="999609" y="527823"/>
                  </a:lnTo>
                  <a:lnTo>
                    <a:pt x="1031854" y="543260"/>
                  </a:lnTo>
                  <a:lnTo>
                    <a:pt x="1064100" y="558543"/>
                  </a:lnTo>
                  <a:lnTo>
                    <a:pt x="1096345" y="573667"/>
                  </a:lnTo>
                  <a:lnTo>
                    <a:pt x="1128591" y="588631"/>
                  </a:lnTo>
                  <a:lnTo>
                    <a:pt x="1160836" y="603430"/>
                  </a:lnTo>
                  <a:lnTo>
                    <a:pt x="1193082" y="618061"/>
                  </a:lnTo>
                  <a:lnTo>
                    <a:pt x="1225327" y="632523"/>
                  </a:lnTo>
                  <a:lnTo>
                    <a:pt x="1257572" y="646811"/>
                  </a:lnTo>
                  <a:lnTo>
                    <a:pt x="1289818" y="660924"/>
                  </a:lnTo>
                  <a:lnTo>
                    <a:pt x="1322063" y="674860"/>
                  </a:lnTo>
                  <a:lnTo>
                    <a:pt x="1354309" y="688617"/>
                  </a:lnTo>
                  <a:lnTo>
                    <a:pt x="1386554" y="702192"/>
                  </a:lnTo>
                  <a:lnTo>
                    <a:pt x="1418800" y="715584"/>
                  </a:lnTo>
                  <a:lnTo>
                    <a:pt x="1451045" y="728793"/>
                  </a:lnTo>
                  <a:lnTo>
                    <a:pt x="1483291" y="741815"/>
                  </a:lnTo>
                  <a:lnTo>
                    <a:pt x="1515536" y="754651"/>
                  </a:lnTo>
                  <a:lnTo>
                    <a:pt x="1547782" y="767300"/>
                  </a:lnTo>
                  <a:lnTo>
                    <a:pt x="1580027" y="779760"/>
                  </a:lnTo>
                  <a:lnTo>
                    <a:pt x="1612273" y="792032"/>
                  </a:lnTo>
                  <a:lnTo>
                    <a:pt x="1644518" y="804114"/>
                  </a:lnTo>
                  <a:lnTo>
                    <a:pt x="1676763" y="816007"/>
                  </a:lnTo>
                  <a:lnTo>
                    <a:pt x="1709009" y="827710"/>
                  </a:lnTo>
                  <a:lnTo>
                    <a:pt x="1741254" y="839223"/>
                  </a:lnTo>
                  <a:lnTo>
                    <a:pt x="1773500" y="850547"/>
                  </a:lnTo>
                  <a:lnTo>
                    <a:pt x="1805745" y="861683"/>
                  </a:lnTo>
                  <a:lnTo>
                    <a:pt x="1837991" y="872629"/>
                  </a:lnTo>
                  <a:lnTo>
                    <a:pt x="1870236" y="883388"/>
                  </a:lnTo>
                  <a:lnTo>
                    <a:pt x="1902482" y="893959"/>
                  </a:lnTo>
                  <a:lnTo>
                    <a:pt x="1934727" y="904344"/>
                  </a:lnTo>
                  <a:lnTo>
                    <a:pt x="1966973" y="914544"/>
                  </a:lnTo>
                  <a:lnTo>
                    <a:pt x="1999218" y="924559"/>
                  </a:lnTo>
                  <a:lnTo>
                    <a:pt x="2031464" y="934391"/>
                  </a:lnTo>
                  <a:lnTo>
                    <a:pt x="2063709" y="944040"/>
                  </a:lnTo>
                  <a:lnTo>
                    <a:pt x="2095954" y="953510"/>
                  </a:lnTo>
                  <a:lnTo>
                    <a:pt x="2128200" y="962800"/>
                  </a:lnTo>
                  <a:lnTo>
                    <a:pt x="2160445" y="971912"/>
                  </a:lnTo>
                  <a:lnTo>
                    <a:pt x="2192691" y="980848"/>
                  </a:lnTo>
                  <a:lnTo>
                    <a:pt x="2224936" y="989610"/>
                  </a:lnTo>
                  <a:lnTo>
                    <a:pt x="2257182" y="998199"/>
                  </a:lnTo>
                  <a:lnTo>
                    <a:pt x="2289427" y="1006618"/>
                  </a:lnTo>
                  <a:lnTo>
                    <a:pt x="2321673" y="1014867"/>
                  </a:lnTo>
                  <a:lnTo>
                    <a:pt x="2353918" y="1022949"/>
                  </a:lnTo>
                  <a:lnTo>
                    <a:pt x="2386164" y="1030866"/>
                  </a:lnTo>
                  <a:lnTo>
                    <a:pt x="2418409" y="1038620"/>
                  </a:lnTo>
                  <a:lnTo>
                    <a:pt x="2450655" y="1046213"/>
                  </a:lnTo>
                  <a:lnTo>
                    <a:pt x="2482900" y="1053648"/>
                  </a:lnTo>
                  <a:lnTo>
                    <a:pt x="2515145" y="1060925"/>
                  </a:lnTo>
                  <a:lnTo>
                    <a:pt x="2547391" y="1068048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2169027" y="2362159"/>
              <a:ext cx="2896919" cy="652679"/>
            </a:xfrm>
            <a:custGeom>
              <a:avLst/>
              <a:pathLst>
                <a:path w="2896919" h="652679">
                  <a:moveTo>
                    <a:pt x="0" y="0"/>
                  </a:moveTo>
                  <a:lnTo>
                    <a:pt x="36669" y="7588"/>
                  </a:lnTo>
                  <a:lnTo>
                    <a:pt x="73339" y="15209"/>
                  </a:lnTo>
                  <a:lnTo>
                    <a:pt x="110009" y="22864"/>
                  </a:lnTo>
                  <a:lnTo>
                    <a:pt x="146679" y="30550"/>
                  </a:lnTo>
                  <a:lnTo>
                    <a:pt x="183349" y="38268"/>
                  </a:lnTo>
                  <a:lnTo>
                    <a:pt x="220019" y="46018"/>
                  </a:lnTo>
                  <a:lnTo>
                    <a:pt x="256689" y="53799"/>
                  </a:lnTo>
                  <a:lnTo>
                    <a:pt x="293358" y="61609"/>
                  </a:lnTo>
                  <a:lnTo>
                    <a:pt x="330028" y="69450"/>
                  </a:lnTo>
                  <a:lnTo>
                    <a:pt x="366698" y="77319"/>
                  </a:lnTo>
                  <a:lnTo>
                    <a:pt x="403368" y="85217"/>
                  </a:lnTo>
                  <a:lnTo>
                    <a:pt x="440038" y="93144"/>
                  </a:lnTo>
                  <a:lnTo>
                    <a:pt x="476708" y="101097"/>
                  </a:lnTo>
                  <a:lnTo>
                    <a:pt x="513378" y="109078"/>
                  </a:lnTo>
                  <a:lnTo>
                    <a:pt x="550047" y="117085"/>
                  </a:lnTo>
                  <a:lnTo>
                    <a:pt x="586717" y="125118"/>
                  </a:lnTo>
                  <a:lnTo>
                    <a:pt x="623387" y="133176"/>
                  </a:lnTo>
                  <a:lnTo>
                    <a:pt x="660057" y="141258"/>
                  </a:lnTo>
                  <a:lnTo>
                    <a:pt x="696727" y="149364"/>
                  </a:lnTo>
                  <a:lnTo>
                    <a:pt x="733397" y="157494"/>
                  </a:lnTo>
                  <a:lnTo>
                    <a:pt x="770067" y="165646"/>
                  </a:lnTo>
                  <a:lnTo>
                    <a:pt x="806737" y="173820"/>
                  </a:lnTo>
                  <a:lnTo>
                    <a:pt x="843406" y="182015"/>
                  </a:lnTo>
                  <a:lnTo>
                    <a:pt x="880076" y="190231"/>
                  </a:lnTo>
                  <a:lnTo>
                    <a:pt x="916746" y="198467"/>
                  </a:lnTo>
                  <a:lnTo>
                    <a:pt x="953416" y="206723"/>
                  </a:lnTo>
                  <a:lnTo>
                    <a:pt x="990086" y="214997"/>
                  </a:lnTo>
                  <a:lnTo>
                    <a:pt x="1026756" y="223289"/>
                  </a:lnTo>
                  <a:lnTo>
                    <a:pt x="1063426" y="231598"/>
                  </a:lnTo>
                  <a:lnTo>
                    <a:pt x="1100095" y="239924"/>
                  </a:lnTo>
                  <a:lnTo>
                    <a:pt x="1136765" y="248265"/>
                  </a:lnTo>
                  <a:lnTo>
                    <a:pt x="1173435" y="256622"/>
                  </a:lnTo>
                  <a:lnTo>
                    <a:pt x="1210105" y="264993"/>
                  </a:lnTo>
                  <a:lnTo>
                    <a:pt x="1246775" y="273378"/>
                  </a:lnTo>
                  <a:lnTo>
                    <a:pt x="1283445" y="281776"/>
                  </a:lnTo>
                  <a:lnTo>
                    <a:pt x="1320115" y="290186"/>
                  </a:lnTo>
                  <a:lnTo>
                    <a:pt x="1356785" y="298607"/>
                  </a:lnTo>
                  <a:lnTo>
                    <a:pt x="1393454" y="307040"/>
                  </a:lnTo>
                  <a:lnTo>
                    <a:pt x="1430124" y="315482"/>
                  </a:lnTo>
                  <a:lnTo>
                    <a:pt x="1466794" y="323934"/>
                  </a:lnTo>
                  <a:lnTo>
                    <a:pt x="1503464" y="332394"/>
                  </a:lnTo>
                  <a:lnTo>
                    <a:pt x="1540134" y="340862"/>
                  </a:lnTo>
                  <a:lnTo>
                    <a:pt x="1576804" y="349337"/>
                  </a:lnTo>
                  <a:lnTo>
                    <a:pt x="1613474" y="357818"/>
                  </a:lnTo>
                  <a:lnTo>
                    <a:pt x="1650143" y="366304"/>
                  </a:lnTo>
                  <a:lnTo>
                    <a:pt x="1686813" y="374796"/>
                  </a:lnTo>
                  <a:lnTo>
                    <a:pt x="1723483" y="383291"/>
                  </a:lnTo>
                  <a:lnTo>
                    <a:pt x="1760153" y="391790"/>
                  </a:lnTo>
                  <a:lnTo>
                    <a:pt x="1796823" y="400291"/>
                  </a:lnTo>
                  <a:lnTo>
                    <a:pt x="1833493" y="408794"/>
                  </a:lnTo>
                  <a:lnTo>
                    <a:pt x="1870163" y="417297"/>
                  </a:lnTo>
                  <a:lnTo>
                    <a:pt x="1906833" y="425801"/>
                  </a:lnTo>
                  <a:lnTo>
                    <a:pt x="1943502" y="434304"/>
                  </a:lnTo>
                  <a:lnTo>
                    <a:pt x="1980172" y="442806"/>
                  </a:lnTo>
                  <a:lnTo>
                    <a:pt x="2016842" y="451305"/>
                  </a:lnTo>
                  <a:lnTo>
                    <a:pt x="2053512" y="459802"/>
                  </a:lnTo>
                  <a:lnTo>
                    <a:pt x="2090182" y="468295"/>
                  </a:lnTo>
                  <a:lnTo>
                    <a:pt x="2126852" y="476783"/>
                  </a:lnTo>
                  <a:lnTo>
                    <a:pt x="2163522" y="485266"/>
                  </a:lnTo>
                  <a:lnTo>
                    <a:pt x="2200191" y="493743"/>
                  </a:lnTo>
                  <a:lnTo>
                    <a:pt x="2236861" y="502214"/>
                  </a:lnTo>
                  <a:lnTo>
                    <a:pt x="2273531" y="510676"/>
                  </a:lnTo>
                  <a:lnTo>
                    <a:pt x="2310201" y="519131"/>
                  </a:lnTo>
                  <a:lnTo>
                    <a:pt x="2346871" y="527577"/>
                  </a:lnTo>
                  <a:lnTo>
                    <a:pt x="2383541" y="536012"/>
                  </a:lnTo>
                  <a:lnTo>
                    <a:pt x="2420211" y="544438"/>
                  </a:lnTo>
                  <a:lnTo>
                    <a:pt x="2456881" y="552852"/>
                  </a:lnTo>
                  <a:lnTo>
                    <a:pt x="2493550" y="561254"/>
                  </a:lnTo>
                  <a:lnTo>
                    <a:pt x="2530220" y="569643"/>
                  </a:lnTo>
                  <a:lnTo>
                    <a:pt x="2566890" y="578019"/>
                  </a:lnTo>
                  <a:lnTo>
                    <a:pt x="2603560" y="586381"/>
                  </a:lnTo>
                  <a:lnTo>
                    <a:pt x="2640230" y="594728"/>
                  </a:lnTo>
                  <a:lnTo>
                    <a:pt x="2676900" y="603059"/>
                  </a:lnTo>
                  <a:lnTo>
                    <a:pt x="2713570" y="611374"/>
                  </a:lnTo>
                  <a:lnTo>
                    <a:pt x="2750239" y="619671"/>
                  </a:lnTo>
                  <a:lnTo>
                    <a:pt x="2786909" y="627952"/>
                  </a:lnTo>
                  <a:lnTo>
                    <a:pt x="2823579" y="636213"/>
                  </a:lnTo>
                  <a:lnTo>
                    <a:pt x="2860249" y="644456"/>
                  </a:lnTo>
                  <a:lnTo>
                    <a:pt x="2896919" y="652679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2147309" y="2165223"/>
              <a:ext cx="2859484" cy="1000567"/>
            </a:xfrm>
            <a:custGeom>
              <a:avLst/>
              <a:pathLst>
                <a:path w="2859484" h="1000567">
                  <a:moveTo>
                    <a:pt x="0" y="0"/>
                  </a:moveTo>
                  <a:lnTo>
                    <a:pt x="36196" y="10389"/>
                  </a:lnTo>
                  <a:lnTo>
                    <a:pt x="72392" y="20885"/>
                  </a:lnTo>
                  <a:lnTo>
                    <a:pt x="108588" y="31488"/>
                  </a:lnTo>
                  <a:lnTo>
                    <a:pt x="144784" y="42196"/>
                  </a:lnTo>
                  <a:lnTo>
                    <a:pt x="180980" y="53009"/>
                  </a:lnTo>
                  <a:lnTo>
                    <a:pt x="217176" y="63925"/>
                  </a:lnTo>
                  <a:lnTo>
                    <a:pt x="253372" y="74944"/>
                  </a:lnTo>
                  <a:lnTo>
                    <a:pt x="289568" y="86064"/>
                  </a:lnTo>
                  <a:lnTo>
                    <a:pt x="325764" y="97285"/>
                  </a:lnTo>
                  <a:lnTo>
                    <a:pt x="361960" y="108604"/>
                  </a:lnTo>
                  <a:lnTo>
                    <a:pt x="398156" y="120021"/>
                  </a:lnTo>
                  <a:lnTo>
                    <a:pt x="434352" y="131535"/>
                  </a:lnTo>
                  <a:lnTo>
                    <a:pt x="470548" y="143143"/>
                  </a:lnTo>
                  <a:lnTo>
                    <a:pt x="506744" y="154844"/>
                  </a:lnTo>
                  <a:lnTo>
                    <a:pt x="542940" y="166637"/>
                  </a:lnTo>
                  <a:lnTo>
                    <a:pt x="579136" y="178520"/>
                  </a:lnTo>
                  <a:lnTo>
                    <a:pt x="615332" y="190492"/>
                  </a:lnTo>
                  <a:lnTo>
                    <a:pt x="651528" y="202550"/>
                  </a:lnTo>
                  <a:lnTo>
                    <a:pt x="687724" y="214692"/>
                  </a:lnTo>
                  <a:lnTo>
                    <a:pt x="723920" y="226918"/>
                  </a:lnTo>
                  <a:lnTo>
                    <a:pt x="760116" y="239224"/>
                  </a:lnTo>
                  <a:lnTo>
                    <a:pt x="796312" y="251609"/>
                  </a:lnTo>
                  <a:lnTo>
                    <a:pt x="832508" y="264071"/>
                  </a:lnTo>
                  <a:lnTo>
                    <a:pt x="868704" y="276607"/>
                  </a:lnTo>
                  <a:lnTo>
                    <a:pt x="904900" y="289215"/>
                  </a:lnTo>
                  <a:lnTo>
                    <a:pt x="941096" y="301893"/>
                  </a:lnTo>
                  <a:lnTo>
                    <a:pt x="977292" y="314639"/>
                  </a:lnTo>
                  <a:lnTo>
                    <a:pt x="1013488" y="327450"/>
                  </a:lnTo>
                  <a:lnTo>
                    <a:pt x="1049684" y="340323"/>
                  </a:lnTo>
                  <a:lnTo>
                    <a:pt x="1085880" y="353257"/>
                  </a:lnTo>
                  <a:lnTo>
                    <a:pt x="1122076" y="366248"/>
                  </a:lnTo>
                  <a:lnTo>
                    <a:pt x="1158272" y="379295"/>
                  </a:lnTo>
                  <a:lnTo>
                    <a:pt x="1194468" y="392393"/>
                  </a:lnTo>
                  <a:lnTo>
                    <a:pt x="1230664" y="405542"/>
                  </a:lnTo>
                  <a:lnTo>
                    <a:pt x="1266860" y="418737"/>
                  </a:lnTo>
                  <a:lnTo>
                    <a:pt x="1303056" y="431976"/>
                  </a:lnTo>
                  <a:lnTo>
                    <a:pt x="1339252" y="445257"/>
                  </a:lnTo>
                  <a:lnTo>
                    <a:pt x="1375448" y="458576"/>
                  </a:lnTo>
                  <a:lnTo>
                    <a:pt x="1411644" y="471930"/>
                  </a:lnTo>
                  <a:lnTo>
                    <a:pt x="1447840" y="485318"/>
                  </a:lnTo>
                  <a:lnTo>
                    <a:pt x="1484036" y="498734"/>
                  </a:lnTo>
                  <a:lnTo>
                    <a:pt x="1520232" y="512177"/>
                  </a:lnTo>
                  <a:lnTo>
                    <a:pt x="1556428" y="525644"/>
                  </a:lnTo>
                  <a:lnTo>
                    <a:pt x="1592624" y="539132"/>
                  </a:lnTo>
                  <a:lnTo>
                    <a:pt x="1628820" y="552637"/>
                  </a:lnTo>
                  <a:lnTo>
                    <a:pt x="1665016" y="566156"/>
                  </a:lnTo>
                  <a:lnTo>
                    <a:pt x="1701212" y="579687"/>
                  </a:lnTo>
                  <a:lnTo>
                    <a:pt x="1737408" y="593226"/>
                  </a:lnTo>
                  <a:lnTo>
                    <a:pt x="1773604" y="606770"/>
                  </a:lnTo>
                  <a:lnTo>
                    <a:pt x="1809800" y="620316"/>
                  </a:lnTo>
                  <a:lnTo>
                    <a:pt x="1845996" y="633861"/>
                  </a:lnTo>
                  <a:lnTo>
                    <a:pt x="1882192" y="647402"/>
                  </a:lnTo>
                  <a:lnTo>
                    <a:pt x="1918388" y="660935"/>
                  </a:lnTo>
                  <a:lnTo>
                    <a:pt x="1954584" y="674459"/>
                  </a:lnTo>
                  <a:lnTo>
                    <a:pt x="1990780" y="687968"/>
                  </a:lnTo>
                  <a:lnTo>
                    <a:pt x="2026976" y="701462"/>
                  </a:lnTo>
                  <a:lnTo>
                    <a:pt x="2063172" y="714935"/>
                  </a:lnTo>
                  <a:lnTo>
                    <a:pt x="2099368" y="728386"/>
                  </a:lnTo>
                  <a:lnTo>
                    <a:pt x="2135564" y="741812"/>
                  </a:lnTo>
                  <a:lnTo>
                    <a:pt x="2171760" y="755208"/>
                  </a:lnTo>
                  <a:lnTo>
                    <a:pt x="2207956" y="768573"/>
                  </a:lnTo>
                  <a:lnTo>
                    <a:pt x="2244152" y="781904"/>
                  </a:lnTo>
                  <a:lnTo>
                    <a:pt x="2280348" y="795197"/>
                  </a:lnTo>
                  <a:lnTo>
                    <a:pt x="2316544" y="808450"/>
                  </a:lnTo>
                  <a:lnTo>
                    <a:pt x="2352740" y="821659"/>
                  </a:lnTo>
                  <a:lnTo>
                    <a:pt x="2388936" y="834822"/>
                  </a:lnTo>
                  <a:lnTo>
                    <a:pt x="2425132" y="847937"/>
                  </a:lnTo>
                  <a:lnTo>
                    <a:pt x="2461328" y="861000"/>
                  </a:lnTo>
                  <a:lnTo>
                    <a:pt x="2497524" y="874009"/>
                  </a:lnTo>
                  <a:lnTo>
                    <a:pt x="2533720" y="886961"/>
                  </a:lnTo>
                  <a:lnTo>
                    <a:pt x="2569916" y="899854"/>
                  </a:lnTo>
                  <a:lnTo>
                    <a:pt x="2606112" y="912685"/>
                  </a:lnTo>
                  <a:lnTo>
                    <a:pt x="2642308" y="925452"/>
                  </a:lnTo>
                  <a:lnTo>
                    <a:pt x="2678504" y="938151"/>
                  </a:lnTo>
                  <a:lnTo>
                    <a:pt x="2714700" y="950782"/>
                  </a:lnTo>
                  <a:lnTo>
                    <a:pt x="2750896" y="963341"/>
                  </a:lnTo>
                  <a:lnTo>
                    <a:pt x="2787092" y="975826"/>
                  </a:lnTo>
                  <a:lnTo>
                    <a:pt x="2823288" y="988235"/>
                  </a:lnTo>
                  <a:lnTo>
                    <a:pt x="2859484" y="1000567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1881251" y="2595746"/>
              <a:ext cx="3028367" cy="626017"/>
            </a:xfrm>
            <a:custGeom>
              <a:avLst/>
              <a:pathLst>
                <a:path w="3028367" h="626017">
                  <a:moveTo>
                    <a:pt x="0" y="0"/>
                  </a:moveTo>
                  <a:lnTo>
                    <a:pt x="38333" y="8017"/>
                  </a:lnTo>
                  <a:lnTo>
                    <a:pt x="76667" y="16049"/>
                  </a:lnTo>
                  <a:lnTo>
                    <a:pt x="115001" y="24095"/>
                  </a:lnTo>
                  <a:lnTo>
                    <a:pt x="153335" y="32154"/>
                  </a:lnTo>
                  <a:lnTo>
                    <a:pt x="191668" y="40226"/>
                  </a:lnTo>
                  <a:lnTo>
                    <a:pt x="230002" y="48309"/>
                  </a:lnTo>
                  <a:lnTo>
                    <a:pt x="268336" y="56404"/>
                  </a:lnTo>
                  <a:lnTo>
                    <a:pt x="306670" y="64510"/>
                  </a:lnTo>
                  <a:lnTo>
                    <a:pt x="345003" y="72626"/>
                  </a:lnTo>
                  <a:lnTo>
                    <a:pt x="383337" y="80751"/>
                  </a:lnTo>
                  <a:lnTo>
                    <a:pt x="421671" y="88885"/>
                  </a:lnTo>
                  <a:lnTo>
                    <a:pt x="460005" y="97027"/>
                  </a:lnTo>
                  <a:lnTo>
                    <a:pt x="498339" y="105176"/>
                  </a:lnTo>
                  <a:lnTo>
                    <a:pt x="536672" y="113332"/>
                  </a:lnTo>
                  <a:lnTo>
                    <a:pt x="575006" y="121494"/>
                  </a:lnTo>
                  <a:lnTo>
                    <a:pt x="613340" y="129661"/>
                  </a:lnTo>
                  <a:lnTo>
                    <a:pt x="651674" y="137833"/>
                  </a:lnTo>
                  <a:lnTo>
                    <a:pt x="690007" y="146008"/>
                  </a:lnTo>
                  <a:lnTo>
                    <a:pt x="728341" y="154187"/>
                  </a:lnTo>
                  <a:lnTo>
                    <a:pt x="766675" y="162369"/>
                  </a:lnTo>
                  <a:lnTo>
                    <a:pt x="805009" y="170553"/>
                  </a:lnTo>
                  <a:lnTo>
                    <a:pt x="843342" y="178737"/>
                  </a:lnTo>
                  <a:lnTo>
                    <a:pt x="881676" y="186923"/>
                  </a:lnTo>
                  <a:lnTo>
                    <a:pt x="920010" y="195108"/>
                  </a:lnTo>
                  <a:lnTo>
                    <a:pt x="958344" y="203292"/>
                  </a:lnTo>
                  <a:lnTo>
                    <a:pt x="996678" y="211475"/>
                  </a:lnTo>
                  <a:lnTo>
                    <a:pt x="1035011" y="219656"/>
                  </a:lnTo>
                  <a:lnTo>
                    <a:pt x="1073345" y="227833"/>
                  </a:lnTo>
                  <a:lnTo>
                    <a:pt x="1111679" y="236008"/>
                  </a:lnTo>
                  <a:lnTo>
                    <a:pt x="1150013" y="244177"/>
                  </a:lnTo>
                  <a:lnTo>
                    <a:pt x="1188346" y="252342"/>
                  </a:lnTo>
                  <a:lnTo>
                    <a:pt x="1226680" y="260502"/>
                  </a:lnTo>
                  <a:lnTo>
                    <a:pt x="1265014" y="268655"/>
                  </a:lnTo>
                  <a:lnTo>
                    <a:pt x="1303348" y="276801"/>
                  </a:lnTo>
                  <a:lnTo>
                    <a:pt x="1341682" y="284939"/>
                  </a:lnTo>
                  <a:lnTo>
                    <a:pt x="1380015" y="293069"/>
                  </a:lnTo>
                  <a:lnTo>
                    <a:pt x="1418349" y="301191"/>
                  </a:lnTo>
                  <a:lnTo>
                    <a:pt x="1456683" y="309302"/>
                  </a:lnTo>
                  <a:lnTo>
                    <a:pt x="1495017" y="317403"/>
                  </a:lnTo>
                  <a:lnTo>
                    <a:pt x="1533350" y="325494"/>
                  </a:lnTo>
                  <a:lnTo>
                    <a:pt x="1571684" y="333572"/>
                  </a:lnTo>
                  <a:lnTo>
                    <a:pt x="1610018" y="341639"/>
                  </a:lnTo>
                  <a:lnTo>
                    <a:pt x="1648352" y="349692"/>
                  </a:lnTo>
                  <a:lnTo>
                    <a:pt x="1686685" y="357732"/>
                  </a:lnTo>
                  <a:lnTo>
                    <a:pt x="1725019" y="365758"/>
                  </a:lnTo>
                  <a:lnTo>
                    <a:pt x="1763353" y="373769"/>
                  </a:lnTo>
                  <a:lnTo>
                    <a:pt x="1801687" y="381764"/>
                  </a:lnTo>
                  <a:lnTo>
                    <a:pt x="1840021" y="389744"/>
                  </a:lnTo>
                  <a:lnTo>
                    <a:pt x="1878354" y="397706"/>
                  </a:lnTo>
                  <a:lnTo>
                    <a:pt x="1916688" y="405652"/>
                  </a:lnTo>
                  <a:lnTo>
                    <a:pt x="1955022" y="413579"/>
                  </a:lnTo>
                  <a:lnTo>
                    <a:pt x="1993356" y="421488"/>
                  </a:lnTo>
                  <a:lnTo>
                    <a:pt x="2031689" y="429378"/>
                  </a:lnTo>
                  <a:lnTo>
                    <a:pt x="2070023" y="437248"/>
                  </a:lnTo>
                  <a:lnTo>
                    <a:pt x="2108357" y="445098"/>
                  </a:lnTo>
                  <a:lnTo>
                    <a:pt x="2146691" y="452927"/>
                  </a:lnTo>
                  <a:lnTo>
                    <a:pt x="2185024" y="460735"/>
                  </a:lnTo>
                  <a:lnTo>
                    <a:pt x="2223358" y="468520"/>
                  </a:lnTo>
                  <a:lnTo>
                    <a:pt x="2261692" y="476283"/>
                  </a:lnTo>
                  <a:lnTo>
                    <a:pt x="2300026" y="484023"/>
                  </a:lnTo>
                  <a:lnTo>
                    <a:pt x="2338360" y="491739"/>
                  </a:lnTo>
                  <a:lnTo>
                    <a:pt x="2376693" y="499432"/>
                  </a:lnTo>
                  <a:lnTo>
                    <a:pt x="2415027" y="507099"/>
                  </a:lnTo>
                  <a:lnTo>
                    <a:pt x="2453361" y="514741"/>
                  </a:lnTo>
                  <a:lnTo>
                    <a:pt x="2491695" y="522358"/>
                  </a:lnTo>
                  <a:lnTo>
                    <a:pt x="2530028" y="529948"/>
                  </a:lnTo>
                  <a:lnTo>
                    <a:pt x="2568362" y="537511"/>
                  </a:lnTo>
                  <a:lnTo>
                    <a:pt x="2606696" y="545047"/>
                  </a:lnTo>
                  <a:lnTo>
                    <a:pt x="2645030" y="552556"/>
                  </a:lnTo>
                  <a:lnTo>
                    <a:pt x="2683364" y="560036"/>
                  </a:lnTo>
                  <a:lnTo>
                    <a:pt x="2721697" y="567488"/>
                  </a:lnTo>
                  <a:lnTo>
                    <a:pt x="2760031" y="574911"/>
                  </a:lnTo>
                  <a:lnTo>
                    <a:pt x="2798365" y="582304"/>
                  </a:lnTo>
                  <a:lnTo>
                    <a:pt x="2836699" y="589667"/>
                  </a:lnTo>
                  <a:lnTo>
                    <a:pt x="2875032" y="596999"/>
                  </a:lnTo>
                  <a:lnTo>
                    <a:pt x="2913366" y="604301"/>
                  </a:lnTo>
                  <a:lnTo>
                    <a:pt x="2951700" y="611571"/>
                  </a:lnTo>
                  <a:lnTo>
                    <a:pt x="2990034" y="618810"/>
                  </a:lnTo>
                  <a:lnTo>
                    <a:pt x="3028367" y="626017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1623483" y="2157769"/>
              <a:ext cx="3013001" cy="475270"/>
            </a:xfrm>
            <a:custGeom>
              <a:avLst/>
              <a:pathLst>
                <a:path w="3013001" h="475270">
                  <a:moveTo>
                    <a:pt x="0" y="0"/>
                  </a:moveTo>
                  <a:lnTo>
                    <a:pt x="38139" y="5131"/>
                  </a:lnTo>
                  <a:lnTo>
                    <a:pt x="76278" y="10289"/>
                  </a:lnTo>
                  <a:lnTo>
                    <a:pt x="114417" y="15474"/>
                  </a:lnTo>
                  <a:lnTo>
                    <a:pt x="152557" y="20686"/>
                  </a:lnTo>
                  <a:lnTo>
                    <a:pt x="190696" y="25924"/>
                  </a:lnTo>
                  <a:lnTo>
                    <a:pt x="228835" y="31188"/>
                  </a:lnTo>
                  <a:lnTo>
                    <a:pt x="266974" y="36480"/>
                  </a:lnTo>
                  <a:lnTo>
                    <a:pt x="305114" y="41797"/>
                  </a:lnTo>
                  <a:lnTo>
                    <a:pt x="343253" y="47141"/>
                  </a:lnTo>
                  <a:lnTo>
                    <a:pt x="381392" y="52510"/>
                  </a:lnTo>
                  <a:lnTo>
                    <a:pt x="419531" y="57906"/>
                  </a:lnTo>
                  <a:lnTo>
                    <a:pt x="457671" y="63328"/>
                  </a:lnTo>
                  <a:lnTo>
                    <a:pt x="495810" y="68775"/>
                  </a:lnTo>
                  <a:lnTo>
                    <a:pt x="533949" y="74248"/>
                  </a:lnTo>
                  <a:lnTo>
                    <a:pt x="572088" y="79746"/>
                  </a:lnTo>
                  <a:lnTo>
                    <a:pt x="610228" y="85270"/>
                  </a:lnTo>
                  <a:lnTo>
                    <a:pt x="648367" y="90818"/>
                  </a:lnTo>
                  <a:lnTo>
                    <a:pt x="686506" y="96392"/>
                  </a:lnTo>
                  <a:lnTo>
                    <a:pt x="724645" y="101991"/>
                  </a:lnTo>
                  <a:lnTo>
                    <a:pt x="762785" y="107614"/>
                  </a:lnTo>
                  <a:lnTo>
                    <a:pt x="800924" y="113262"/>
                  </a:lnTo>
                  <a:lnTo>
                    <a:pt x="839063" y="118934"/>
                  </a:lnTo>
                  <a:lnTo>
                    <a:pt x="877202" y="124631"/>
                  </a:lnTo>
                  <a:lnTo>
                    <a:pt x="915342" y="130351"/>
                  </a:lnTo>
                  <a:lnTo>
                    <a:pt x="953481" y="136096"/>
                  </a:lnTo>
                  <a:lnTo>
                    <a:pt x="991620" y="141864"/>
                  </a:lnTo>
                  <a:lnTo>
                    <a:pt x="1029759" y="147656"/>
                  </a:lnTo>
                  <a:lnTo>
                    <a:pt x="1067899" y="153471"/>
                  </a:lnTo>
                  <a:lnTo>
                    <a:pt x="1106038" y="159309"/>
                  </a:lnTo>
                  <a:lnTo>
                    <a:pt x="1144177" y="165170"/>
                  </a:lnTo>
                  <a:lnTo>
                    <a:pt x="1182316" y="171054"/>
                  </a:lnTo>
                  <a:lnTo>
                    <a:pt x="1220456" y="176960"/>
                  </a:lnTo>
                  <a:lnTo>
                    <a:pt x="1258595" y="182888"/>
                  </a:lnTo>
                  <a:lnTo>
                    <a:pt x="1296734" y="188839"/>
                  </a:lnTo>
                  <a:lnTo>
                    <a:pt x="1334873" y="194812"/>
                  </a:lnTo>
                  <a:lnTo>
                    <a:pt x="1373013" y="200806"/>
                  </a:lnTo>
                  <a:lnTo>
                    <a:pt x="1411152" y="206822"/>
                  </a:lnTo>
                  <a:lnTo>
                    <a:pt x="1449291" y="212859"/>
                  </a:lnTo>
                  <a:lnTo>
                    <a:pt x="1487431" y="218916"/>
                  </a:lnTo>
                  <a:lnTo>
                    <a:pt x="1525570" y="224995"/>
                  </a:lnTo>
                  <a:lnTo>
                    <a:pt x="1563709" y="231094"/>
                  </a:lnTo>
                  <a:lnTo>
                    <a:pt x="1601848" y="237213"/>
                  </a:lnTo>
                  <a:lnTo>
                    <a:pt x="1639988" y="243353"/>
                  </a:lnTo>
                  <a:lnTo>
                    <a:pt x="1678127" y="249512"/>
                  </a:lnTo>
                  <a:lnTo>
                    <a:pt x="1716266" y="255690"/>
                  </a:lnTo>
                  <a:lnTo>
                    <a:pt x="1754405" y="261888"/>
                  </a:lnTo>
                  <a:lnTo>
                    <a:pt x="1792545" y="268105"/>
                  </a:lnTo>
                  <a:lnTo>
                    <a:pt x="1830684" y="274340"/>
                  </a:lnTo>
                  <a:lnTo>
                    <a:pt x="1868823" y="280594"/>
                  </a:lnTo>
                  <a:lnTo>
                    <a:pt x="1906962" y="286866"/>
                  </a:lnTo>
                  <a:lnTo>
                    <a:pt x="1945102" y="293156"/>
                  </a:lnTo>
                  <a:lnTo>
                    <a:pt x="1983241" y="299463"/>
                  </a:lnTo>
                  <a:lnTo>
                    <a:pt x="2021380" y="305788"/>
                  </a:lnTo>
                  <a:lnTo>
                    <a:pt x="2059519" y="312129"/>
                  </a:lnTo>
                  <a:lnTo>
                    <a:pt x="2097659" y="318488"/>
                  </a:lnTo>
                  <a:lnTo>
                    <a:pt x="2135798" y="324862"/>
                  </a:lnTo>
                  <a:lnTo>
                    <a:pt x="2173937" y="331253"/>
                  </a:lnTo>
                  <a:lnTo>
                    <a:pt x="2212076" y="337660"/>
                  </a:lnTo>
                  <a:lnTo>
                    <a:pt x="2250216" y="344082"/>
                  </a:lnTo>
                  <a:lnTo>
                    <a:pt x="2288355" y="350519"/>
                  </a:lnTo>
                  <a:lnTo>
                    <a:pt x="2326494" y="356971"/>
                  </a:lnTo>
                  <a:lnTo>
                    <a:pt x="2364633" y="363438"/>
                  </a:lnTo>
                  <a:lnTo>
                    <a:pt x="2402773" y="369918"/>
                  </a:lnTo>
                  <a:lnTo>
                    <a:pt x="2440912" y="376413"/>
                  </a:lnTo>
                  <a:lnTo>
                    <a:pt x="2479051" y="382921"/>
                  </a:lnTo>
                  <a:lnTo>
                    <a:pt x="2517190" y="389443"/>
                  </a:lnTo>
                  <a:lnTo>
                    <a:pt x="2555330" y="395977"/>
                  </a:lnTo>
                  <a:lnTo>
                    <a:pt x="2593469" y="402524"/>
                  </a:lnTo>
                  <a:lnTo>
                    <a:pt x="2631608" y="409083"/>
                  </a:lnTo>
                  <a:lnTo>
                    <a:pt x="2669747" y="415654"/>
                  </a:lnTo>
                  <a:lnTo>
                    <a:pt x="2707887" y="422237"/>
                  </a:lnTo>
                  <a:lnTo>
                    <a:pt x="2746026" y="428831"/>
                  </a:lnTo>
                  <a:lnTo>
                    <a:pt x="2784165" y="435435"/>
                  </a:lnTo>
                  <a:lnTo>
                    <a:pt x="2822305" y="442050"/>
                  </a:lnTo>
                  <a:lnTo>
                    <a:pt x="2860444" y="448676"/>
                  </a:lnTo>
                  <a:lnTo>
                    <a:pt x="2898583" y="455310"/>
                  </a:lnTo>
                  <a:lnTo>
                    <a:pt x="2936722" y="461955"/>
                  </a:lnTo>
                  <a:lnTo>
                    <a:pt x="2974862" y="468608"/>
                  </a:lnTo>
                  <a:lnTo>
                    <a:pt x="3013001" y="47527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2130631" y="2321852"/>
              <a:ext cx="2858910" cy="773719"/>
            </a:xfrm>
            <a:custGeom>
              <a:avLst/>
              <a:pathLst>
                <a:path w="2858910" h="773719">
                  <a:moveTo>
                    <a:pt x="0" y="0"/>
                  </a:moveTo>
                  <a:lnTo>
                    <a:pt x="36188" y="8844"/>
                  </a:lnTo>
                  <a:lnTo>
                    <a:pt x="72377" y="17738"/>
                  </a:lnTo>
                  <a:lnTo>
                    <a:pt x="108566" y="26683"/>
                  </a:lnTo>
                  <a:lnTo>
                    <a:pt x="144754" y="35677"/>
                  </a:lnTo>
                  <a:lnTo>
                    <a:pt x="180943" y="44720"/>
                  </a:lnTo>
                  <a:lnTo>
                    <a:pt x="217132" y="53810"/>
                  </a:lnTo>
                  <a:lnTo>
                    <a:pt x="253321" y="62948"/>
                  </a:lnTo>
                  <a:lnTo>
                    <a:pt x="289509" y="72131"/>
                  </a:lnTo>
                  <a:lnTo>
                    <a:pt x="325698" y="81359"/>
                  </a:lnTo>
                  <a:lnTo>
                    <a:pt x="361887" y="90632"/>
                  </a:lnTo>
                  <a:lnTo>
                    <a:pt x="398076" y="99949"/>
                  </a:lnTo>
                  <a:lnTo>
                    <a:pt x="434264" y="109308"/>
                  </a:lnTo>
                  <a:lnTo>
                    <a:pt x="470453" y="118709"/>
                  </a:lnTo>
                  <a:lnTo>
                    <a:pt x="506642" y="128150"/>
                  </a:lnTo>
                  <a:lnTo>
                    <a:pt x="542831" y="137631"/>
                  </a:lnTo>
                  <a:lnTo>
                    <a:pt x="579019" y="147151"/>
                  </a:lnTo>
                  <a:lnTo>
                    <a:pt x="615208" y="156709"/>
                  </a:lnTo>
                  <a:lnTo>
                    <a:pt x="651397" y="166303"/>
                  </a:lnTo>
                  <a:lnTo>
                    <a:pt x="687586" y="175934"/>
                  </a:lnTo>
                  <a:lnTo>
                    <a:pt x="723774" y="185599"/>
                  </a:lnTo>
                  <a:lnTo>
                    <a:pt x="759963" y="195297"/>
                  </a:lnTo>
                  <a:lnTo>
                    <a:pt x="796152" y="205028"/>
                  </a:lnTo>
                  <a:lnTo>
                    <a:pt x="832341" y="214791"/>
                  </a:lnTo>
                  <a:lnTo>
                    <a:pt x="868529" y="224584"/>
                  </a:lnTo>
                  <a:lnTo>
                    <a:pt x="904718" y="234406"/>
                  </a:lnTo>
                  <a:lnTo>
                    <a:pt x="940907" y="244256"/>
                  </a:lnTo>
                  <a:lnTo>
                    <a:pt x="977096" y="254133"/>
                  </a:lnTo>
                  <a:lnTo>
                    <a:pt x="1013284" y="264036"/>
                  </a:lnTo>
                  <a:lnTo>
                    <a:pt x="1049473" y="273963"/>
                  </a:lnTo>
                  <a:lnTo>
                    <a:pt x="1085662" y="283914"/>
                  </a:lnTo>
                  <a:lnTo>
                    <a:pt x="1121851" y="293887"/>
                  </a:lnTo>
                  <a:lnTo>
                    <a:pt x="1158039" y="303881"/>
                  </a:lnTo>
                  <a:lnTo>
                    <a:pt x="1194228" y="313894"/>
                  </a:lnTo>
                  <a:lnTo>
                    <a:pt x="1230417" y="323926"/>
                  </a:lnTo>
                  <a:lnTo>
                    <a:pt x="1266606" y="333976"/>
                  </a:lnTo>
                  <a:lnTo>
                    <a:pt x="1302794" y="344041"/>
                  </a:lnTo>
                  <a:lnTo>
                    <a:pt x="1338983" y="354121"/>
                  </a:lnTo>
                  <a:lnTo>
                    <a:pt x="1375172" y="364214"/>
                  </a:lnTo>
                  <a:lnTo>
                    <a:pt x="1411361" y="374320"/>
                  </a:lnTo>
                  <a:lnTo>
                    <a:pt x="1447549" y="384436"/>
                  </a:lnTo>
                  <a:lnTo>
                    <a:pt x="1483738" y="394562"/>
                  </a:lnTo>
                  <a:lnTo>
                    <a:pt x="1519927" y="404697"/>
                  </a:lnTo>
                  <a:lnTo>
                    <a:pt x="1556116" y="414838"/>
                  </a:lnTo>
                  <a:lnTo>
                    <a:pt x="1592304" y="424985"/>
                  </a:lnTo>
                  <a:lnTo>
                    <a:pt x="1628493" y="435136"/>
                  </a:lnTo>
                  <a:lnTo>
                    <a:pt x="1664682" y="445291"/>
                  </a:lnTo>
                  <a:lnTo>
                    <a:pt x="1700871" y="455447"/>
                  </a:lnTo>
                  <a:lnTo>
                    <a:pt x="1737059" y="465604"/>
                  </a:lnTo>
                  <a:lnTo>
                    <a:pt x="1773248" y="475760"/>
                  </a:lnTo>
                  <a:lnTo>
                    <a:pt x="1809437" y="485914"/>
                  </a:lnTo>
                  <a:lnTo>
                    <a:pt x="1845626" y="496064"/>
                  </a:lnTo>
                  <a:lnTo>
                    <a:pt x="1881814" y="506209"/>
                  </a:lnTo>
                  <a:lnTo>
                    <a:pt x="1918003" y="516349"/>
                  </a:lnTo>
                  <a:lnTo>
                    <a:pt x="1954192" y="526481"/>
                  </a:lnTo>
                  <a:lnTo>
                    <a:pt x="1990381" y="536604"/>
                  </a:lnTo>
                  <a:lnTo>
                    <a:pt x="2026569" y="546718"/>
                  </a:lnTo>
                  <a:lnTo>
                    <a:pt x="2062758" y="556820"/>
                  </a:lnTo>
                  <a:lnTo>
                    <a:pt x="2098947" y="566909"/>
                  </a:lnTo>
                  <a:lnTo>
                    <a:pt x="2135136" y="576985"/>
                  </a:lnTo>
                  <a:lnTo>
                    <a:pt x="2171324" y="587046"/>
                  </a:lnTo>
                  <a:lnTo>
                    <a:pt x="2207513" y="597090"/>
                  </a:lnTo>
                  <a:lnTo>
                    <a:pt x="2243702" y="607117"/>
                  </a:lnTo>
                  <a:lnTo>
                    <a:pt x="2279890" y="617125"/>
                  </a:lnTo>
                  <a:lnTo>
                    <a:pt x="2316079" y="627113"/>
                  </a:lnTo>
                  <a:lnTo>
                    <a:pt x="2352268" y="637080"/>
                  </a:lnTo>
                  <a:lnTo>
                    <a:pt x="2388457" y="647024"/>
                  </a:lnTo>
                  <a:lnTo>
                    <a:pt x="2424645" y="656944"/>
                  </a:lnTo>
                  <a:lnTo>
                    <a:pt x="2460834" y="666839"/>
                  </a:lnTo>
                  <a:lnTo>
                    <a:pt x="2497023" y="676709"/>
                  </a:lnTo>
                  <a:lnTo>
                    <a:pt x="2533212" y="686551"/>
                  </a:lnTo>
                  <a:lnTo>
                    <a:pt x="2569400" y="696365"/>
                  </a:lnTo>
                  <a:lnTo>
                    <a:pt x="2605589" y="706149"/>
                  </a:lnTo>
                  <a:lnTo>
                    <a:pt x="2641778" y="715902"/>
                  </a:lnTo>
                  <a:lnTo>
                    <a:pt x="2677967" y="725624"/>
                  </a:lnTo>
                  <a:lnTo>
                    <a:pt x="2714155" y="735313"/>
                  </a:lnTo>
                  <a:lnTo>
                    <a:pt x="2750344" y="744968"/>
                  </a:lnTo>
                  <a:lnTo>
                    <a:pt x="2786533" y="754588"/>
                  </a:lnTo>
                  <a:lnTo>
                    <a:pt x="2822722" y="764172"/>
                  </a:lnTo>
                  <a:lnTo>
                    <a:pt x="2858910" y="773719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2423338" y="2159086"/>
              <a:ext cx="3099421" cy="1257143"/>
            </a:xfrm>
            <a:custGeom>
              <a:avLst/>
              <a:pathLst>
                <a:path w="3099421" h="1257143">
                  <a:moveTo>
                    <a:pt x="0" y="0"/>
                  </a:moveTo>
                  <a:lnTo>
                    <a:pt x="39233" y="13329"/>
                  </a:lnTo>
                  <a:lnTo>
                    <a:pt x="78466" y="26837"/>
                  </a:lnTo>
                  <a:lnTo>
                    <a:pt x="117699" y="40521"/>
                  </a:lnTo>
                  <a:lnTo>
                    <a:pt x="156932" y="54380"/>
                  </a:lnTo>
                  <a:lnTo>
                    <a:pt x="196165" y="68412"/>
                  </a:lnTo>
                  <a:lnTo>
                    <a:pt x="235399" y="82614"/>
                  </a:lnTo>
                  <a:lnTo>
                    <a:pt x="274632" y="96985"/>
                  </a:lnTo>
                  <a:lnTo>
                    <a:pt x="313865" y="111521"/>
                  </a:lnTo>
                  <a:lnTo>
                    <a:pt x="353098" y="126220"/>
                  </a:lnTo>
                  <a:lnTo>
                    <a:pt x="392331" y="141079"/>
                  </a:lnTo>
                  <a:lnTo>
                    <a:pt x="431564" y="156095"/>
                  </a:lnTo>
                  <a:lnTo>
                    <a:pt x="470798" y="171265"/>
                  </a:lnTo>
                  <a:lnTo>
                    <a:pt x="510031" y="186584"/>
                  </a:lnTo>
                  <a:lnTo>
                    <a:pt x="549264" y="202050"/>
                  </a:lnTo>
                  <a:lnTo>
                    <a:pt x="588497" y="217658"/>
                  </a:lnTo>
                  <a:lnTo>
                    <a:pt x="627730" y="233404"/>
                  </a:lnTo>
                  <a:lnTo>
                    <a:pt x="666964" y="249284"/>
                  </a:lnTo>
                  <a:lnTo>
                    <a:pt x="706197" y="265294"/>
                  </a:lnTo>
                  <a:lnTo>
                    <a:pt x="745430" y="281430"/>
                  </a:lnTo>
                  <a:lnTo>
                    <a:pt x="784663" y="297685"/>
                  </a:lnTo>
                  <a:lnTo>
                    <a:pt x="823896" y="314056"/>
                  </a:lnTo>
                  <a:lnTo>
                    <a:pt x="863129" y="330538"/>
                  </a:lnTo>
                  <a:lnTo>
                    <a:pt x="902363" y="347125"/>
                  </a:lnTo>
                  <a:lnTo>
                    <a:pt x="941596" y="363811"/>
                  </a:lnTo>
                  <a:lnTo>
                    <a:pt x="980829" y="380592"/>
                  </a:lnTo>
                  <a:lnTo>
                    <a:pt x="1020062" y="397461"/>
                  </a:lnTo>
                  <a:lnTo>
                    <a:pt x="1059295" y="414413"/>
                  </a:lnTo>
                  <a:lnTo>
                    <a:pt x="1098529" y="431442"/>
                  </a:lnTo>
                  <a:lnTo>
                    <a:pt x="1137762" y="448542"/>
                  </a:lnTo>
                  <a:lnTo>
                    <a:pt x="1176995" y="465707"/>
                  </a:lnTo>
                  <a:lnTo>
                    <a:pt x="1216228" y="482930"/>
                  </a:lnTo>
                  <a:lnTo>
                    <a:pt x="1255461" y="500206"/>
                  </a:lnTo>
                  <a:lnTo>
                    <a:pt x="1294694" y="517528"/>
                  </a:lnTo>
                  <a:lnTo>
                    <a:pt x="1333928" y="534889"/>
                  </a:lnTo>
                  <a:lnTo>
                    <a:pt x="1373161" y="552283"/>
                  </a:lnTo>
                  <a:lnTo>
                    <a:pt x="1412394" y="569704"/>
                  </a:lnTo>
                  <a:lnTo>
                    <a:pt x="1451627" y="587144"/>
                  </a:lnTo>
                  <a:lnTo>
                    <a:pt x="1490860" y="604598"/>
                  </a:lnTo>
                  <a:lnTo>
                    <a:pt x="1530094" y="622058"/>
                  </a:lnTo>
                  <a:lnTo>
                    <a:pt x="1569327" y="639518"/>
                  </a:lnTo>
                  <a:lnTo>
                    <a:pt x="1608560" y="656971"/>
                  </a:lnTo>
                  <a:lnTo>
                    <a:pt x="1647793" y="674411"/>
                  </a:lnTo>
                  <a:lnTo>
                    <a:pt x="1687026" y="691831"/>
                  </a:lnTo>
                  <a:lnTo>
                    <a:pt x="1726259" y="709224"/>
                  </a:lnTo>
                  <a:lnTo>
                    <a:pt x="1765493" y="726585"/>
                  </a:lnTo>
                  <a:lnTo>
                    <a:pt x="1804726" y="743905"/>
                  </a:lnTo>
                  <a:lnTo>
                    <a:pt x="1843959" y="761179"/>
                  </a:lnTo>
                  <a:lnTo>
                    <a:pt x="1883192" y="778401"/>
                  </a:lnTo>
                  <a:lnTo>
                    <a:pt x="1922425" y="795564"/>
                  </a:lnTo>
                  <a:lnTo>
                    <a:pt x="1961659" y="812662"/>
                  </a:lnTo>
                  <a:lnTo>
                    <a:pt x="2000892" y="829689"/>
                  </a:lnTo>
                  <a:lnTo>
                    <a:pt x="2040125" y="846639"/>
                  </a:lnTo>
                  <a:lnTo>
                    <a:pt x="2079358" y="863506"/>
                  </a:lnTo>
                  <a:lnTo>
                    <a:pt x="2118591" y="880284"/>
                  </a:lnTo>
                  <a:lnTo>
                    <a:pt x="2157824" y="896968"/>
                  </a:lnTo>
                  <a:lnTo>
                    <a:pt x="2197058" y="913552"/>
                  </a:lnTo>
                  <a:lnTo>
                    <a:pt x="2236291" y="930030"/>
                  </a:lnTo>
                  <a:lnTo>
                    <a:pt x="2275524" y="946398"/>
                  </a:lnTo>
                  <a:lnTo>
                    <a:pt x="2314757" y="962650"/>
                  </a:lnTo>
                  <a:lnTo>
                    <a:pt x="2353990" y="978782"/>
                  </a:lnTo>
                  <a:lnTo>
                    <a:pt x="2393224" y="994789"/>
                  </a:lnTo>
                  <a:lnTo>
                    <a:pt x="2432457" y="1010666"/>
                  </a:lnTo>
                  <a:lnTo>
                    <a:pt x="2471690" y="1026408"/>
                  </a:lnTo>
                  <a:lnTo>
                    <a:pt x="2510923" y="1042012"/>
                  </a:lnTo>
                  <a:lnTo>
                    <a:pt x="2550156" y="1057474"/>
                  </a:lnTo>
                  <a:lnTo>
                    <a:pt x="2589389" y="1072789"/>
                  </a:lnTo>
                  <a:lnTo>
                    <a:pt x="2628623" y="1087954"/>
                  </a:lnTo>
                  <a:lnTo>
                    <a:pt x="2667856" y="1102966"/>
                  </a:lnTo>
                  <a:lnTo>
                    <a:pt x="2707089" y="1117820"/>
                  </a:lnTo>
                  <a:lnTo>
                    <a:pt x="2746322" y="1132515"/>
                  </a:lnTo>
                  <a:lnTo>
                    <a:pt x="2785555" y="1147047"/>
                  </a:lnTo>
                  <a:lnTo>
                    <a:pt x="2824789" y="1161413"/>
                  </a:lnTo>
                  <a:lnTo>
                    <a:pt x="2864022" y="1175610"/>
                  </a:lnTo>
                  <a:lnTo>
                    <a:pt x="2903255" y="1189637"/>
                  </a:lnTo>
                  <a:lnTo>
                    <a:pt x="2942488" y="1203492"/>
                  </a:lnTo>
                  <a:lnTo>
                    <a:pt x="2981721" y="1217171"/>
                  </a:lnTo>
                  <a:lnTo>
                    <a:pt x="3020954" y="1230674"/>
                  </a:lnTo>
                  <a:lnTo>
                    <a:pt x="3060188" y="1243998"/>
                  </a:lnTo>
                  <a:lnTo>
                    <a:pt x="3099421" y="125714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tx412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406520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498030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589540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4649960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2835292" y="4372931"/>
              <a:ext cx="14756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4" name="pt424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tx426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429" name="pt429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tx445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1428519" y="1165040"/>
              <a:ext cx="1769181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0823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0877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0931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40985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1039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0796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0850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20904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00958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81012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1066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17716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24864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95520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8390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8390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99385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18464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8990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196661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89690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456341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177844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1025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38997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39611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178705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209845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456341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18049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87708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6699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09845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401550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466644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20992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77351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366731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354929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22687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370068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20939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5486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46689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196661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8221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401287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22687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378318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38188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19937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17787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389632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178705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187708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370068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378242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22965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20983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2251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3111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6682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2159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27050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0921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5063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59868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2643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4285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2630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53111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3677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47377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183742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22784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4369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0655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2251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4285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4445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8349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4369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36782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26434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88042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5444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6083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8829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6023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43830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6453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6024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26763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2770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26310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2210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063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8382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83677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68366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921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0649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2532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5438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2276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6084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17271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38371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369464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363713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185617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369464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223713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174775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221728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393114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201922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39922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37899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459672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20158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467504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36395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17271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39282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378184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202008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22551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22332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38371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199009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173052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18550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38731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39008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19893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19617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45984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37910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35436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20314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20239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387656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39008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17477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398986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21232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196187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35436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37813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173052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20354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46768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21473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36066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75808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17905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7519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75266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04747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30903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9074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215093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9570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76215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3178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9740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0535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6222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7519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90109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1418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14845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6222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0027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7790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2295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15727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9012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22287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843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1044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8871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9572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843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7977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78387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99007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9751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14641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23025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9098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1048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7905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20035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6066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37612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98985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17972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23023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18875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8711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0712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16983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201640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1166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158008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20121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6983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1580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0004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1382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62953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194304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19117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20387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194297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19135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19167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0004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07151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11608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29953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0380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15794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23804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24628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12144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191794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17166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190770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861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17321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158026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2068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19948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7878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2990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28710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162983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17321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299482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19163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9043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29375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9037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71660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8546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9343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3523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19446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69939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6994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88125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20334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4173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6057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16378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17537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213797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56549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55470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5655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36523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202545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76845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36705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19156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3523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4683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16557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6546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6064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193375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16379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16403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4395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4690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16553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18808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43525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3248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5554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3248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9348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4197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64042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185449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21517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6696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17537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213004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19446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208437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7660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24469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22215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7645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40471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23264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6470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244407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25986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254338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26018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24524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6876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24469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5009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46980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222449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32745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37909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73843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6283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25398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58129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45467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44170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432722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36956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6980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37080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45821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2276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69016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4509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6256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21287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54537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6246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5009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32602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6246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64690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41252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58147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22321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41252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21324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7429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4524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17799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3344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177934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64887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4622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2151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19226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691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18789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16754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17766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16767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64712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71221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5960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36723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344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9718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17909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192099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4619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17882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51085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19221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19783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19761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167235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6621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9505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54681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5465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189337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17910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16932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19768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59650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169191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17910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5981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18720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189337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167235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51112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32009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5978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66011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17772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71221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1623483" y="1936617"/>
              <a:ext cx="3899276" cy="1946155"/>
            </a:xfrm>
            <a:custGeom>
              <a:avLst/>
              <a:pathLst>
                <a:path w="3899276" h="1946155">
                  <a:moveTo>
                    <a:pt x="0" y="0"/>
                  </a:moveTo>
                  <a:lnTo>
                    <a:pt x="49357" y="17529"/>
                  </a:lnTo>
                  <a:lnTo>
                    <a:pt x="98715" y="35567"/>
                  </a:lnTo>
                  <a:lnTo>
                    <a:pt x="148073" y="54109"/>
                  </a:lnTo>
                  <a:lnTo>
                    <a:pt x="197431" y="73146"/>
                  </a:lnTo>
                  <a:lnTo>
                    <a:pt x="246789" y="92670"/>
                  </a:lnTo>
                  <a:lnTo>
                    <a:pt x="296147" y="112667"/>
                  </a:lnTo>
                  <a:lnTo>
                    <a:pt x="345505" y="133123"/>
                  </a:lnTo>
                  <a:lnTo>
                    <a:pt x="394863" y="154020"/>
                  </a:lnTo>
                  <a:lnTo>
                    <a:pt x="444221" y="175337"/>
                  </a:lnTo>
                  <a:lnTo>
                    <a:pt x="493579" y="197052"/>
                  </a:lnTo>
                  <a:lnTo>
                    <a:pt x="542937" y="219139"/>
                  </a:lnTo>
                  <a:lnTo>
                    <a:pt x="592295" y="241568"/>
                  </a:lnTo>
                  <a:lnTo>
                    <a:pt x="641653" y="264308"/>
                  </a:lnTo>
                  <a:lnTo>
                    <a:pt x="691011" y="287324"/>
                  </a:lnTo>
                  <a:lnTo>
                    <a:pt x="740368" y="310579"/>
                  </a:lnTo>
                  <a:lnTo>
                    <a:pt x="789726" y="334033"/>
                  </a:lnTo>
                  <a:lnTo>
                    <a:pt x="839084" y="357645"/>
                  </a:lnTo>
                  <a:lnTo>
                    <a:pt x="888442" y="381371"/>
                  </a:lnTo>
                  <a:lnTo>
                    <a:pt x="937800" y="405168"/>
                  </a:lnTo>
                  <a:lnTo>
                    <a:pt x="987158" y="428990"/>
                  </a:lnTo>
                  <a:lnTo>
                    <a:pt x="1036516" y="452792"/>
                  </a:lnTo>
                  <a:lnTo>
                    <a:pt x="1085874" y="476529"/>
                  </a:lnTo>
                  <a:lnTo>
                    <a:pt x="1135232" y="500158"/>
                  </a:lnTo>
                  <a:lnTo>
                    <a:pt x="1184590" y="523639"/>
                  </a:lnTo>
                  <a:lnTo>
                    <a:pt x="1233948" y="546933"/>
                  </a:lnTo>
                  <a:lnTo>
                    <a:pt x="1283306" y="570006"/>
                  </a:lnTo>
                  <a:lnTo>
                    <a:pt x="1332664" y="592826"/>
                  </a:lnTo>
                  <a:lnTo>
                    <a:pt x="1382022" y="615367"/>
                  </a:lnTo>
                  <a:lnTo>
                    <a:pt x="1431379" y="637608"/>
                  </a:lnTo>
                  <a:lnTo>
                    <a:pt x="1480737" y="659531"/>
                  </a:lnTo>
                  <a:lnTo>
                    <a:pt x="1530095" y="681124"/>
                  </a:lnTo>
                  <a:lnTo>
                    <a:pt x="1579453" y="702379"/>
                  </a:lnTo>
                  <a:lnTo>
                    <a:pt x="1628811" y="723292"/>
                  </a:lnTo>
                  <a:lnTo>
                    <a:pt x="1678169" y="743862"/>
                  </a:lnTo>
                  <a:lnTo>
                    <a:pt x="1727527" y="764093"/>
                  </a:lnTo>
                  <a:lnTo>
                    <a:pt x="1776885" y="783989"/>
                  </a:lnTo>
                  <a:lnTo>
                    <a:pt x="1826243" y="803557"/>
                  </a:lnTo>
                  <a:lnTo>
                    <a:pt x="1875601" y="822808"/>
                  </a:lnTo>
                  <a:lnTo>
                    <a:pt x="1924959" y="841750"/>
                  </a:lnTo>
                  <a:lnTo>
                    <a:pt x="1974317" y="860394"/>
                  </a:lnTo>
                  <a:lnTo>
                    <a:pt x="2023675" y="878752"/>
                  </a:lnTo>
                  <a:lnTo>
                    <a:pt x="2073033" y="896834"/>
                  </a:lnTo>
                  <a:lnTo>
                    <a:pt x="2122390" y="914651"/>
                  </a:lnTo>
                  <a:lnTo>
                    <a:pt x="2171748" y="932215"/>
                  </a:lnTo>
                  <a:lnTo>
                    <a:pt x="2221106" y="949534"/>
                  </a:lnTo>
                  <a:lnTo>
                    <a:pt x="2270464" y="966619"/>
                  </a:lnTo>
                  <a:lnTo>
                    <a:pt x="2319822" y="983478"/>
                  </a:lnTo>
                  <a:lnTo>
                    <a:pt x="2369180" y="1000121"/>
                  </a:lnTo>
                  <a:lnTo>
                    <a:pt x="2418538" y="1016554"/>
                  </a:lnTo>
                  <a:lnTo>
                    <a:pt x="2467896" y="1032785"/>
                  </a:lnTo>
                  <a:lnTo>
                    <a:pt x="2517254" y="1048820"/>
                  </a:lnTo>
                  <a:lnTo>
                    <a:pt x="2566612" y="1064665"/>
                  </a:lnTo>
                  <a:lnTo>
                    <a:pt x="2615970" y="1080326"/>
                  </a:lnTo>
                  <a:lnTo>
                    <a:pt x="2665328" y="1095806"/>
                  </a:lnTo>
                  <a:lnTo>
                    <a:pt x="2714686" y="1111112"/>
                  </a:lnTo>
                  <a:lnTo>
                    <a:pt x="2764044" y="1126246"/>
                  </a:lnTo>
                  <a:lnTo>
                    <a:pt x="2813401" y="1141211"/>
                  </a:lnTo>
                  <a:lnTo>
                    <a:pt x="2862759" y="1156012"/>
                  </a:lnTo>
                  <a:lnTo>
                    <a:pt x="2912117" y="1170650"/>
                  </a:lnTo>
                  <a:lnTo>
                    <a:pt x="2961475" y="1185128"/>
                  </a:lnTo>
                  <a:lnTo>
                    <a:pt x="3010833" y="1199448"/>
                  </a:lnTo>
                  <a:lnTo>
                    <a:pt x="3060191" y="1213612"/>
                  </a:lnTo>
                  <a:lnTo>
                    <a:pt x="3109549" y="1227622"/>
                  </a:lnTo>
                  <a:lnTo>
                    <a:pt x="3158907" y="1241478"/>
                  </a:lnTo>
                  <a:lnTo>
                    <a:pt x="3208265" y="1255183"/>
                  </a:lnTo>
                  <a:lnTo>
                    <a:pt x="3257623" y="1268737"/>
                  </a:lnTo>
                  <a:lnTo>
                    <a:pt x="3306981" y="1282142"/>
                  </a:lnTo>
                  <a:lnTo>
                    <a:pt x="3356339" y="1295397"/>
                  </a:lnTo>
                  <a:lnTo>
                    <a:pt x="3405697" y="1308505"/>
                  </a:lnTo>
                  <a:lnTo>
                    <a:pt x="3455055" y="1321465"/>
                  </a:lnTo>
                  <a:lnTo>
                    <a:pt x="3504412" y="1334278"/>
                  </a:lnTo>
                  <a:lnTo>
                    <a:pt x="3553770" y="1346945"/>
                  </a:lnTo>
                  <a:lnTo>
                    <a:pt x="3603128" y="1359466"/>
                  </a:lnTo>
                  <a:lnTo>
                    <a:pt x="3652486" y="1371842"/>
                  </a:lnTo>
                  <a:lnTo>
                    <a:pt x="3701844" y="1384072"/>
                  </a:lnTo>
                  <a:lnTo>
                    <a:pt x="3751202" y="1396158"/>
                  </a:lnTo>
                  <a:lnTo>
                    <a:pt x="3800560" y="1408100"/>
                  </a:lnTo>
                  <a:lnTo>
                    <a:pt x="3849918" y="1419897"/>
                  </a:lnTo>
                  <a:lnTo>
                    <a:pt x="3899276" y="1431551"/>
                  </a:lnTo>
                  <a:lnTo>
                    <a:pt x="3899276" y="1946155"/>
                  </a:lnTo>
                  <a:lnTo>
                    <a:pt x="3849918" y="1938176"/>
                  </a:lnTo>
                  <a:lnTo>
                    <a:pt x="3800560" y="1929841"/>
                  </a:lnTo>
                  <a:lnTo>
                    <a:pt x="3751202" y="1921139"/>
                  </a:lnTo>
                  <a:lnTo>
                    <a:pt x="3701844" y="1912057"/>
                  </a:lnTo>
                  <a:lnTo>
                    <a:pt x="3652486" y="1902583"/>
                  </a:lnTo>
                  <a:lnTo>
                    <a:pt x="3603128" y="1892704"/>
                  </a:lnTo>
                  <a:lnTo>
                    <a:pt x="3553770" y="1882408"/>
                  </a:lnTo>
                  <a:lnTo>
                    <a:pt x="3504412" y="1871684"/>
                  </a:lnTo>
                  <a:lnTo>
                    <a:pt x="3455055" y="1860518"/>
                  </a:lnTo>
                  <a:lnTo>
                    <a:pt x="3405697" y="1848901"/>
                  </a:lnTo>
                  <a:lnTo>
                    <a:pt x="3356339" y="1836819"/>
                  </a:lnTo>
                  <a:lnTo>
                    <a:pt x="3306981" y="1824264"/>
                  </a:lnTo>
                  <a:lnTo>
                    <a:pt x="3257623" y="1811223"/>
                  </a:lnTo>
                  <a:lnTo>
                    <a:pt x="3208265" y="1797687"/>
                  </a:lnTo>
                  <a:lnTo>
                    <a:pt x="3158907" y="1783648"/>
                  </a:lnTo>
                  <a:lnTo>
                    <a:pt x="3109549" y="1769097"/>
                  </a:lnTo>
                  <a:lnTo>
                    <a:pt x="3060191" y="1754027"/>
                  </a:lnTo>
                  <a:lnTo>
                    <a:pt x="3010833" y="1738431"/>
                  </a:lnTo>
                  <a:lnTo>
                    <a:pt x="2961475" y="1722304"/>
                  </a:lnTo>
                  <a:lnTo>
                    <a:pt x="2912117" y="1705643"/>
                  </a:lnTo>
                  <a:lnTo>
                    <a:pt x="2862759" y="1688444"/>
                  </a:lnTo>
                  <a:lnTo>
                    <a:pt x="2813401" y="1670708"/>
                  </a:lnTo>
                  <a:lnTo>
                    <a:pt x="2764044" y="1652434"/>
                  </a:lnTo>
                  <a:lnTo>
                    <a:pt x="2714686" y="1633625"/>
                  </a:lnTo>
                  <a:lnTo>
                    <a:pt x="2665328" y="1614287"/>
                  </a:lnTo>
                  <a:lnTo>
                    <a:pt x="2615970" y="1594424"/>
                  </a:lnTo>
                  <a:lnTo>
                    <a:pt x="2566612" y="1574047"/>
                  </a:lnTo>
                  <a:lnTo>
                    <a:pt x="2517254" y="1553166"/>
                  </a:lnTo>
                  <a:lnTo>
                    <a:pt x="2467896" y="1531795"/>
                  </a:lnTo>
                  <a:lnTo>
                    <a:pt x="2418538" y="1509950"/>
                  </a:lnTo>
                  <a:lnTo>
                    <a:pt x="2369180" y="1487649"/>
                  </a:lnTo>
                  <a:lnTo>
                    <a:pt x="2319822" y="1464915"/>
                  </a:lnTo>
                  <a:lnTo>
                    <a:pt x="2270464" y="1441772"/>
                  </a:lnTo>
                  <a:lnTo>
                    <a:pt x="2221106" y="1418247"/>
                  </a:lnTo>
                  <a:lnTo>
                    <a:pt x="2171748" y="1394371"/>
                  </a:lnTo>
                  <a:lnTo>
                    <a:pt x="2122390" y="1370175"/>
                  </a:lnTo>
                  <a:lnTo>
                    <a:pt x="2073033" y="1345696"/>
                  </a:lnTo>
                  <a:lnTo>
                    <a:pt x="2023675" y="1320973"/>
                  </a:lnTo>
                  <a:lnTo>
                    <a:pt x="1974317" y="1296046"/>
                  </a:lnTo>
                  <a:lnTo>
                    <a:pt x="1924959" y="1270957"/>
                  </a:lnTo>
                  <a:lnTo>
                    <a:pt x="1875601" y="1245753"/>
                  </a:lnTo>
                  <a:lnTo>
                    <a:pt x="1826243" y="1220479"/>
                  </a:lnTo>
                  <a:lnTo>
                    <a:pt x="1776885" y="1195183"/>
                  </a:lnTo>
                  <a:lnTo>
                    <a:pt x="1727527" y="1169913"/>
                  </a:lnTo>
                  <a:lnTo>
                    <a:pt x="1678169" y="1144717"/>
                  </a:lnTo>
                  <a:lnTo>
                    <a:pt x="1628811" y="1119642"/>
                  </a:lnTo>
                  <a:lnTo>
                    <a:pt x="1579453" y="1094733"/>
                  </a:lnTo>
                  <a:lnTo>
                    <a:pt x="1530095" y="1070035"/>
                  </a:lnTo>
                  <a:lnTo>
                    <a:pt x="1480737" y="1045587"/>
                  </a:lnTo>
                  <a:lnTo>
                    <a:pt x="1431379" y="1021426"/>
                  </a:lnTo>
                  <a:lnTo>
                    <a:pt x="1382022" y="997585"/>
                  </a:lnTo>
                  <a:lnTo>
                    <a:pt x="1332664" y="974093"/>
                  </a:lnTo>
                  <a:lnTo>
                    <a:pt x="1283306" y="950973"/>
                  </a:lnTo>
                  <a:lnTo>
                    <a:pt x="1233948" y="928242"/>
                  </a:lnTo>
                  <a:lnTo>
                    <a:pt x="1184590" y="905914"/>
                  </a:lnTo>
                  <a:lnTo>
                    <a:pt x="1135232" y="883998"/>
                  </a:lnTo>
                  <a:lnTo>
                    <a:pt x="1085874" y="862496"/>
                  </a:lnTo>
                  <a:lnTo>
                    <a:pt x="1036516" y="841410"/>
                  </a:lnTo>
                  <a:lnTo>
                    <a:pt x="987158" y="820735"/>
                  </a:lnTo>
                  <a:lnTo>
                    <a:pt x="937800" y="800465"/>
                  </a:lnTo>
                  <a:lnTo>
                    <a:pt x="888442" y="780591"/>
                  </a:lnTo>
                  <a:lnTo>
                    <a:pt x="839084" y="761102"/>
                  </a:lnTo>
                  <a:lnTo>
                    <a:pt x="789726" y="741986"/>
                  </a:lnTo>
                  <a:lnTo>
                    <a:pt x="740368" y="723229"/>
                  </a:lnTo>
                  <a:lnTo>
                    <a:pt x="691011" y="704819"/>
                  </a:lnTo>
                  <a:lnTo>
                    <a:pt x="641653" y="686742"/>
                  </a:lnTo>
                  <a:lnTo>
                    <a:pt x="592295" y="668984"/>
                  </a:lnTo>
                  <a:lnTo>
                    <a:pt x="542937" y="651532"/>
                  </a:lnTo>
                  <a:lnTo>
                    <a:pt x="493579" y="634374"/>
                  </a:lnTo>
                  <a:lnTo>
                    <a:pt x="444221" y="617498"/>
                  </a:lnTo>
                  <a:lnTo>
                    <a:pt x="394863" y="600893"/>
                  </a:lnTo>
                  <a:lnTo>
                    <a:pt x="345505" y="584547"/>
                  </a:lnTo>
                  <a:lnTo>
                    <a:pt x="296147" y="568452"/>
                  </a:lnTo>
                  <a:lnTo>
                    <a:pt x="246789" y="552598"/>
                  </a:lnTo>
                  <a:lnTo>
                    <a:pt x="197431" y="536976"/>
                  </a:lnTo>
                  <a:lnTo>
                    <a:pt x="148073" y="521580"/>
                  </a:lnTo>
                  <a:lnTo>
                    <a:pt x="98715" y="506401"/>
                  </a:lnTo>
                  <a:lnTo>
                    <a:pt x="49357" y="491434"/>
                  </a:lnTo>
                  <a:lnTo>
                    <a:pt x="0" y="476673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1623483" y="1936617"/>
              <a:ext cx="3899276" cy="1431551"/>
            </a:xfrm>
            <a:custGeom>
              <a:avLst/>
              <a:pathLst>
                <a:path w="3899276" h="1431551">
                  <a:moveTo>
                    <a:pt x="0" y="0"/>
                  </a:moveTo>
                  <a:lnTo>
                    <a:pt x="49357" y="17529"/>
                  </a:lnTo>
                  <a:lnTo>
                    <a:pt x="98715" y="35567"/>
                  </a:lnTo>
                  <a:lnTo>
                    <a:pt x="148073" y="54109"/>
                  </a:lnTo>
                  <a:lnTo>
                    <a:pt x="197431" y="73146"/>
                  </a:lnTo>
                  <a:lnTo>
                    <a:pt x="246789" y="92670"/>
                  </a:lnTo>
                  <a:lnTo>
                    <a:pt x="296147" y="112667"/>
                  </a:lnTo>
                  <a:lnTo>
                    <a:pt x="345505" y="133123"/>
                  </a:lnTo>
                  <a:lnTo>
                    <a:pt x="394863" y="154020"/>
                  </a:lnTo>
                  <a:lnTo>
                    <a:pt x="444221" y="175337"/>
                  </a:lnTo>
                  <a:lnTo>
                    <a:pt x="493579" y="197052"/>
                  </a:lnTo>
                  <a:lnTo>
                    <a:pt x="542937" y="219139"/>
                  </a:lnTo>
                  <a:lnTo>
                    <a:pt x="592295" y="241568"/>
                  </a:lnTo>
                  <a:lnTo>
                    <a:pt x="641653" y="264308"/>
                  </a:lnTo>
                  <a:lnTo>
                    <a:pt x="691011" y="287324"/>
                  </a:lnTo>
                  <a:lnTo>
                    <a:pt x="740368" y="310579"/>
                  </a:lnTo>
                  <a:lnTo>
                    <a:pt x="789726" y="334033"/>
                  </a:lnTo>
                  <a:lnTo>
                    <a:pt x="839084" y="357645"/>
                  </a:lnTo>
                  <a:lnTo>
                    <a:pt x="888442" y="381371"/>
                  </a:lnTo>
                  <a:lnTo>
                    <a:pt x="937800" y="405168"/>
                  </a:lnTo>
                  <a:lnTo>
                    <a:pt x="987158" y="428990"/>
                  </a:lnTo>
                  <a:lnTo>
                    <a:pt x="1036516" y="452792"/>
                  </a:lnTo>
                  <a:lnTo>
                    <a:pt x="1085874" y="476529"/>
                  </a:lnTo>
                  <a:lnTo>
                    <a:pt x="1135232" y="500158"/>
                  </a:lnTo>
                  <a:lnTo>
                    <a:pt x="1184590" y="523639"/>
                  </a:lnTo>
                  <a:lnTo>
                    <a:pt x="1233948" y="546933"/>
                  </a:lnTo>
                  <a:lnTo>
                    <a:pt x="1283306" y="570006"/>
                  </a:lnTo>
                  <a:lnTo>
                    <a:pt x="1332664" y="592826"/>
                  </a:lnTo>
                  <a:lnTo>
                    <a:pt x="1382022" y="615367"/>
                  </a:lnTo>
                  <a:lnTo>
                    <a:pt x="1431379" y="637608"/>
                  </a:lnTo>
                  <a:lnTo>
                    <a:pt x="1480737" y="659531"/>
                  </a:lnTo>
                  <a:lnTo>
                    <a:pt x="1530095" y="681124"/>
                  </a:lnTo>
                  <a:lnTo>
                    <a:pt x="1579453" y="702379"/>
                  </a:lnTo>
                  <a:lnTo>
                    <a:pt x="1628811" y="723292"/>
                  </a:lnTo>
                  <a:lnTo>
                    <a:pt x="1678169" y="743862"/>
                  </a:lnTo>
                  <a:lnTo>
                    <a:pt x="1727527" y="764093"/>
                  </a:lnTo>
                  <a:lnTo>
                    <a:pt x="1776885" y="783989"/>
                  </a:lnTo>
                  <a:lnTo>
                    <a:pt x="1826243" y="803557"/>
                  </a:lnTo>
                  <a:lnTo>
                    <a:pt x="1875601" y="822808"/>
                  </a:lnTo>
                  <a:lnTo>
                    <a:pt x="1924959" y="841750"/>
                  </a:lnTo>
                  <a:lnTo>
                    <a:pt x="1974317" y="860394"/>
                  </a:lnTo>
                  <a:lnTo>
                    <a:pt x="2023675" y="878752"/>
                  </a:lnTo>
                  <a:lnTo>
                    <a:pt x="2073033" y="896834"/>
                  </a:lnTo>
                  <a:lnTo>
                    <a:pt x="2122390" y="914651"/>
                  </a:lnTo>
                  <a:lnTo>
                    <a:pt x="2171748" y="932215"/>
                  </a:lnTo>
                  <a:lnTo>
                    <a:pt x="2221106" y="949534"/>
                  </a:lnTo>
                  <a:lnTo>
                    <a:pt x="2270464" y="966619"/>
                  </a:lnTo>
                  <a:lnTo>
                    <a:pt x="2319822" y="983478"/>
                  </a:lnTo>
                  <a:lnTo>
                    <a:pt x="2369180" y="1000121"/>
                  </a:lnTo>
                  <a:lnTo>
                    <a:pt x="2418538" y="1016554"/>
                  </a:lnTo>
                  <a:lnTo>
                    <a:pt x="2467896" y="1032785"/>
                  </a:lnTo>
                  <a:lnTo>
                    <a:pt x="2517254" y="1048820"/>
                  </a:lnTo>
                  <a:lnTo>
                    <a:pt x="2566612" y="1064665"/>
                  </a:lnTo>
                  <a:lnTo>
                    <a:pt x="2615970" y="1080326"/>
                  </a:lnTo>
                  <a:lnTo>
                    <a:pt x="2665328" y="1095806"/>
                  </a:lnTo>
                  <a:lnTo>
                    <a:pt x="2714686" y="1111112"/>
                  </a:lnTo>
                  <a:lnTo>
                    <a:pt x="2764044" y="1126246"/>
                  </a:lnTo>
                  <a:lnTo>
                    <a:pt x="2813401" y="1141211"/>
                  </a:lnTo>
                  <a:lnTo>
                    <a:pt x="2862759" y="1156012"/>
                  </a:lnTo>
                  <a:lnTo>
                    <a:pt x="2912117" y="1170650"/>
                  </a:lnTo>
                  <a:lnTo>
                    <a:pt x="2961475" y="1185128"/>
                  </a:lnTo>
                  <a:lnTo>
                    <a:pt x="3010833" y="1199448"/>
                  </a:lnTo>
                  <a:lnTo>
                    <a:pt x="3060191" y="1213612"/>
                  </a:lnTo>
                  <a:lnTo>
                    <a:pt x="3109549" y="1227622"/>
                  </a:lnTo>
                  <a:lnTo>
                    <a:pt x="3158907" y="1241478"/>
                  </a:lnTo>
                  <a:lnTo>
                    <a:pt x="3208265" y="1255183"/>
                  </a:lnTo>
                  <a:lnTo>
                    <a:pt x="3257623" y="1268737"/>
                  </a:lnTo>
                  <a:lnTo>
                    <a:pt x="3306981" y="1282142"/>
                  </a:lnTo>
                  <a:lnTo>
                    <a:pt x="3356339" y="1295397"/>
                  </a:lnTo>
                  <a:lnTo>
                    <a:pt x="3405697" y="1308505"/>
                  </a:lnTo>
                  <a:lnTo>
                    <a:pt x="3455055" y="1321465"/>
                  </a:lnTo>
                  <a:lnTo>
                    <a:pt x="3504412" y="1334278"/>
                  </a:lnTo>
                  <a:lnTo>
                    <a:pt x="3553770" y="1346945"/>
                  </a:lnTo>
                  <a:lnTo>
                    <a:pt x="3603128" y="1359466"/>
                  </a:lnTo>
                  <a:lnTo>
                    <a:pt x="3652486" y="1371842"/>
                  </a:lnTo>
                  <a:lnTo>
                    <a:pt x="3701844" y="1384072"/>
                  </a:lnTo>
                  <a:lnTo>
                    <a:pt x="3751202" y="1396158"/>
                  </a:lnTo>
                  <a:lnTo>
                    <a:pt x="3800560" y="1408100"/>
                  </a:lnTo>
                  <a:lnTo>
                    <a:pt x="3849918" y="1419897"/>
                  </a:lnTo>
                  <a:lnTo>
                    <a:pt x="3899276" y="14315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1623483" y="2413290"/>
              <a:ext cx="3899276" cy="1469482"/>
            </a:xfrm>
            <a:custGeom>
              <a:avLst/>
              <a:pathLst>
                <a:path w="3899276" h="1469482">
                  <a:moveTo>
                    <a:pt x="3899276" y="1469482"/>
                  </a:moveTo>
                  <a:lnTo>
                    <a:pt x="3849918" y="1461503"/>
                  </a:lnTo>
                  <a:lnTo>
                    <a:pt x="3800560" y="1453168"/>
                  </a:lnTo>
                  <a:lnTo>
                    <a:pt x="3751202" y="1444466"/>
                  </a:lnTo>
                  <a:lnTo>
                    <a:pt x="3701844" y="1435384"/>
                  </a:lnTo>
                  <a:lnTo>
                    <a:pt x="3652486" y="1425909"/>
                  </a:lnTo>
                  <a:lnTo>
                    <a:pt x="3603128" y="1416031"/>
                  </a:lnTo>
                  <a:lnTo>
                    <a:pt x="3553770" y="1405735"/>
                  </a:lnTo>
                  <a:lnTo>
                    <a:pt x="3504412" y="1395010"/>
                  </a:lnTo>
                  <a:lnTo>
                    <a:pt x="3455055" y="1383845"/>
                  </a:lnTo>
                  <a:lnTo>
                    <a:pt x="3405697" y="1372227"/>
                  </a:lnTo>
                  <a:lnTo>
                    <a:pt x="3356339" y="1360146"/>
                  </a:lnTo>
                  <a:lnTo>
                    <a:pt x="3306981" y="1347590"/>
                  </a:lnTo>
                  <a:lnTo>
                    <a:pt x="3257623" y="1334549"/>
                  </a:lnTo>
                  <a:lnTo>
                    <a:pt x="3208265" y="1321014"/>
                  </a:lnTo>
                  <a:lnTo>
                    <a:pt x="3158907" y="1306975"/>
                  </a:lnTo>
                  <a:lnTo>
                    <a:pt x="3109549" y="1292424"/>
                  </a:lnTo>
                  <a:lnTo>
                    <a:pt x="3060191" y="1277353"/>
                  </a:lnTo>
                  <a:lnTo>
                    <a:pt x="3010833" y="1261757"/>
                  </a:lnTo>
                  <a:lnTo>
                    <a:pt x="2961475" y="1245631"/>
                  </a:lnTo>
                  <a:lnTo>
                    <a:pt x="2912117" y="1228969"/>
                  </a:lnTo>
                  <a:lnTo>
                    <a:pt x="2862759" y="1211771"/>
                  </a:lnTo>
                  <a:lnTo>
                    <a:pt x="2813401" y="1194034"/>
                  </a:lnTo>
                  <a:lnTo>
                    <a:pt x="2764044" y="1175761"/>
                  </a:lnTo>
                  <a:lnTo>
                    <a:pt x="2714686" y="1156952"/>
                  </a:lnTo>
                  <a:lnTo>
                    <a:pt x="2665328" y="1137613"/>
                  </a:lnTo>
                  <a:lnTo>
                    <a:pt x="2615970" y="1117751"/>
                  </a:lnTo>
                  <a:lnTo>
                    <a:pt x="2566612" y="1097374"/>
                  </a:lnTo>
                  <a:lnTo>
                    <a:pt x="2517254" y="1076493"/>
                  </a:lnTo>
                  <a:lnTo>
                    <a:pt x="2467896" y="1055121"/>
                  </a:lnTo>
                  <a:lnTo>
                    <a:pt x="2418538" y="1033276"/>
                  </a:lnTo>
                  <a:lnTo>
                    <a:pt x="2369180" y="1010976"/>
                  </a:lnTo>
                  <a:lnTo>
                    <a:pt x="2319822" y="988242"/>
                  </a:lnTo>
                  <a:lnTo>
                    <a:pt x="2270464" y="965099"/>
                  </a:lnTo>
                  <a:lnTo>
                    <a:pt x="2221106" y="941574"/>
                  </a:lnTo>
                  <a:lnTo>
                    <a:pt x="2171748" y="917697"/>
                  </a:lnTo>
                  <a:lnTo>
                    <a:pt x="2122390" y="893502"/>
                  </a:lnTo>
                  <a:lnTo>
                    <a:pt x="2073033" y="869023"/>
                  </a:lnTo>
                  <a:lnTo>
                    <a:pt x="2023675" y="844300"/>
                  </a:lnTo>
                  <a:lnTo>
                    <a:pt x="1974317" y="819372"/>
                  </a:lnTo>
                  <a:lnTo>
                    <a:pt x="1924959" y="794284"/>
                  </a:lnTo>
                  <a:lnTo>
                    <a:pt x="1875601" y="769080"/>
                  </a:lnTo>
                  <a:lnTo>
                    <a:pt x="1826243" y="743806"/>
                  </a:lnTo>
                  <a:lnTo>
                    <a:pt x="1776885" y="718510"/>
                  </a:lnTo>
                  <a:lnTo>
                    <a:pt x="1727527" y="693240"/>
                  </a:lnTo>
                  <a:lnTo>
                    <a:pt x="1678169" y="668044"/>
                  </a:lnTo>
                  <a:lnTo>
                    <a:pt x="1628811" y="642969"/>
                  </a:lnTo>
                  <a:lnTo>
                    <a:pt x="1579453" y="618060"/>
                  </a:lnTo>
                  <a:lnTo>
                    <a:pt x="1530095" y="593361"/>
                  </a:lnTo>
                  <a:lnTo>
                    <a:pt x="1480737" y="568913"/>
                  </a:lnTo>
                  <a:lnTo>
                    <a:pt x="1431379" y="544753"/>
                  </a:lnTo>
                  <a:lnTo>
                    <a:pt x="1382022" y="520912"/>
                  </a:lnTo>
                  <a:lnTo>
                    <a:pt x="1332664" y="497420"/>
                  </a:lnTo>
                  <a:lnTo>
                    <a:pt x="1283306" y="474299"/>
                  </a:lnTo>
                  <a:lnTo>
                    <a:pt x="1233948" y="451568"/>
                  </a:lnTo>
                  <a:lnTo>
                    <a:pt x="1184590" y="429241"/>
                  </a:lnTo>
                  <a:lnTo>
                    <a:pt x="1135232" y="407324"/>
                  </a:lnTo>
                  <a:lnTo>
                    <a:pt x="1085874" y="385823"/>
                  </a:lnTo>
                  <a:lnTo>
                    <a:pt x="1036516" y="364737"/>
                  </a:lnTo>
                  <a:lnTo>
                    <a:pt x="987158" y="344062"/>
                  </a:lnTo>
                  <a:lnTo>
                    <a:pt x="937800" y="323792"/>
                  </a:lnTo>
                  <a:lnTo>
                    <a:pt x="888442" y="303918"/>
                  </a:lnTo>
                  <a:lnTo>
                    <a:pt x="839084" y="284429"/>
                  </a:lnTo>
                  <a:lnTo>
                    <a:pt x="789726" y="265312"/>
                  </a:lnTo>
                  <a:lnTo>
                    <a:pt x="740368" y="246556"/>
                  </a:lnTo>
                  <a:lnTo>
                    <a:pt x="691011" y="228146"/>
                  </a:lnTo>
                  <a:lnTo>
                    <a:pt x="641653" y="210068"/>
                  </a:lnTo>
                  <a:lnTo>
                    <a:pt x="592295" y="192310"/>
                  </a:lnTo>
                  <a:lnTo>
                    <a:pt x="542937" y="174859"/>
                  </a:lnTo>
                  <a:lnTo>
                    <a:pt x="493579" y="157701"/>
                  </a:lnTo>
                  <a:lnTo>
                    <a:pt x="444221" y="140825"/>
                  </a:lnTo>
                  <a:lnTo>
                    <a:pt x="394863" y="124219"/>
                  </a:lnTo>
                  <a:lnTo>
                    <a:pt x="345505" y="107874"/>
                  </a:lnTo>
                  <a:lnTo>
                    <a:pt x="296147" y="91778"/>
                  </a:lnTo>
                  <a:lnTo>
                    <a:pt x="246789" y="75924"/>
                  </a:lnTo>
                  <a:lnTo>
                    <a:pt x="197431" y="60303"/>
                  </a:lnTo>
                  <a:lnTo>
                    <a:pt x="148073" y="44906"/>
                  </a:lnTo>
                  <a:lnTo>
                    <a:pt x="98715" y="29728"/>
                  </a:lnTo>
                  <a:lnTo>
                    <a:pt x="49357" y="1476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1623483" y="2145211"/>
              <a:ext cx="3899276" cy="1554077"/>
            </a:xfrm>
            <a:custGeom>
              <a:avLst/>
              <a:pathLst>
                <a:path w="3899276" h="1554077">
                  <a:moveTo>
                    <a:pt x="0" y="0"/>
                  </a:moveTo>
                  <a:lnTo>
                    <a:pt x="49357" y="17792"/>
                  </a:lnTo>
                  <a:lnTo>
                    <a:pt x="98715" y="35913"/>
                  </a:lnTo>
                  <a:lnTo>
                    <a:pt x="148073" y="54356"/>
                  </a:lnTo>
                  <a:lnTo>
                    <a:pt x="197431" y="73119"/>
                  </a:lnTo>
                  <a:lnTo>
                    <a:pt x="246789" y="92195"/>
                  </a:lnTo>
                  <a:lnTo>
                    <a:pt x="296147" y="111580"/>
                  </a:lnTo>
                  <a:lnTo>
                    <a:pt x="345505" y="131267"/>
                  </a:lnTo>
                  <a:lnTo>
                    <a:pt x="394863" y="151249"/>
                  </a:lnTo>
                  <a:lnTo>
                    <a:pt x="444221" y="171518"/>
                  </a:lnTo>
                  <a:lnTo>
                    <a:pt x="493579" y="192067"/>
                  </a:lnTo>
                  <a:lnTo>
                    <a:pt x="542937" y="212886"/>
                  </a:lnTo>
                  <a:lnTo>
                    <a:pt x="592295" y="233967"/>
                  </a:lnTo>
                  <a:lnTo>
                    <a:pt x="641653" y="255299"/>
                  </a:lnTo>
                  <a:lnTo>
                    <a:pt x="691011" y="276872"/>
                  </a:lnTo>
                  <a:lnTo>
                    <a:pt x="740368" y="298674"/>
                  </a:lnTo>
                  <a:lnTo>
                    <a:pt x="789726" y="320694"/>
                  </a:lnTo>
                  <a:lnTo>
                    <a:pt x="839084" y="342919"/>
                  </a:lnTo>
                  <a:lnTo>
                    <a:pt x="888442" y="365338"/>
                  </a:lnTo>
                  <a:lnTo>
                    <a:pt x="937800" y="387935"/>
                  </a:lnTo>
                  <a:lnTo>
                    <a:pt x="987158" y="410699"/>
                  </a:lnTo>
                  <a:lnTo>
                    <a:pt x="1036516" y="433614"/>
                  </a:lnTo>
                  <a:lnTo>
                    <a:pt x="1085874" y="456666"/>
                  </a:lnTo>
                  <a:lnTo>
                    <a:pt x="1135232" y="479840"/>
                  </a:lnTo>
                  <a:lnTo>
                    <a:pt x="1184590" y="503121"/>
                  </a:lnTo>
                  <a:lnTo>
                    <a:pt x="1233948" y="526493"/>
                  </a:lnTo>
                  <a:lnTo>
                    <a:pt x="1283306" y="549940"/>
                  </a:lnTo>
                  <a:lnTo>
                    <a:pt x="1332664" y="573447"/>
                  </a:lnTo>
                  <a:lnTo>
                    <a:pt x="1382022" y="596997"/>
                  </a:lnTo>
                  <a:lnTo>
                    <a:pt x="1431379" y="620574"/>
                  </a:lnTo>
                  <a:lnTo>
                    <a:pt x="1480737" y="644161"/>
                  </a:lnTo>
                  <a:lnTo>
                    <a:pt x="1530095" y="667743"/>
                  </a:lnTo>
                  <a:lnTo>
                    <a:pt x="1579453" y="691302"/>
                  </a:lnTo>
                  <a:lnTo>
                    <a:pt x="1628811" y="714823"/>
                  </a:lnTo>
                  <a:lnTo>
                    <a:pt x="1678169" y="738289"/>
                  </a:lnTo>
                  <a:lnTo>
                    <a:pt x="1727527" y="761684"/>
                  </a:lnTo>
                  <a:lnTo>
                    <a:pt x="1776885" y="784992"/>
                  </a:lnTo>
                  <a:lnTo>
                    <a:pt x="1826243" y="808197"/>
                  </a:lnTo>
                  <a:lnTo>
                    <a:pt x="1875601" y="831285"/>
                  </a:lnTo>
                  <a:lnTo>
                    <a:pt x="1924959" y="854240"/>
                  </a:lnTo>
                  <a:lnTo>
                    <a:pt x="1974317" y="877048"/>
                  </a:lnTo>
                  <a:lnTo>
                    <a:pt x="2023675" y="899694"/>
                  </a:lnTo>
                  <a:lnTo>
                    <a:pt x="2073033" y="922164"/>
                  </a:lnTo>
                  <a:lnTo>
                    <a:pt x="2122390" y="944445"/>
                  </a:lnTo>
                  <a:lnTo>
                    <a:pt x="2171748" y="966524"/>
                  </a:lnTo>
                  <a:lnTo>
                    <a:pt x="2221106" y="988389"/>
                  </a:lnTo>
                  <a:lnTo>
                    <a:pt x="2270464" y="1010027"/>
                  </a:lnTo>
                  <a:lnTo>
                    <a:pt x="2319822" y="1031428"/>
                  </a:lnTo>
                  <a:lnTo>
                    <a:pt x="2369180" y="1052581"/>
                  </a:lnTo>
                  <a:lnTo>
                    <a:pt x="2418538" y="1073475"/>
                  </a:lnTo>
                  <a:lnTo>
                    <a:pt x="2467896" y="1094101"/>
                  </a:lnTo>
                  <a:lnTo>
                    <a:pt x="2517254" y="1114450"/>
                  </a:lnTo>
                  <a:lnTo>
                    <a:pt x="2566612" y="1134513"/>
                  </a:lnTo>
                  <a:lnTo>
                    <a:pt x="2615970" y="1154284"/>
                  </a:lnTo>
                  <a:lnTo>
                    <a:pt x="2665328" y="1173754"/>
                  </a:lnTo>
                  <a:lnTo>
                    <a:pt x="2714686" y="1192918"/>
                  </a:lnTo>
                  <a:lnTo>
                    <a:pt x="2764044" y="1211769"/>
                  </a:lnTo>
                  <a:lnTo>
                    <a:pt x="2813401" y="1230303"/>
                  </a:lnTo>
                  <a:lnTo>
                    <a:pt x="2862759" y="1248515"/>
                  </a:lnTo>
                  <a:lnTo>
                    <a:pt x="2912117" y="1266400"/>
                  </a:lnTo>
                  <a:lnTo>
                    <a:pt x="2961475" y="1283956"/>
                  </a:lnTo>
                  <a:lnTo>
                    <a:pt x="3010833" y="1301179"/>
                  </a:lnTo>
                  <a:lnTo>
                    <a:pt x="3060191" y="1318068"/>
                  </a:lnTo>
                  <a:lnTo>
                    <a:pt x="3109549" y="1334620"/>
                  </a:lnTo>
                  <a:lnTo>
                    <a:pt x="3158907" y="1350834"/>
                  </a:lnTo>
                  <a:lnTo>
                    <a:pt x="3208265" y="1366710"/>
                  </a:lnTo>
                  <a:lnTo>
                    <a:pt x="3257623" y="1382247"/>
                  </a:lnTo>
                  <a:lnTo>
                    <a:pt x="3306981" y="1397445"/>
                  </a:lnTo>
                  <a:lnTo>
                    <a:pt x="3356339" y="1412306"/>
                  </a:lnTo>
                  <a:lnTo>
                    <a:pt x="3405697" y="1426831"/>
                  </a:lnTo>
                  <a:lnTo>
                    <a:pt x="3455055" y="1441020"/>
                  </a:lnTo>
                  <a:lnTo>
                    <a:pt x="3504412" y="1454877"/>
                  </a:lnTo>
                  <a:lnTo>
                    <a:pt x="3553770" y="1468402"/>
                  </a:lnTo>
                  <a:lnTo>
                    <a:pt x="3603128" y="1481600"/>
                  </a:lnTo>
                  <a:lnTo>
                    <a:pt x="3652486" y="1494472"/>
                  </a:lnTo>
                  <a:lnTo>
                    <a:pt x="3701844" y="1507022"/>
                  </a:lnTo>
                  <a:lnTo>
                    <a:pt x="3751202" y="1519254"/>
                  </a:lnTo>
                  <a:lnTo>
                    <a:pt x="3800560" y="1531171"/>
                  </a:lnTo>
                  <a:lnTo>
                    <a:pt x="3849918" y="1542777"/>
                  </a:lnTo>
                  <a:lnTo>
                    <a:pt x="3899276" y="1554077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1733162" y="1934470"/>
              <a:ext cx="3732361" cy="1901213"/>
            </a:xfrm>
            <a:custGeom>
              <a:avLst/>
              <a:pathLst>
                <a:path w="3732361" h="1901213">
                  <a:moveTo>
                    <a:pt x="0" y="0"/>
                  </a:moveTo>
                  <a:lnTo>
                    <a:pt x="47245" y="16290"/>
                  </a:lnTo>
                  <a:lnTo>
                    <a:pt x="94490" y="33026"/>
                  </a:lnTo>
                  <a:lnTo>
                    <a:pt x="141735" y="50202"/>
                  </a:lnTo>
                  <a:lnTo>
                    <a:pt x="188980" y="67813"/>
                  </a:lnTo>
                  <a:lnTo>
                    <a:pt x="236225" y="85853"/>
                  </a:lnTo>
                  <a:lnTo>
                    <a:pt x="283470" y="104311"/>
                  </a:lnTo>
                  <a:lnTo>
                    <a:pt x="330715" y="123178"/>
                  </a:lnTo>
                  <a:lnTo>
                    <a:pt x="377960" y="142440"/>
                  </a:lnTo>
                  <a:lnTo>
                    <a:pt x="425205" y="162081"/>
                  </a:lnTo>
                  <a:lnTo>
                    <a:pt x="472450" y="182086"/>
                  </a:lnTo>
                  <a:lnTo>
                    <a:pt x="519695" y="202435"/>
                  </a:lnTo>
                  <a:lnTo>
                    <a:pt x="566940" y="223106"/>
                  </a:lnTo>
                  <a:lnTo>
                    <a:pt x="614186" y="244076"/>
                  </a:lnTo>
                  <a:lnTo>
                    <a:pt x="661431" y="265319"/>
                  </a:lnTo>
                  <a:lnTo>
                    <a:pt x="708676" y="286807"/>
                  </a:lnTo>
                  <a:lnTo>
                    <a:pt x="755921" y="308510"/>
                  </a:lnTo>
                  <a:lnTo>
                    <a:pt x="803166" y="330397"/>
                  </a:lnTo>
                  <a:lnTo>
                    <a:pt x="850411" y="352434"/>
                  </a:lnTo>
                  <a:lnTo>
                    <a:pt x="897656" y="374588"/>
                  </a:lnTo>
                  <a:lnTo>
                    <a:pt x="944901" y="396821"/>
                  </a:lnTo>
                  <a:lnTo>
                    <a:pt x="992146" y="419098"/>
                  </a:lnTo>
                  <a:lnTo>
                    <a:pt x="1039391" y="441382"/>
                  </a:lnTo>
                  <a:lnTo>
                    <a:pt x="1086636" y="463637"/>
                  </a:lnTo>
                  <a:lnTo>
                    <a:pt x="1133881" y="485826"/>
                  </a:lnTo>
                  <a:lnTo>
                    <a:pt x="1181127" y="507914"/>
                  </a:lnTo>
                  <a:lnTo>
                    <a:pt x="1228372" y="529869"/>
                  </a:lnTo>
                  <a:lnTo>
                    <a:pt x="1275617" y="551660"/>
                  </a:lnTo>
                  <a:lnTo>
                    <a:pt x="1322862" y="573258"/>
                  </a:lnTo>
                  <a:lnTo>
                    <a:pt x="1370107" y="594639"/>
                  </a:lnTo>
                  <a:lnTo>
                    <a:pt x="1417352" y="615779"/>
                  </a:lnTo>
                  <a:lnTo>
                    <a:pt x="1464597" y="636660"/>
                  </a:lnTo>
                  <a:lnTo>
                    <a:pt x="1511842" y="657267"/>
                  </a:lnTo>
                  <a:lnTo>
                    <a:pt x="1559087" y="677589"/>
                  </a:lnTo>
                  <a:lnTo>
                    <a:pt x="1606332" y="697617"/>
                  </a:lnTo>
                  <a:lnTo>
                    <a:pt x="1653577" y="717347"/>
                  </a:lnTo>
                  <a:lnTo>
                    <a:pt x="1700822" y="736776"/>
                  </a:lnTo>
                  <a:lnTo>
                    <a:pt x="1748067" y="755905"/>
                  </a:lnTo>
                  <a:lnTo>
                    <a:pt x="1795313" y="774737"/>
                  </a:lnTo>
                  <a:lnTo>
                    <a:pt x="1842558" y="793277"/>
                  </a:lnTo>
                  <a:lnTo>
                    <a:pt x="1889803" y="811530"/>
                  </a:lnTo>
                  <a:lnTo>
                    <a:pt x="1937048" y="829503"/>
                  </a:lnTo>
                  <a:lnTo>
                    <a:pt x="1984293" y="847206"/>
                  </a:lnTo>
                  <a:lnTo>
                    <a:pt x="2031538" y="864646"/>
                  </a:lnTo>
                  <a:lnTo>
                    <a:pt x="2078783" y="881833"/>
                  </a:lnTo>
                  <a:lnTo>
                    <a:pt x="2126028" y="898776"/>
                  </a:lnTo>
                  <a:lnTo>
                    <a:pt x="2173273" y="915482"/>
                  </a:lnTo>
                  <a:lnTo>
                    <a:pt x="2220518" y="931962"/>
                  </a:lnTo>
                  <a:lnTo>
                    <a:pt x="2267763" y="948224"/>
                  </a:lnTo>
                  <a:lnTo>
                    <a:pt x="2315008" y="964275"/>
                  </a:lnTo>
                  <a:lnTo>
                    <a:pt x="2362254" y="980124"/>
                  </a:lnTo>
                  <a:lnTo>
                    <a:pt x="2409499" y="995777"/>
                  </a:lnTo>
                  <a:lnTo>
                    <a:pt x="2456744" y="1011241"/>
                  </a:lnTo>
                  <a:lnTo>
                    <a:pt x="2503989" y="1026523"/>
                  </a:lnTo>
                  <a:lnTo>
                    <a:pt x="2551234" y="1041627"/>
                  </a:lnTo>
                  <a:lnTo>
                    <a:pt x="2598479" y="1056560"/>
                  </a:lnTo>
                  <a:lnTo>
                    <a:pt x="2645724" y="1071326"/>
                  </a:lnTo>
                  <a:lnTo>
                    <a:pt x="2692969" y="1085929"/>
                  </a:lnTo>
                  <a:lnTo>
                    <a:pt x="2740214" y="1100374"/>
                  </a:lnTo>
                  <a:lnTo>
                    <a:pt x="2787459" y="1114664"/>
                  </a:lnTo>
                  <a:lnTo>
                    <a:pt x="2834704" y="1128803"/>
                  </a:lnTo>
                  <a:lnTo>
                    <a:pt x="2881949" y="1142792"/>
                  </a:lnTo>
                  <a:lnTo>
                    <a:pt x="2929194" y="1156635"/>
                  </a:lnTo>
                  <a:lnTo>
                    <a:pt x="2976440" y="1170335"/>
                  </a:lnTo>
                  <a:lnTo>
                    <a:pt x="3023685" y="1183893"/>
                  </a:lnTo>
                  <a:lnTo>
                    <a:pt x="3070930" y="1197311"/>
                  </a:lnTo>
                  <a:lnTo>
                    <a:pt x="3118175" y="1210592"/>
                  </a:lnTo>
                  <a:lnTo>
                    <a:pt x="3165420" y="1223735"/>
                  </a:lnTo>
                  <a:lnTo>
                    <a:pt x="3212665" y="1236744"/>
                  </a:lnTo>
                  <a:lnTo>
                    <a:pt x="3259910" y="1249618"/>
                  </a:lnTo>
                  <a:lnTo>
                    <a:pt x="3307155" y="1262360"/>
                  </a:lnTo>
                  <a:lnTo>
                    <a:pt x="3354400" y="1274969"/>
                  </a:lnTo>
                  <a:lnTo>
                    <a:pt x="3401645" y="1287448"/>
                  </a:lnTo>
                  <a:lnTo>
                    <a:pt x="3448890" y="1299795"/>
                  </a:lnTo>
                  <a:lnTo>
                    <a:pt x="3496135" y="1312013"/>
                  </a:lnTo>
                  <a:lnTo>
                    <a:pt x="3543381" y="1324102"/>
                  </a:lnTo>
                  <a:lnTo>
                    <a:pt x="3590626" y="1336062"/>
                  </a:lnTo>
                  <a:lnTo>
                    <a:pt x="3637871" y="1347894"/>
                  </a:lnTo>
                  <a:lnTo>
                    <a:pt x="3685116" y="1359598"/>
                  </a:lnTo>
                  <a:lnTo>
                    <a:pt x="3732361" y="1371175"/>
                  </a:lnTo>
                  <a:lnTo>
                    <a:pt x="3732361" y="1901213"/>
                  </a:lnTo>
                  <a:lnTo>
                    <a:pt x="3685116" y="1891869"/>
                  </a:lnTo>
                  <a:lnTo>
                    <a:pt x="3637871" y="1882160"/>
                  </a:lnTo>
                  <a:lnTo>
                    <a:pt x="3590626" y="1872075"/>
                  </a:lnTo>
                  <a:lnTo>
                    <a:pt x="3543381" y="1861604"/>
                  </a:lnTo>
                  <a:lnTo>
                    <a:pt x="3496135" y="1850740"/>
                  </a:lnTo>
                  <a:lnTo>
                    <a:pt x="3448890" y="1839471"/>
                  </a:lnTo>
                  <a:lnTo>
                    <a:pt x="3401645" y="1827791"/>
                  </a:lnTo>
                  <a:lnTo>
                    <a:pt x="3354400" y="1815689"/>
                  </a:lnTo>
                  <a:lnTo>
                    <a:pt x="3307155" y="1803159"/>
                  </a:lnTo>
                  <a:lnTo>
                    <a:pt x="3259910" y="1790192"/>
                  </a:lnTo>
                  <a:lnTo>
                    <a:pt x="3212665" y="1776783"/>
                  </a:lnTo>
                  <a:lnTo>
                    <a:pt x="3165420" y="1762924"/>
                  </a:lnTo>
                  <a:lnTo>
                    <a:pt x="3118175" y="1748611"/>
                  </a:lnTo>
                  <a:lnTo>
                    <a:pt x="3070930" y="1733839"/>
                  </a:lnTo>
                  <a:lnTo>
                    <a:pt x="3023685" y="1718604"/>
                  </a:lnTo>
                  <a:lnTo>
                    <a:pt x="2976440" y="1702904"/>
                  </a:lnTo>
                  <a:lnTo>
                    <a:pt x="2929194" y="1686737"/>
                  </a:lnTo>
                  <a:lnTo>
                    <a:pt x="2881949" y="1670103"/>
                  </a:lnTo>
                  <a:lnTo>
                    <a:pt x="2834704" y="1653003"/>
                  </a:lnTo>
                  <a:lnTo>
                    <a:pt x="2787459" y="1635439"/>
                  </a:lnTo>
                  <a:lnTo>
                    <a:pt x="2740214" y="1617415"/>
                  </a:lnTo>
                  <a:lnTo>
                    <a:pt x="2692969" y="1598937"/>
                  </a:lnTo>
                  <a:lnTo>
                    <a:pt x="2645724" y="1580012"/>
                  </a:lnTo>
                  <a:lnTo>
                    <a:pt x="2598479" y="1560648"/>
                  </a:lnTo>
                  <a:lnTo>
                    <a:pt x="2551234" y="1540857"/>
                  </a:lnTo>
                  <a:lnTo>
                    <a:pt x="2503989" y="1520651"/>
                  </a:lnTo>
                  <a:lnTo>
                    <a:pt x="2456744" y="1500046"/>
                  </a:lnTo>
                  <a:lnTo>
                    <a:pt x="2409499" y="1479057"/>
                  </a:lnTo>
                  <a:lnTo>
                    <a:pt x="2362254" y="1457704"/>
                  </a:lnTo>
                  <a:lnTo>
                    <a:pt x="2315008" y="1436008"/>
                  </a:lnTo>
                  <a:lnTo>
                    <a:pt x="2267763" y="1413992"/>
                  </a:lnTo>
                  <a:lnTo>
                    <a:pt x="2220518" y="1391682"/>
                  </a:lnTo>
                  <a:lnTo>
                    <a:pt x="2173273" y="1369105"/>
                  </a:lnTo>
                  <a:lnTo>
                    <a:pt x="2126028" y="1346290"/>
                  </a:lnTo>
                  <a:lnTo>
                    <a:pt x="2078783" y="1323270"/>
                  </a:lnTo>
                  <a:lnTo>
                    <a:pt x="2031538" y="1300077"/>
                  </a:lnTo>
                  <a:lnTo>
                    <a:pt x="1984293" y="1276747"/>
                  </a:lnTo>
                  <a:lnTo>
                    <a:pt x="1937048" y="1253316"/>
                  </a:lnTo>
                  <a:lnTo>
                    <a:pt x="1889803" y="1229822"/>
                  </a:lnTo>
                  <a:lnTo>
                    <a:pt x="1842558" y="1206302"/>
                  </a:lnTo>
                  <a:lnTo>
                    <a:pt x="1795313" y="1182796"/>
                  </a:lnTo>
                  <a:lnTo>
                    <a:pt x="1748067" y="1159343"/>
                  </a:lnTo>
                  <a:lnTo>
                    <a:pt x="1700822" y="1135980"/>
                  </a:lnTo>
                  <a:lnTo>
                    <a:pt x="1653577" y="1112745"/>
                  </a:lnTo>
                  <a:lnTo>
                    <a:pt x="1606332" y="1089674"/>
                  </a:lnTo>
                  <a:lnTo>
                    <a:pt x="1559087" y="1066801"/>
                  </a:lnTo>
                  <a:lnTo>
                    <a:pt x="1511842" y="1044156"/>
                  </a:lnTo>
                  <a:lnTo>
                    <a:pt x="1464597" y="1021769"/>
                  </a:lnTo>
                  <a:lnTo>
                    <a:pt x="1417352" y="999665"/>
                  </a:lnTo>
                  <a:lnTo>
                    <a:pt x="1370107" y="977865"/>
                  </a:lnTo>
                  <a:lnTo>
                    <a:pt x="1322862" y="956387"/>
                  </a:lnTo>
                  <a:lnTo>
                    <a:pt x="1275617" y="935246"/>
                  </a:lnTo>
                  <a:lnTo>
                    <a:pt x="1228372" y="914451"/>
                  </a:lnTo>
                  <a:lnTo>
                    <a:pt x="1181127" y="894010"/>
                  </a:lnTo>
                  <a:lnTo>
                    <a:pt x="1133881" y="873925"/>
                  </a:lnTo>
                  <a:lnTo>
                    <a:pt x="1086636" y="854198"/>
                  </a:lnTo>
                  <a:lnTo>
                    <a:pt x="1039391" y="834826"/>
                  </a:lnTo>
                  <a:lnTo>
                    <a:pt x="992146" y="815805"/>
                  </a:lnTo>
                  <a:lnTo>
                    <a:pt x="944901" y="797127"/>
                  </a:lnTo>
                  <a:lnTo>
                    <a:pt x="897656" y="778784"/>
                  </a:lnTo>
                  <a:lnTo>
                    <a:pt x="850411" y="760768"/>
                  </a:lnTo>
                  <a:lnTo>
                    <a:pt x="803166" y="743069"/>
                  </a:lnTo>
                  <a:lnTo>
                    <a:pt x="755921" y="725675"/>
                  </a:lnTo>
                  <a:lnTo>
                    <a:pt x="708676" y="708577"/>
                  </a:lnTo>
                  <a:lnTo>
                    <a:pt x="661431" y="691763"/>
                  </a:lnTo>
                  <a:lnTo>
                    <a:pt x="614186" y="675222"/>
                  </a:lnTo>
                  <a:lnTo>
                    <a:pt x="566940" y="658945"/>
                  </a:lnTo>
                  <a:lnTo>
                    <a:pt x="519695" y="642921"/>
                  </a:lnTo>
                  <a:lnTo>
                    <a:pt x="472450" y="627140"/>
                  </a:lnTo>
                  <a:lnTo>
                    <a:pt x="425205" y="611594"/>
                  </a:lnTo>
                  <a:lnTo>
                    <a:pt x="377960" y="596274"/>
                  </a:lnTo>
                  <a:lnTo>
                    <a:pt x="330715" y="581172"/>
                  </a:lnTo>
                  <a:lnTo>
                    <a:pt x="283470" y="566281"/>
                  </a:lnTo>
                  <a:lnTo>
                    <a:pt x="236225" y="551594"/>
                  </a:lnTo>
                  <a:lnTo>
                    <a:pt x="188980" y="537104"/>
                  </a:lnTo>
                  <a:lnTo>
                    <a:pt x="141735" y="522805"/>
                  </a:lnTo>
                  <a:lnTo>
                    <a:pt x="94490" y="508693"/>
                  </a:lnTo>
                  <a:lnTo>
                    <a:pt x="47245" y="494761"/>
                  </a:lnTo>
                  <a:lnTo>
                    <a:pt x="0" y="481007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1733162" y="1934470"/>
              <a:ext cx="3732361" cy="1371175"/>
            </a:xfrm>
            <a:custGeom>
              <a:avLst/>
              <a:pathLst>
                <a:path w="3732361" h="1371175">
                  <a:moveTo>
                    <a:pt x="0" y="0"/>
                  </a:moveTo>
                  <a:lnTo>
                    <a:pt x="47245" y="16290"/>
                  </a:lnTo>
                  <a:lnTo>
                    <a:pt x="94490" y="33026"/>
                  </a:lnTo>
                  <a:lnTo>
                    <a:pt x="141735" y="50202"/>
                  </a:lnTo>
                  <a:lnTo>
                    <a:pt x="188980" y="67813"/>
                  </a:lnTo>
                  <a:lnTo>
                    <a:pt x="236225" y="85853"/>
                  </a:lnTo>
                  <a:lnTo>
                    <a:pt x="283470" y="104311"/>
                  </a:lnTo>
                  <a:lnTo>
                    <a:pt x="330715" y="123178"/>
                  </a:lnTo>
                  <a:lnTo>
                    <a:pt x="377960" y="142440"/>
                  </a:lnTo>
                  <a:lnTo>
                    <a:pt x="425205" y="162081"/>
                  </a:lnTo>
                  <a:lnTo>
                    <a:pt x="472450" y="182086"/>
                  </a:lnTo>
                  <a:lnTo>
                    <a:pt x="519695" y="202435"/>
                  </a:lnTo>
                  <a:lnTo>
                    <a:pt x="566940" y="223106"/>
                  </a:lnTo>
                  <a:lnTo>
                    <a:pt x="614186" y="244076"/>
                  </a:lnTo>
                  <a:lnTo>
                    <a:pt x="661431" y="265319"/>
                  </a:lnTo>
                  <a:lnTo>
                    <a:pt x="708676" y="286807"/>
                  </a:lnTo>
                  <a:lnTo>
                    <a:pt x="755921" y="308510"/>
                  </a:lnTo>
                  <a:lnTo>
                    <a:pt x="803166" y="330397"/>
                  </a:lnTo>
                  <a:lnTo>
                    <a:pt x="850411" y="352434"/>
                  </a:lnTo>
                  <a:lnTo>
                    <a:pt x="897656" y="374588"/>
                  </a:lnTo>
                  <a:lnTo>
                    <a:pt x="944901" y="396821"/>
                  </a:lnTo>
                  <a:lnTo>
                    <a:pt x="992146" y="419098"/>
                  </a:lnTo>
                  <a:lnTo>
                    <a:pt x="1039391" y="441382"/>
                  </a:lnTo>
                  <a:lnTo>
                    <a:pt x="1086636" y="463637"/>
                  </a:lnTo>
                  <a:lnTo>
                    <a:pt x="1133881" y="485826"/>
                  </a:lnTo>
                  <a:lnTo>
                    <a:pt x="1181127" y="507914"/>
                  </a:lnTo>
                  <a:lnTo>
                    <a:pt x="1228372" y="529869"/>
                  </a:lnTo>
                  <a:lnTo>
                    <a:pt x="1275617" y="551660"/>
                  </a:lnTo>
                  <a:lnTo>
                    <a:pt x="1322862" y="573258"/>
                  </a:lnTo>
                  <a:lnTo>
                    <a:pt x="1370107" y="594639"/>
                  </a:lnTo>
                  <a:lnTo>
                    <a:pt x="1417352" y="615779"/>
                  </a:lnTo>
                  <a:lnTo>
                    <a:pt x="1464597" y="636660"/>
                  </a:lnTo>
                  <a:lnTo>
                    <a:pt x="1511842" y="657267"/>
                  </a:lnTo>
                  <a:lnTo>
                    <a:pt x="1559087" y="677589"/>
                  </a:lnTo>
                  <a:lnTo>
                    <a:pt x="1606332" y="697617"/>
                  </a:lnTo>
                  <a:lnTo>
                    <a:pt x="1653577" y="717347"/>
                  </a:lnTo>
                  <a:lnTo>
                    <a:pt x="1700822" y="736776"/>
                  </a:lnTo>
                  <a:lnTo>
                    <a:pt x="1748067" y="755905"/>
                  </a:lnTo>
                  <a:lnTo>
                    <a:pt x="1795313" y="774737"/>
                  </a:lnTo>
                  <a:lnTo>
                    <a:pt x="1842558" y="793277"/>
                  </a:lnTo>
                  <a:lnTo>
                    <a:pt x="1889803" y="811530"/>
                  </a:lnTo>
                  <a:lnTo>
                    <a:pt x="1937048" y="829503"/>
                  </a:lnTo>
                  <a:lnTo>
                    <a:pt x="1984293" y="847206"/>
                  </a:lnTo>
                  <a:lnTo>
                    <a:pt x="2031538" y="864646"/>
                  </a:lnTo>
                  <a:lnTo>
                    <a:pt x="2078783" y="881833"/>
                  </a:lnTo>
                  <a:lnTo>
                    <a:pt x="2126028" y="898776"/>
                  </a:lnTo>
                  <a:lnTo>
                    <a:pt x="2173273" y="915482"/>
                  </a:lnTo>
                  <a:lnTo>
                    <a:pt x="2220518" y="931962"/>
                  </a:lnTo>
                  <a:lnTo>
                    <a:pt x="2267763" y="948224"/>
                  </a:lnTo>
                  <a:lnTo>
                    <a:pt x="2315008" y="964275"/>
                  </a:lnTo>
                  <a:lnTo>
                    <a:pt x="2362254" y="980124"/>
                  </a:lnTo>
                  <a:lnTo>
                    <a:pt x="2409499" y="995777"/>
                  </a:lnTo>
                  <a:lnTo>
                    <a:pt x="2456744" y="1011241"/>
                  </a:lnTo>
                  <a:lnTo>
                    <a:pt x="2503989" y="1026523"/>
                  </a:lnTo>
                  <a:lnTo>
                    <a:pt x="2551234" y="1041627"/>
                  </a:lnTo>
                  <a:lnTo>
                    <a:pt x="2598479" y="1056560"/>
                  </a:lnTo>
                  <a:lnTo>
                    <a:pt x="2645724" y="1071326"/>
                  </a:lnTo>
                  <a:lnTo>
                    <a:pt x="2692969" y="1085929"/>
                  </a:lnTo>
                  <a:lnTo>
                    <a:pt x="2740214" y="1100374"/>
                  </a:lnTo>
                  <a:lnTo>
                    <a:pt x="2787459" y="1114664"/>
                  </a:lnTo>
                  <a:lnTo>
                    <a:pt x="2834704" y="1128803"/>
                  </a:lnTo>
                  <a:lnTo>
                    <a:pt x="2881949" y="1142792"/>
                  </a:lnTo>
                  <a:lnTo>
                    <a:pt x="2929194" y="1156635"/>
                  </a:lnTo>
                  <a:lnTo>
                    <a:pt x="2976440" y="1170335"/>
                  </a:lnTo>
                  <a:lnTo>
                    <a:pt x="3023685" y="1183893"/>
                  </a:lnTo>
                  <a:lnTo>
                    <a:pt x="3070930" y="1197311"/>
                  </a:lnTo>
                  <a:lnTo>
                    <a:pt x="3118175" y="1210592"/>
                  </a:lnTo>
                  <a:lnTo>
                    <a:pt x="3165420" y="1223735"/>
                  </a:lnTo>
                  <a:lnTo>
                    <a:pt x="3212665" y="1236744"/>
                  </a:lnTo>
                  <a:lnTo>
                    <a:pt x="3259910" y="1249618"/>
                  </a:lnTo>
                  <a:lnTo>
                    <a:pt x="3307155" y="1262360"/>
                  </a:lnTo>
                  <a:lnTo>
                    <a:pt x="3354400" y="1274969"/>
                  </a:lnTo>
                  <a:lnTo>
                    <a:pt x="3401645" y="1287448"/>
                  </a:lnTo>
                  <a:lnTo>
                    <a:pt x="3448890" y="1299795"/>
                  </a:lnTo>
                  <a:lnTo>
                    <a:pt x="3496135" y="1312013"/>
                  </a:lnTo>
                  <a:lnTo>
                    <a:pt x="3543381" y="1324102"/>
                  </a:lnTo>
                  <a:lnTo>
                    <a:pt x="3590626" y="1336062"/>
                  </a:lnTo>
                  <a:lnTo>
                    <a:pt x="3637871" y="1347894"/>
                  </a:lnTo>
                  <a:lnTo>
                    <a:pt x="3685116" y="1359598"/>
                  </a:lnTo>
                  <a:lnTo>
                    <a:pt x="3732361" y="13711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1733162" y="2415477"/>
              <a:ext cx="3732361" cy="1420206"/>
            </a:xfrm>
            <a:custGeom>
              <a:avLst/>
              <a:pathLst>
                <a:path w="3732361" h="1420206">
                  <a:moveTo>
                    <a:pt x="3732361" y="1420206"/>
                  </a:moveTo>
                  <a:lnTo>
                    <a:pt x="3685116" y="1410862"/>
                  </a:lnTo>
                  <a:lnTo>
                    <a:pt x="3637871" y="1401153"/>
                  </a:lnTo>
                  <a:lnTo>
                    <a:pt x="3590626" y="1391068"/>
                  </a:lnTo>
                  <a:lnTo>
                    <a:pt x="3543381" y="1380597"/>
                  </a:lnTo>
                  <a:lnTo>
                    <a:pt x="3496135" y="1369733"/>
                  </a:lnTo>
                  <a:lnTo>
                    <a:pt x="3448890" y="1358464"/>
                  </a:lnTo>
                  <a:lnTo>
                    <a:pt x="3401645" y="1346784"/>
                  </a:lnTo>
                  <a:lnTo>
                    <a:pt x="3354400" y="1334682"/>
                  </a:lnTo>
                  <a:lnTo>
                    <a:pt x="3307155" y="1322152"/>
                  </a:lnTo>
                  <a:lnTo>
                    <a:pt x="3259910" y="1309185"/>
                  </a:lnTo>
                  <a:lnTo>
                    <a:pt x="3212665" y="1295776"/>
                  </a:lnTo>
                  <a:lnTo>
                    <a:pt x="3165420" y="1281917"/>
                  </a:lnTo>
                  <a:lnTo>
                    <a:pt x="3118175" y="1267604"/>
                  </a:lnTo>
                  <a:lnTo>
                    <a:pt x="3070930" y="1252832"/>
                  </a:lnTo>
                  <a:lnTo>
                    <a:pt x="3023685" y="1237597"/>
                  </a:lnTo>
                  <a:lnTo>
                    <a:pt x="2976440" y="1221897"/>
                  </a:lnTo>
                  <a:lnTo>
                    <a:pt x="2929194" y="1205730"/>
                  </a:lnTo>
                  <a:lnTo>
                    <a:pt x="2881949" y="1189096"/>
                  </a:lnTo>
                  <a:lnTo>
                    <a:pt x="2834704" y="1171996"/>
                  </a:lnTo>
                  <a:lnTo>
                    <a:pt x="2787459" y="1154432"/>
                  </a:lnTo>
                  <a:lnTo>
                    <a:pt x="2740214" y="1136408"/>
                  </a:lnTo>
                  <a:lnTo>
                    <a:pt x="2692969" y="1117930"/>
                  </a:lnTo>
                  <a:lnTo>
                    <a:pt x="2645724" y="1099005"/>
                  </a:lnTo>
                  <a:lnTo>
                    <a:pt x="2598479" y="1079641"/>
                  </a:lnTo>
                  <a:lnTo>
                    <a:pt x="2551234" y="1059850"/>
                  </a:lnTo>
                  <a:lnTo>
                    <a:pt x="2503989" y="1039644"/>
                  </a:lnTo>
                  <a:lnTo>
                    <a:pt x="2456744" y="1019039"/>
                  </a:lnTo>
                  <a:lnTo>
                    <a:pt x="2409499" y="998050"/>
                  </a:lnTo>
                  <a:lnTo>
                    <a:pt x="2362254" y="976697"/>
                  </a:lnTo>
                  <a:lnTo>
                    <a:pt x="2315008" y="955001"/>
                  </a:lnTo>
                  <a:lnTo>
                    <a:pt x="2267763" y="932985"/>
                  </a:lnTo>
                  <a:lnTo>
                    <a:pt x="2220518" y="910675"/>
                  </a:lnTo>
                  <a:lnTo>
                    <a:pt x="2173273" y="888098"/>
                  </a:lnTo>
                  <a:lnTo>
                    <a:pt x="2126028" y="865283"/>
                  </a:lnTo>
                  <a:lnTo>
                    <a:pt x="2078783" y="842263"/>
                  </a:lnTo>
                  <a:lnTo>
                    <a:pt x="2031538" y="819070"/>
                  </a:lnTo>
                  <a:lnTo>
                    <a:pt x="1984293" y="795740"/>
                  </a:lnTo>
                  <a:lnTo>
                    <a:pt x="1937048" y="772309"/>
                  </a:lnTo>
                  <a:lnTo>
                    <a:pt x="1889803" y="748815"/>
                  </a:lnTo>
                  <a:lnTo>
                    <a:pt x="1842558" y="725295"/>
                  </a:lnTo>
                  <a:lnTo>
                    <a:pt x="1795313" y="701789"/>
                  </a:lnTo>
                  <a:lnTo>
                    <a:pt x="1748067" y="678336"/>
                  </a:lnTo>
                  <a:lnTo>
                    <a:pt x="1700822" y="654973"/>
                  </a:lnTo>
                  <a:lnTo>
                    <a:pt x="1653577" y="631738"/>
                  </a:lnTo>
                  <a:lnTo>
                    <a:pt x="1606332" y="608667"/>
                  </a:lnTo>
                  <a:lnTo>
                    <a:pt x="1559087" y="585794"/>
                  </a:lnTo>
                  <a:lnTo>
                    <a:pt x="1511842" y="563149"/>
                  </a:lnTo>
                  <a:lnTo>
                    <a:pt x="1464597" y="540762"/>
                  </a:lnTo>
                  <a:lnTo>
                    <a:pt x="1417352" y="518658"/>
                  </a:lnTo>
                  <a:lnTo>
                    <a:pt x="1370107" y="496858"/>
                  </a:lnTo>
                  <a:lnTo>
                    <a:pt x="1322862" y="475380"/>
                  </a:lnTo>
                  <a:lnTo>
                    <a:pt x="1275617" y="454239"/>
                  </a:lnTo>
                  <a:lnTo>
                    <a:pt x="1228372" y="433444"/>
                  </a:lnTo>
                  <a:lnTo>
                    <a:pt x="1181127" y="413003"/>
                  </a:lnTo>
                  <a:lnTo>
                    <a:pt x="1133881" y="392918"/>
                  </a:lnTo>
                  <a:lnTo>
                    <a:pt x="1086636" y="373191"/>
                  </a:lnTo>
                  <a:lnTo>
                    <a:pt x="1039391" y="353819"/>
                  </a:lnTo>
                  <a:lnTo>
                    <a:pt x="992146" y="334798"/>
                  </a:lnTo>
                  <a:lnTo>
                    <a:pt x="944901" y="316120"/>
                  </a:lnTo>
                  <a:lnTo>
                    <a:pt x="897656" y="297777"/>
                  </a:lnTo>
                  <a:lnTo>
                    <a:pt x="850411" y="279761"/>
                  </a:lnTo>
                  <a:lnTo>
                    <a:pt x="803166" y="262062"/>
                  </a:lnTo>
                  <a:lnTo>
                    <a:pt x="755921" y="244668"/>
                  </a:lnTo>
                  <a:lnTo>
                    <a:pt x="708676" y="227570"/>
                  </a:lnTo>
                  <a:lnTo>
                    <a:pt x="661431" y="210756"/>
                  </a:lnTo>
                  <a:lnTo>
                    <a:pt x="614186" y="194215"/>
                  </a:lnTo>
                  <a:lnTo>
                    <a:pt x="566940" y="177938"/>
                  </a:lnTo>
                  <a:lnTo>
                    <a:pt x="519695" y="161914"/>
                  </a:lnTo>
                  <a:lnTo>
                    <a:pt x="472450" y="146133"/>
                  </a:lnTo>
                  <a:lnTo>
                    <a:pt x="425205" y="130587"/>
                  </a:lnTo>
                  <a:lnTo>
                    <a:pt x="377960" y="115267"/>
                  </a:lnTo>
                  <a:lnTo>
                    <a:pt x="330715" y="100165"/>
                  </a:lnTo>
                  <a:lnTo>
                    <a:pt x="283470" y="85274"/>
                  </a:lnTo>
                  <a:lnTo>
                    <a:pt x="236225" y="70587"/>
                  </a:lnTo>
                  <a:lnTo>
                    <a:pt x="188980" y="56097"/>
                  </a:lnTo>
                  <a:lnTo>
                    <a:pt x="141735" y="41798"/>
                  </a:lnTo>
                  <a:lnTo>
                    <a:pt x="94490" y="27686"/>
                  </a:lnTo>
                  <a:lnTo>
                    <a:pt x="47245" y="1375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1733162" y="2144654"/>
              <a:ext cx="3732361" cy="1490959"/>
            </a:xfrm>
            <a:custGeom>
              <a:avLst/>
              <a:pathLst>
                <a:path w="3732361" h="1490959">
                  <a:moveTo>
                    <a:pt x="0" y="0"/>
                  </a:moveTo>
                  <a:lnTo>
                    <a:pt x="47245" y="16582"/>
                  </a:lnTo>
                  <a:lnTo>
                    <a:pt x="94490" y="33449"/>
                  </a:lnTo>
                  <a:lnTo>
                    <a:pt x="141735" y="50598"/>
                  </a:lnTo>
                  <a:lnTo>
                    <a:pt x="188980" y="68027"/>
                  </a:lnTo>
                  <a:lnTo>
                    <a:pt x="236225" y="85729"/>
                  </a:lnTo>
                  <a:lnTo>
                    <a:pt x="283470" y="103702"/>
                  </a:lnTo>
                  <a:lnTo>
                    <a:pt x="330715" y="121941"/>
                  </a:lnTo>
                  <a:lnTo>
                    <a:pt x="377960" y="140439"/>
                  </a:lnTo>
                  <a:lnTo>
                    <a:pt x="425205" y="159192"/>
                  </a:lnTo>
                  <a:lnTo>
                    <a:pt x="472450" y="178192"/>
                  </a:lnTo>
                  <a:lnTo>
                    <a:pt x="519695" y="197434"/>
                  </a:lnTo>
                  <a:lnTo>
                    <a:pt x="566940" y="216909"/>
                  </a:lnTo>
                  <a:lnTo>
                    <a:pt x="614186" y="236610"/>
                  </a:lnTo>
                  <a:lnTo>
                    <a:pt x="661431" y="256530"/>
                  </a:lnTo>
                  <a:lnTo>
                    <a:pt x="708676" y="276658"/>
                  </a:lnTo>
                  <a:lnTo>
                    <a:pt x="755921" y="296987"/>
                  </a:lnTo>
                  <a:lnTo>
                    <a:pt x="803166" y="317506"/>
                  </a:lnTo>
                  <a:lnTo>
                    <a:pt x="850411" y="338206"/>
                  </a:lnTo>
                  <a:lnTo>
                    <a:pt x="897656" y="359077"/>
                  </a:lnTo>
                  <a:lnTo>
                    <a:pt x="944901" y="380107"/>
                  </a:lnTo>
                  <a:lnTo>
                    <a:pt x="992146" y="401286"/>
                  </a:lnTo>
                  <a:lnTo>
                    <a:pt x="1039391" y="422603"/>
                  </a:lnTo>
                  <a:lnTo>
                    <a:pt x="1086636" y="444045"/>
                  </a:lnTo>
                  <a:lnTo>
                    <a:pt x="1133881" y="465601"/>
                  </a:lnTo>
                  <a:lnTo>
                    <a:pt x="1181127" y="487259"/>
                  </a:lnTo>
                  <a:lnTo>
                    <a:pt x="1228372" y="509005"/>
                  </a:lnTo>
                  <a:lnTo>
                    <a:pt x="1275617" y="530828"/>
                  </a:lnTo>
                  <a:lnTo>
                    <a:pt x="1322862" y="552714"/>
                  </a:lnTo>
                  <a:lnTo>
                    <a:pt x="1370107" y="574651"/>
                  </a:lnTo>
                  <a:lnTo>
                    <a:pt x="1417352" y="596625"/>
                  </a:lnTo>
                  <a:lnTo>
                    <a:pt x="1464597" y="618622"/>
                  </a:lnTo>
                  <a:lnTo>
                    <a:pt x="1511842" y="640631"/>
                  </a:lnTo>
                  <a:lnTo>
                    <a:pt x="1559087" y="662636"/>
                  </a:lnTo>
                  <a:lnTo>
                    <a:pt x="1606332" y="684626"/>
                  </a:lnTo>
                  <a:lnTo>
                    <a:pt x="1653577" y="706587"/>
                  </a:lnTo>
                  <a:lnTo>
                    <a:pt x="1700822" y="728505"/>
                  </a:lnTo>
                  <a:lnTo>
                    <a:pt x="1748067" y="750367"/>
                  </a:lnTo>
                  <a:lnTo>
                    <a:pt x="1795313" y="772161"/>
                  </a:lnTo>
                  <a:lnTo>
                    <a:pt x="1842558" y="793874"/>
                  </a:lnTo>
                  <a:lnTo>
                    <a:pt x="1889803" y="815492"/>
                  </a:lnTo>
                  <a:lnTo>
                    <a:pt x="1937048" y="837004"/>
                  </a:lnTo>
                  <a:lnTo>
                    <a:pt x="1984293" y="858398"/>
                  </a:lnTo>
                  <a:lnTo>
                    <a:pt x="2031538" y="879661"/>
                  </a:lnTo>
                  <a:lnTo>
                    <a:pt x="2078783" y="900783"/>
                  </a:lnTo>
                  <a:lnTo>
                    <a:pt x="2126028" y="921751"/>
                  </a:lnTo>
                  <a:lnTo>
                    <a:pt x="2173273" y="942555"/>
                  </a:lnTo>
                  <a:lnTo>
                    <a:pt x="2220518" y="963184"/>
                  </a:lnTo>
                  <a:lnTo>
                    <a:pt x="2267763" y="983628"/>
                  </a:lnTo>
                  <a:lnTo>
                    <a:pt x="2315008" y="1003878"/>
                  </a:lnTo>
                  <a:lnTo>
                    <a:pt x="2362254" y="1023924"/>
                  </a:lnTo>
                  <a:lnTo>
                    <a:pt x="2409499" y="1043758"/>
                  </a:lnTo>
                  <a:lnTo>
                    <a:pt x="2456744" y="1063370"/>
                  </a:lnTo>
                  <a:lnTo>
                    <a:pt x="2503989" y="1082753"/>
                  </a:lnTo>
                  <a:lnTo>
                    <a:pt x="2551234" y="1101899"/>
                  </a:lnTo>
                  <a:lnTo>
                    <a:pt x="2598479" y="1120802"/>
                  </a:lnTo>
                  <a:lnTo>
                    <a:pt x="2645724" y="1139454"/>
                  </a:lnTo>
                  <a:lnTo>
                    <a:pt x="2692969" y="1157849"/>
                  </a:lnTo>
                  <a:lnTo>
                    <a:pt x="2740214" y="1175983"/>
                  </a:lnTo>
                  <a:lnTo>
                    <a:pt x="2787459" y="1193849"/>
                  </a:lnTo>
                  <a:lnTo>
                    <a:pt x="2834704" y="1211442"/>
                  </a:lnTo>
                  <a:lnTo>
                    <a:pt x="2881949" y="1228760"/>
                  </a:lnTo>
                  <a:lnTo>
                    <a:pt x="2929194" y="1245797"/>
                  </a:lnTo>
                  <a:lnTo>
                    <a:pt x="2976440" y="1262551"/>
                  </a:lnTo>
                  <a:lnTo>
                    <a:pt x="3023685" y="1279019"/>
                  </a:lnTo>
                  <a:lnTo>
                    <a:pt x="3070930" y="1295198"/>
                  </a:lnTo>
                  <a:lnTo>
                    <a:pt x="3118175" y="1311086"/>
                  </a:lnTo>
                  <a:lnTo>
                    <a:pt x="3165420" y="1326682"/>
                  </a:lnTo>
                  <a:lnTo>
                    <a:pt x="3212665" y="1341984"/>
                  </a:lnTo>
                  <a:lnTo>
                    <a:pt x="3259910" y="1356992"/>
                  </a:lnTo>
                  <a:lnTo>
                    <a:pt x="3307155" y="1371705"/>
                  </a:lnTo>
                  <a:lnTo>
                    <a:pt x="3354400" y="1386124"/>
                  </a:lnTo>
                  <a:lnTo>
                    <a:pt x="3401645" y="1400247"/>
                  </a:lnTo>
                  <a:lnTo>
                    <a:pt x="3448890" y="1414077"/>
                  </a:lnTo>
                  <a:lnTo>
                    <a:pt x="3496135" y="1427614"/>
                  </a:lnTo>
                  <a:lnTo>
                    <a:pt x="3543381" y="1440859"/>
                  </a:lnTo>
                  <a:lnTo>
                    <a:pt x="3590626" y="1453815"/>
                  </a:lnTo>
                  <a:lnTo>
                    <a:pt x="3637871" y="1466482"/>
                  </a:lnTo>
                  <a:lnTo>
                    <a:pt x="3685116" y="1478862"/>
                  </a:lnTo>
                  <a:lnTo>
                    <a:pt x="3732361" y="1490959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tx415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1468060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2268600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3069141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869681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4670222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5470762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3240326" y="4372931"/>
              <a:ext cx="66559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427" name="tx427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9" name="pt429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tx435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1428519" y="1165040"/>
              <a:ext cx="797814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0905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01316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9357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38583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6292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55186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4744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83970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282866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3776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4062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55858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4062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2716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22665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98361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8616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52779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98803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8445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3081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52779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9283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19353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28913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34842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2988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34274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5795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28475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227534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231079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35888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217106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35888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34717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225892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340865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34717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34601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28913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22978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39790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341121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01210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4520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338997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228200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356337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29283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341950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298361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283751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34193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35344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340865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9542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7835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7033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06872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42237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19851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7209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9542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1989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7122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7835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3495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07400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7088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17137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17057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3968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2290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52821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54306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9511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0011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2113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19511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25498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7130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0795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46967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3768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4326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07667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7130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04435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0594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0232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08348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18881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3847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3495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7007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537612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2168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41797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7209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1138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18906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22472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354954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30011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30011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308519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32388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35632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35602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20375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304797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33253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34239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215001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215263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36847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314524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354954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33012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21519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21296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330493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37327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30934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35632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21346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311298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299410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21296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358442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21670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35548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34091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211803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340310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34573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213755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358442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302386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34160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32888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31405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35548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355237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299410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342723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207245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311648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21406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536808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16983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19317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043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388573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02203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51685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00245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533504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18778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7154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52168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176058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18381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1734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0043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7246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530512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17925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04241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0260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9180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7654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17391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52379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2220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534578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8381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7206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185183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17310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1734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40623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53521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514629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9020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0011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0102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53109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9317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8188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65556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0090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9005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18128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15423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16983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18429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19498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94672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16408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16713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9590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82184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98835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49642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16713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80086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9236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9772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15828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60570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0900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9316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20035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98515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0084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16491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907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7305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20331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1011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50687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9294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509924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15828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158388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193479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19346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1233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81866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9016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19414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193118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19195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8617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1062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167014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72646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7072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16206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16783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6914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15854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7746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19414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82408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49545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7323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6575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8704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16023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21574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6755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7165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5396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21871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17421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217785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16330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5317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4774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16094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16173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21585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22840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7568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21742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21709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7681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21731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4172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21935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5621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55574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2840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80434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171745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5625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21792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4573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82408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4936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8453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50335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5580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6755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7198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8545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71547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75728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21709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5316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6123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218028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21387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81225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21707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26337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19551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21928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21801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21505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438008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430078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230756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22079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93172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48150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80440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22039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223433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83316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83316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43626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207952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219629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95579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21925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1801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1986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05498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23291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425418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05498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428489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197856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481725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3371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82841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27131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8150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2783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0556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2250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4157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82057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1707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83341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41579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33069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17838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33301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3280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63296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77682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3384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5032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4401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3441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19114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81808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35693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32003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954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319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7939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789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8841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19114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9673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9834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62366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176763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17779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5693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17965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4417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8476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180193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4411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3862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17959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4175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060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48951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17933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177923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8841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8234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179919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3888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34915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030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388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179066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7768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0885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1623483" y="1622886"/>
              <a:ext cx="3899276" cy="2076520"/>
            </a:xfrm>
            <a:custGeom>
              <a:avLst/>
              <a:pathLst>
                <a:path w="3899276" h="2076520">
                  <a:moveTo>
                    <a:pt x="0" y="1660293"/>
                  </a:moveTo>
                  <a:lnTo>
                    <a:pt x="49357" y="1640269"/>
                  </a:lnTo>
                  <a:lnTo>
                    <a:pt x="98715" y="1619864"/>
                  </a:lnTo>
                  <a:lnTo>
                    <a:pt x="148073" y="1599077"/>
                  </a:lnTo>
                  <a:lnTo>
                    <a:pt x="197431" y="1577906"/>
                  </a:lnTo>
                  <a:lnTo>
                    <a:pt x="246789" y="1556352"/>
                  </a:lnTo>
                  <a:lnTo>
                    <a:pt x="296147" y="1534414"/>
                  </a:lnTo>
                  <a:lnTo>
                    <a:pt x="345505" y="1512091"/>
                  </a:lnTo>
                  <a:lnTo>
                    <a:pt x="394863" y="1489383"/>
                  </a:lnTo>
                  <a:lnTo>
                    <a:pt x="444221" y="1466291"/>
                  </a:lnTo>
                  <a:lnTo>
                    <a:pt x="493579" y="1442816"/>
                  </a:lnTo>
                  <a:lnTo>
                    <a:pt x="542937" y="1418959"/>
                  </a:lnTo>
                  <a:lnTo>
                    <a:pt x="592295" y="1394722"/>
                  </a:lnTo>
                  <a:lnTo>
                    <a:pt x="641653" y="1370108"/>
                  </a:lnTo>
                  <a:lnTo>
                    <a:pt x="691011" y="1345120"/>
                  </a:lnTo>
                  <a:lnTo>
                    <a:pt x="740368" y="1319764"/>
                  </a:lnTo>
                  <a:lnTo>
                    <a:pt x="789726" y="1294044"/>
                  </a:lnTo>
                  <a:lnTo>
                    <a:pt x="839084" y="1267968"/>
                  </a:lnTo>
                  <a:lnTo>
                    <a:pt x="888442" y="1241543"/>
                  </a:lnTo>
                  <a:lnTo>
                    <a:pt x="937800" y="1214781"/>
                  </a:lnTo>
                  <a:lnTo>
                    <a:pt x="987158" y="1187693"/>
                  </a:lnTo>
                  <a:lnTo>
                    <a:pt x="1036516" y="1160294"/>
                  </a:lnTo>
                  <a:lnTo>
                    <a:pt x="1085874" y="1132600"/>
                  </a:lnTo>
                  <a:lnTo>
                    <a:pt x="1135232" y="1104629"/>
                  </a:lnTo>
                  <a:lnTo>
                    <a:pt x="1184590" y="1076404"/>
                  </a:lnTo>
                  <a:lnTo>
                    <a:pt x="1233948" y="1047949"/>
                  </a:lnTo>
                  <a:lnTo>
                    <a:pt x="1283306" y="1019292"/>
                  </a:lnTo>
                  <a:lnTo>
                    <a:pt x="1332664" y="990462"/>
                  </a:lnTo>
                  <a:lnTo>
                    <a:pt x="1382022" y="961492"/>
                  </a:lnTo>
                  <a:lnTo>
                    <a:pt x="1431379" y="932420"/>
                  </a:lnTo>
                  <a:lnTo>
                    <a:pt x="1480737" y="903281"/>
                  </a:lnTo>
                  <a:lnTo>
                    <a:pt x="1530095" y="874118"/>
                  </a:lnTo>
                  <a:lnTo>
                    <a:pt x="1579453" y="844973"/>
                  </a:lnTo>
                  <a:lnTo>
                    <a:pt x="1628811" y="815889"/>
                  </a:lnTo>
                  <a:lnTo>
                    <a:pt x="1678169" y="786912"/>
                  </a:lnTo>
                  <a:lnTo>
                    <a:pt x="1727527" y="758088"/>
                  </a:lnTo>
                  <a:lnTo>
                    <a:pt x="1776885" y="729462"/>
                  </a:lnTo>
                  <a:lnTo>
                    <a:pt x="1826243" y="701080"/>
                  </a:lnTo>
                  <a:lnTo>
                    <a:pt x="1875601" y="672988"/>
                  </a:lnTo>
                  <a:lnTo>
                    <a:pt x="1924959" y="645229"/>
                  </a:lnTo>
                  <a:lnTo>
                    <a:pt x="1974317" y="617844"/>
                  </a:lnTo>
                  <a:lnTo>
                    <a:pt x="2023675" y="590875"/>
                  </a:lnTo>
                  <a:lnTo>
                    <a:pt x="2073033" y="564358"/>
                  </a:lnTo>
                  <a:lnTo>
                    <a:pt x="2122390" y="538330"/>
                  </a:lnTo>
                  <a:lnTo>
                    <a:pt x="2171748" y="512821"/>
                  </a:lnTo>
                  <a:lnTo>
                    <a:pt x="2221106" y="487862"/>
                  </a:lnTo>
                  <a:lnTo>
                    <a:pt x="2270464" y="463478"/>
                  </a:lnTo>
                  <a:lnTo>
                    <a:pt x="2319822" y="439693"/>
                  </a:lnTo>
                  <a:lnTo>
                    <a:pt x="2369180" y="416525"/>
                  </a:lnTo>
                  <a:lnTo>
                    <a:pt x="2418538" y="393991"/>
                  </a:lnTo>
                  <a:lnTo>
                    <a:pt x="2467896" y="372105"/>
                  </a:lnTo>
                  <a:lnTo>
                    <a:pt x="2517254" y="350877"/>
                  </a:lnTo>
                  <a:lnTo>
                    <a:pt x="2566612" y="330313"/>
                  </a:lnTo>
                  <a:lnTo>
                    <a:pt x="2615970" y="310419"/>
                  </a:lnTo>
                  <a:lnTo>
                    <a:pt x="2665328" y="291195"/>
                  </a:lnTo>
                  <a:lnTo>
                    <a:pt x="2714686" y="272642"/>
                  </a:lnTo>
                  <a:lnTo>
                    <a:pt x="2764044" y="254755"/>
                  </a:lnTo>
                  <a:lnTo>
                    <a:pt x="2813401" y="237530"/>
                  </a:lnTo>
                  <a:lnTo>
                    <a:pt x="2862759" y="220960"/>
                  </a:lnTo>
                  <a:lnTo>
                    <a:pt x="2912117" y="205036"/>
                  </a:lnTo>
                  <a:lnTo>
                    <a:pt x="2961475" y="189747"/>
                  </a:lnTo>
                  <a:lnTo>
                    <a:pt x="3010833" y="175081"/>
                  </a:lnTo>
                  <a:lnTo>
                    <a:pt x="3060191" y="161026"/>
                  </a:lnTo>
                  <a:lnTo>
                    <a:pt x="3109549" y="147567"/>
                  </a:lnTo>
                  <a:lnTo>
                    <a:pt x="3158907" y="134690"/>
                  </a:lnTo>
                  <a:lnTo>
                    <a:pt x="3208265" y="122379"/>
                  </a:lnTo>
                  <a:lnTo>
                    <a:pt x="3257623" y="110617"/>
                  </a:lnTo>
                  <a:lnTo>
                    <a:pt x="3306981" y="99388"/>
                  </a:lnTo>
                  <a:lnTo>
                    <a:pt x="3356339" y="88676"/>
                  </a:lnTo>
                  <a:lnTo>
                    <a:pt x="3405697" y="78462"/>
                  </a:lnTo>
                  <a:lnTo>
                    <a:pt x="3455055" y="68730"/>
                  </a:lnTo>
                  <a:lnTo>
                    <a:pt x="3504412" y="59462"/>
                  </a:lnTo>
                  <a:lnTo>
                    <a:pt x="3553770" y="50641"/>
                  </a:lnTo>
                  <a:lnTo>
                    <a:pt x="3603128" y="42250"/>
                  </a:lnTo>
                  <a:lnTo>
                    <a:pt x="3652486" y="34272"/>
                  </a:lnTo>
                  <a:lnTo>
                    <a:pt x="3701844" y="26690"/>
                  </a:lnTo>
                  <a:lnTo>
                    <a:pt x="3751202" y="19487"/>
                  </a:lnTo>
                  <a:lnTo>
                    <a:pt x="3800560" y="12649"/>
                  </a:lnTo>
                  <a:lnTo>
                    <a:pt x="3849918" y="6158"/>
                  </a:lnTo>
                  <a:lnTo>
                    <a:pt x="3899276" y="0"/>
                  </a:lnTo>
                  <a:lnTo>
                    <a:pt x="3899276" y="315474"/>
                  </a:lnTo>
                  <a:lnTo>
                    <a:pt x="3849918" y="327978"/>
                  </a:lnTo>
                  <a:lnTo>
                    <a:pt x="3800560" y="340791"/>
                  </a:lnTo>
                  <a:lnTo>
                    <a:pt x="3751202" y="353919"/>
                  </a:lnTo>
                  <a:lnTo>
                    <a:pt x="3701844" y="367365"/>
                  </a:lnTo>
                  <a:lnTo>
                    <a:pt x="3652486" y="381133"/>
                  </a:lnTo>
                  <a:lnTo>
                    <a:pt x="3603128" y="395228"/>
                  </a:lnTo>
                  <a:lnTo>
                    <a:pt x="3553770" y="409652"/>
                  </a:lnTo>
                  <a:lnTo>
                    <a:pt x="3504412" y="424409"/>
                  </a:lnTo>
                  <a:lnTo>
                    <a:pt x="3455055" y="439504"/>
                  </a:lnTo>
                  <a:lnTo>
                    <a:pt x="3405697" y="454939"/>
                  </a:lnTo>
                  <a:lnTo>
                    <a:pt x="3356339" y="470717"/>
                  </a:lnTo>
                  <a:lnTo>
                    <a:pt x="3306981" y="486841"/>
                  </a:lnTo>
                  <a:lnTo>
                    <a:pt x="3257623" y="503314"/>
                  </a:lnTo>
                  <a:lnTo>
                    <a:pt x="3208265" y="520138"/>
                  </a:lnTo>
                  <a:lnTo>
                    <a:pt x="3158907" y="537316"/>
                  </a:lnTo>
                  <a:lnTo>
                    <a:pt x="3109549" y="554851"/>
                  </a:lnTo>
                  <a:lnTo>
                    <a:pt x="3060191" y="572743"/>
                  </a:lnTo>
                  <a:lnTo>
                    <a:pt x="3010833" y="590994"/>
                  </a:lnTo>
                  <a:lnTo>
                    <a:pt x="2961475" y="609607"/>
                  </a:lnTo>
                  <a:lnTo>
                    <a:pt x="2912117" y="628582"/>
                  </a:lnTo>
                  <a:lnTo>
                    <a:pt x="2862759" y="647921"/>
                  </a:lnTo>
                  <a:lnTo>
                    <a:pt x="2813401" y="667624"/>
                  </a:lnTo>
                  <a:lnTo>
                    <a:pt x="2764044" y="687692"/>
                  </a:lnTo>
                  <a:lnTo>
                    <a:pt x="2714686" y="708126"/>
                  </a:lnTo>
                  <a:lnTo>
                    <a:pt x="2665328" y="728925"/>
                  </a:lnTo>
                  <a:lnTo>
                    <a:pt x="2615970" y="750090"/>
                  </a:lnTo>
                  <a:lnTo>
                    <a:pt x="2566612" y="771621"/>
                  </a:lnTo>
                  <a:lnTo>
                    <a:pt x="2517254" y="793516"/>
                  </a:lnTo>
                  <a:lnTo>
                    <a:pt x="2467896" y="815776"/>
                  </a:lnTo>
                  <a:lnTo>
                    <a:pt x="2418538" y="838398"/>
                  </a:lnTo>
                  <a:lnTo>
                    <a:pt x="2369180" y="861382"/>
                  </a:lnTo>
                  <a:lnTo>
                    <a:pt x="2319822" y="884725"/>
                  </a:lnTo>
                  <a:lnTo>
                    <a:pt x="2270464" y="908426"/>
                  </a:lnTo>
                  <a:lnTo>
                    <a:pt x="2221106" y="932481"/>
                  </a:lnTo>
                  <a:lnTo>
                    <a:pt x="2171748" y="956888"/>
                  </a:lnTo>
                  <a:lnTo>
                    <a:pt x="2122390" y="981641"/>
                  </a:lnTo>
                  <a:lnTo>
                    <a:pt x="2073033" y="1006737"/>
                  </a:lnTo>
                  <a:lnTo>
                    <a:pt x="2023675" y="1032170"/>
                  </a:lnTo>
                  <a:lnTo>
                    <a:pt x="1974317" y="1057933"/>
                  </a:lnTo>
                  <a:lnTo>
                    <a:pt x="1924959" y="1084017"/>
                  </a:lnTo>
                  <a:lnTo>
                    <a:pt x="1875601" y="1110414"/>
                  </a:lnTo>
                  <a:lnTo>
                    <a:pt x="1826243" y="1137112"/>
                  </a:lnTo>
                  <a:lnTo>
                    <a:pt x="1776885" y="1164100"/>
                  </a:lnTo>
                  <a:lnTo>
                    <a:pt x="1727527" y="1191361"/>
                  </a:lnTo>
                  <a:lnTo>
                    <a:pt x="1678169" y="1218880"/>
                  </a:lnTo>
                  <a:lnTo>
                    <a:pt x="1628811" y="1246637"/>
                  </a:lnTo>
                  <a:lnTo>
                    <a:pt x="1579453" y="1274611"/>
                  </a:lnTo>
                  <a:lnTo>
                    <a:pt x="1530095" y="1302777"/>
                  </a:lnTo>
                  <a:lnTo>
                    <a:pt x="1480737" y="1331109"/>
                  </a:lnTo>
                  <a:lnTo>
                    <a:pt x="1431379" y="1359577"/>
                  </a:lnTo>
                  <a:lnTo>
                    <a:pt x="1382022" y="1388148"/>
                  </a:lnTo>
                  <a:lnTo>
                    <a:pt x="1332664" y="1416789"/>
                  </a:lnTo>
                  <a:lnTo>
                    <a:pt x="1283306" y="1445462"/>
                  </a:lnTo>
                  <a:lnTo>
                    <a:pt x="1233948" y="1474129"/>
                  </a:lnTo>
                  <a:lnTo>
                    <a:pt x="1184590" y="1502747"/>
                  </a:lnTo>
                  <a:lnTo>
                    <a:pt x="1135232" y="1531276"/>
                  </a:lnTo>
                  <a:lnTo>
                    <a:pt x="1085874" y="1559671"/>
                  </a:lnTo>
                  <a:lnTo>
                    <a:pt x="1036516" y="1587889"/>
                  </a:lnTo>
                  <a:lnTo>
                    <a:pt x="987158" y="1615886"/>
                  </a:lnTo>
                  <a:lnTo>
                    <a:pt x="937800" y="1643618"/>
                  </a:lnTo>
                  <a:lnTo>
                    <a:pt x="888442" y="1671043"/>
                  </a:lnTo>
                  <a:lnTo>
                    <a:pt x="839084" y="1698118"/>
                  </a:lnTo>
                  <a:lnTo>
                    <a:pt x="789726" y="1724805"/>
                  </a:lnTo>
                  <a:lnTo>
                    <a:pt x="740368" y="1751065"/>
                  </a:lnTo>
                  <a:lnTo>
                    <a:pt x="691011" y="1776862"/>
                  </a:lnTo>
                  <a:lnTo>
                    <a:pt x="641653" y="1802165"/>
                  </a:lnTo>
                  <a:lnTo>
                    <a:pt x="592295" y="1826942"/>
                  </a:lnTo>
                  <a:lnTo>
                    <a:pt x="542937" y="1851167"/>
                  </a:lnTo>
                  <a:lnTo>
                    <a:pt x="493579" y="1874815"/>
                  </a:lnTo>
                  <a:lnTo>
                    <a:pt x="444221" y="1897866"/>
                  </a:lnTo>
                  <a:lnTo>
                    <a:pt x="394863" y="1920303"/>
                  </a:lnTo>
                  <a:lnTo>
                    <a:pt x="345505" y="1942109"/>
                  </a:lnTo>
                  <a:lnTo>
                    <a:pt x="296147" y="1963275"/>
                  </a:lnTo>
                  <a:lnTo>
                    <a:pt x="246789" y="1983791"/>
                  </a:lnTo>
                  <a:lnTo>
                    <a:pt x="197431" y="2003652"/>
                  </a:lnTo>
                  <a:lnTo>
                    <a:pt x="148073" y="2022855"/>
                  </a:lnTo>
                  <a:lnTo>
                    <a:pt x="98715" y="2041399"/>
                  </a:lnTo>
                  <a:lnTo>
                    <a:pt x="49357" y="2059286"/>
                  </a:lnTo>
                  <a:lnTo>
                    <a:pt x="0" y="2076520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1623483" y="1622886"/>
              <a:ext cx="3899276" cy="1660293"/>
            </a:xfrm>
            <a:custGeom>
              <a:avLst/>
              <a:pathLst>
                <a:path w="3899276" h="1660293">
                  <a:moveTo>
                    <a:pt x="0" y="1660293"/>
                  </a:moveTo>
                  <a:lnTo>
                    <a:pt x="49357" y="1640269"/>
                  </a:lnTo>
                  <a:lnTo>
                    <a:pt x="98715" y="1619864"/>
                  </a:lnTo>
                  <a:lnTo>
                    <a:pt x="148073" y="1599077"/>
                  </a:lnTo>
                  <a:lnTo>
                    <a:pt x="197431" y="1577906"/>
                  </a:lnTo>
                  <a:lnTo>
                    <a:pt x="246789" y="1556352"/>
                  </a:lnTo>
                  <a:lnTo>
                    <a:pt x="296147" y="1534414"/>
                  </a:lnTo>
                  <a:lnTo>
                    <a:pt x="345505" y="1512091"/>
                  </a:lnTo>
                  <a:lnTo>
                    <a:pt x="394863" y="1489383"/>
                  </a:lnTo>
                  <a:lnTo>
                    <a:pt x="444221" y="1466291"/>
                  </a:lnTo>
                  <a:lnTo>
                    <a:pt x="493579" y="1442816"/>
                  </a:lnTo>
                  <a:lnTo>
                    <a:pt x="542937" y="1418959"/>
                  </a:lnTo>
                  <a:lnTo>
                    <a:pt x="592295" y="1394722"/>
                  </a:lnTo>
                  <a:lnTo>
                    <a:pt x="641653" y="1370108"/>
                  </a:lnTo>
                  <a:lnTo>
                    <a:pt x="691011" y="1345120"/>
                  </a:lnTo>
                  <a:lnTo>
                    <a:pt x="740368" y="1319764"/>
                  </a:lnTo>
                  <a:lnTo>
                    <a:pt x="789726" y="1294044"/>
                  </a:lnTo>
                  <a:lnTo>
                    <a:pt x="839084" y="1267968"/>
                  </a:lnTo>
                  <a:lnTo>
                    <a:pt x="888442" y="1241543"/>
                  </a:lnTo>
                  <a:lnTo>
                    <a:pt x="937800" y="1214781"/>
                  </a:lnTo>
                  <a:lnTo>
                    <a:pt x="987158" y="1187693"/>
                  </a:lnTo>
                  <a:lnTo>
                    <a:pt x="1036516" y="1160294"/>
                  </a:lnTo>
                  <a:lnTo>
                    <a:pt x="1085874" y="1132600"/>
                  </a:lnTo>
                  <a:lnTo>
                    <a:pt x="1135232" y="1104629"/>
                  </a:lnTo>
                  <a:lnTo>
                    <a:pt x="1184590" y="1076404"/>
                  </a:lnTo>
                  <a:lnTo>
                    <a:pt x="1233948" y="1047949"/>
                  </a:lnTo>
                  <a:lnTo>
                    <a:pt x="1283306" y="1019292"/>
                  </a:lnTo>
                  <a:lnTo>
                    <a:pt x="1332664" y="990462"/>
                  </a:lnTo>
                  <a:lnTo>
                    <a:pt x="1382022" y="961492"/>
                  </a:lnTo>
                  <a:lnTo>
                    <a:pt x="1431379" y="932420"/>
                  </a:lnTo>
                  <a:lnTo>
                    <a:pt x="1480737" y="903281"/>
                  </a:lnTo>
                  <a:lnTo>
                    <a:pt x="1530095" y="874118"/>
                  </a:lnTo>
                  <a:lnTo>
                    <a:pt x="1579453" y="844973"/>
                  </a:lnTo>
                  <a:lnTo>
                    <a:pt x="1628811" y="815889"/>
                  </a:lnTo>
                  <a:lnTo>
                    <a:pt x="1678169" y="786912"/>
                  </a:lnTo>
                  <a:lnTo>
                    <a:pt x="1727527" y="758088"/>
                  </a:lnTo>
                  <a:lnTo>
                    <a:pt x="1776885" y="729462"/>
                  </a:lnTo>
                  <a:lnTo>
                    <a:pt x="1826243" y="701080"/>
                  </a:lnTo>
                  <a:lnTo>
                    <a:pt x="1875601" y="672988"/>
                  </a:lnTo>
                  <a:lnTo>
                    <a:pt x="1924959" y="645229"/>
                  </a:lnTo>
                  <a:lnTo>
                    <a:pt x="1974317" y="617844"/>
                  </a:lnTo>
                  <a:lnTo>
                    <a:pt x="2023675" y="590875"/>
                  </a:lnTo>
                  <a:lnTo>
                    <a:pt x="2073033" y="564358"/>
                  </a:lnTo>
                  <a:lnTo>
                    <a:pt x="2122390" y="538330"/>
                  </a:lnTo>
                  <a:lnTo>
                    <a:pt x="2171748" y="512821"/>
                  </a:lnTo>
                  <a:lnTo>
                    <a:pt x="2221106" y="487862"/>
                  </a:lnTo>
                  <a:lnTo>
                    <a:pt x="2270464" y="463478"/>
                  </a:lnTo>
                  <a:lnTo>
                    <a:pt x="2319822" y="439693"/>
                  </a:lnTo>
                  <a:lnTo>
                    <a:pt x="2369180" y="416525"/>
                  </a:lnTo>
                  <a:lnTo>
                    <a:pt x="2418538" y="393991"/>
                  </a:lnTo>
                  <a:lnTo>
                    <a:pt x="2467896" y="372105"/>
                  </a:lnTo>
                  <a:lnTo>
                    <a:pt x="2517254" y="350877"/>
                  </a:lnTo>
                  <a:lnTo>
                    <a:pt x="2566612" y="330313"/>
                  </a:lnTo>
                  <a:lnTo>
                    <a:pt x="2615970" y="310419"/>
                  </a:lnTo>
                  <a:lnTo>
                    <a:pt x="2665328" y="291195"/>
                  </a:lnTo>
                  <a:lnTo>
                    <a:pt x="2714686" y="272642"/>
                  </a:lnTo>
                  <a:lnTo>
                    <a:pt x="2764044" y="254755"/>
                  </a:lnTo>
                  <a:lnTo>
                    <a:pt x="2813401" y="237530"/>
                  </a:lnTo>
                  <a:lnTo>
                    <a:pt x="2862759" y="220960"/>
                  </a:lnTo>
                  <a:lnTo>
                    <a:pt x="2912117" y="205036"/>
                  </a:lnTo>
                  <a:lnTo>
                    <a:pt x="2961475" y="189747"/>
                  </a:lnTo>
                  <a:lnTo>
                    <a:pt x="3010833" y="175081"/>
                  </a:lnTo>
                  <a:lnTo>
                    <a:pt x="3060191" y="161026"/>
                  </a:lnTo>
                  <a:lnTo>
                    <a:pt x="3109549" y="147567"/>
                  </a:lnTo>
                  <a:lnTo>
                    <a:pt x="3158907" y="134690"/>
                  </a:lnTo>
                  <a:lnTo>
                    <a:pt x="3208265" y="122379"/>
                  </a:lnTo>
                  <a:lnTo>
                    <a:pt x="3257623" y="110617"/>
                  </a:lnTo>
                  <a:lnTo>
                    <a:pt x="3306981" y="99388"/>
                  </a:lnTo>
                  <a:lnTo>
                    <a:pt x="3356339" y="88676"/>
                  </a:lnTo>
                  <a:lnTo>
                    <a:pt x="3405697" y="78462"/>
                  </a:lnTo>
                  <a:lnTo>
                    <a:pt x="3455055" y="68730"/>
                  </a:lnTo>
                  <a:lnTo>
                    <a:pt x="3504412" y="59462"/>
                  </a:lnTo>
                  <a:lnTo>
                    <a:pt x="3553770" y="50641"/>
                  </a:lnTo>
                  <a:lnTo>
                    <a:pt x="3603128" y="42250"/>
                  </a:lnTo>
                  <a:lnTo>
                    <a:pt x="3652486" y="34272"/>
                  </a:lnTo>
                  <a:lnTo>
                    <a:pt x="3701844" y="26690"/>
                  </a:lnTo>
                  <a:lnTo>
                    <a:pt x="3751202" y="19487"/>
                  </a:lnTo>
                  <a:lnTo>
                    <a:pt x="3800560" y="12649"/>
                  </a:lnTo>
                  <a:lnTo>
                    <a:pt x="3849918" y="6158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1623483" y="1938361"/>
              <a:ext cx="3899276" cy="1761046"/>
            </a:xfrm>
            <a:custGeom>
              <a:avLst/>
              <a:pathLst>
                <a:path w="3899276" h="1761046">
                  <a:moveTo>
                    <a:pt x="3899276" y="0"/>
                  </a:moveTo>
                  <a:lnTo>
                    <a:pt x="3849918" y="12504"/>
                  </a:lnTo>
                  <a:lnTo>
                    <a:pt x="3800560" y="25317"/>
                  </a:lnTo>
                  <a:lnTo>
                    <a:pt x="3751202" y="38445"/>
                  </a:lnTo>
                  <a:lnTo>
                    <a:pt x="3701844" y="51891"/>
                  </a:lnTo>
                  <a:lnTo>
                    <a:pt x="3652486" y="65659"/>
                  </a:lnTo>
                  <a:lnTo>
                    <a:pt x="3603128" y="79754"/>
                  </a:lnTo>
                  <a:lnTo>
                    <a:pt x="3553770" y="94178"/>
                  </a:lnTo>
                  <a:lnTo>
                    <a:pt x="3504412" y="108935"/>
                  </a:lnTo>
                  <a:lnTo>
                    <a:pt x="3455055" y="124030"/>
                  </a:lnTo>
                  <a:lnTo>
                    <a:pt x="3405697" y="139464"/>
                  </a:lnTo>
                  <a:lnTo>
                    <a:pt x="3356339" y="155242"/>
                  </a:lnTo>
                  <a:lnTo>
                    <a:pt x="3306981" y="171367"/>
                  </a:lnTo>
                  <a:lnTo>
                    <a:pt x="3257623" y="187840"/>
                  </a:lnTo>
                  <a:lnTo>
                    <a:pt x="3208265" y="204664"/>
                  </a:lnTo>
                  <a:lnTo>
                    <a:pt x="3158907" y="221842"/>
                  </a:lnTo>
                  <a:lnTo>
                    <a:pt x="3109549" y="239376"/>
                  </a:lnTo>
                  <a:lnTo>
                    <a:pt x="3060191" y="257269"/>
                  </a:lnTo>
                  <a:lnTo>
                    <a:pt x="3010833" y="275520"/>
                  </a:lnTo>
                  <a:lnTo>
                    <a:pt x="2961475" y="294133"/>
                  </a:lnTo>
                  <a:lnTo>
                    <a:pt x="2912117" y="313108"/>
                  </a:lnTo>
                  <a:lnTo>
                    <a:pt x="2862759" y="332447"/>
                  </a:lnTo>
                  <a:lnTo>
                    <a:pt x="2813401" y="352150"/>
                  </a:lnTo>
                  <a:lnTo>
                    <a:pt x="2764044" y="372218"/>
                  </a:lnTo>
                  <a:lnTo>
                    <a:pt x="2714686" y="392652"/>
                  </a:lnTo>
                  <a:lnTo>
                    <a:pt x="2665328" y="413451"/>
                  </a:lnTo>
                  <a:lnTo>
                    <a:pt x="2615970" y="434616"/>
                  </a:lnTo>
                  <a:lnTo>
                    <a:pt x="2566612" y="456147"/>
                  </a:lnTo>
                  <a:lnTo>
                    <a:pt x="2517254" y="478042"/>
                  </a:lnTo>
                  <a:lnTo>
                    <a:pt x="2467896" y="500302"/>
                  </a:lnTo>
                  <a:lnTo>
                    <a:pt x="2418538" y="522924"/>
                  </a:lnTo>
                  <a:lnTo>
                    <a:pt x="2369180" y="545908"/>
                  </a:lnTo>
                  <a:lnTo>
                    <a:pt x="2319822" y="569251"/>
                  </a:lnTo>
                  <a:lnTo>
                    <a:pt x="2270464" y="592952"/>
                  </a:lnTo>
                  <a:lnTo>
                    <a:pt x="2221106" y="617007"/>
                  </a:lnTo>
                  <a:lnTo>
                    <a:pt x="2171748" y="641414"/>
                  </a:lnTo>
                  <a:lnTo>
                    <a:pt x="2122390" y="666167"/>
                  </a:lnTo>
                  <a:lnTo>
                    <a:pt x="2073033" y="691263"/>
                  </a:lnTo>
                  <a:lnTo>
                    <a:pt x="2023675" y="716696"/>
                  </a:lnTo>
                  <a:lnTo>
                    <a:pt x="1974317" y="742459"/>
                  </a:lnTo>
                  <a:lnTo>
                    <a:pt x="1924959" y="768543"/>
                  </a:lnTo>
                  <a:lnTo>
                    <a:pt x="1875601" y="794940"/>
                  </a:lnTo>
                  <a:lnTo>
                    <a:pt x="1826243" y="821638"/>
                  </a:lnTo>
                  <a:lnTo>
                    <a:pt x="1776885" y="848626"/>
                  </a:lnTo>
                  <a:lnTo>
                    <a:pt x="1727527" y="875887"/>
                  </a:lnTo>
                  <a:lnTo>
                    <a:pt x="1678169" y="903406"/>
                  </a:lnTo>
                  <a:lnTo>
                    <a:pt x="1628811" y="931163"/>
                  </a:lnTo>
                  <a:lnTo>
                    <a:pt x="1579453" y="959137"/>
                  </a:lnTo>
                  <a:lnTo>
                    <a:pt x="1530095" y="987303"/>
                  </a:lnTo>
                  <a:lnTo>
                    <a:pt x="1480737" y="1015635"/>
                  </a:lnTo>
                  <a:lnTo>
                    <a:pt x="1431379" y="1044103"/>
                  </a:lnTo>
                  <a:lnTo>
                    <a:pt x="1382022" y="1072674"/>
                  </a:lnTo>
                  <a:lnTo>
                    <a:pt x="1332664" y="1101315"/>
                  </a:lnTo>
                  <a:lnTo>
                    <a:pt x="1283306" y="1129988"/>
                  </a:lnTo>
                  <a:lnTo>
                    <a:pt x="1233948" y="1158655"/>
                  </a:lnTo>
                  <a:lnTo>
                    <a:pt x="1184590" y="1187273"/>
                  </a:lnTo>
                  <a:lnTo>
                    <a:pt x="1135232" y="1215802"/>
                  </a:lnTo>
                  <a:lnTo>
                    <a:pt x="1085874" y="1244197"/>
                  </a:lnTo>
                  <a:lnTo>
                    <a:pt x="1036516" y="1272415"/>
                  </a:lnTo>
                  <a:lnTo>
                    <a:pt x="987158" y="1300412"/>
                  </a:lnTo>
                  <a:lnTo>
                    <a:pt x="937800" y="1328144"/>
                  </a:lnTo>
                  <a:lnTo>
                    <a:pt x="888442" y="1355569"/>
                  </a:lnTo>
                  <a:lnTo>
                    <a:pt x="839084" y="1382644"/>
                  </a:lnTo>
                  <a:lnTo>
                    <a:pt x="789726" y="1409331"/>
                  </a:lnTo>
                  <a:lnTo>
                    <a:pt x="740368" y="1435591"/>
                  </a:lnTo>
                  <a:lnTo>
                    <a:pt x="691011" y="1461388"/>
                  </a:lnTo>
                  <a:lnTo>
                    <a:pt x="641653" y="1486690"/>
                  </a:lnTo>
                  <a:lnTo>
                    <a:pt x="592295" y="1511468"/>
                  </a:lnTo>
                  <a:lnTo>
                    <a:pt x="542937" y="1535692"/>
                  </a:lnTo>
                  <a:lnTo>
                    <a:pt x="493579" y="1559341"/>
                  </a:lnTo>
                  <a:lnTo>
                    <a:pt x="444221" y="1582392"/>
                  </a:lnTo>
                  <a:lnTo>
                    <a:pt x="394863" y="1604828"/>
                  </a:lnTo>
                  <a:lnTo>
                    <a:pt x="345505" y="1626635"/>
                  </a:lnTo>
                  <a:lnTo>
                    <a:pt x="296147" y="1647801"/>
                  </a:lnTo>
                  <a:lnTo>
                    <a:pt x="246789" y="1668317"/>
                  </a:lnTo>
                  <a:lnTo>
                    <a:pt x="197431" y="1688178"/>
                  </a:lnTo>
                  <a:lnTo>
                    <a:pt x="148073" y="1707381"/>
                  </a:lnTo>
                  <a:lnTo>
                    <a:pt x="98715" y="1725925"/>
                  </a:lnTo>
                  <a:lnTo>
                    <a:pt x="49357" y="1743812"/>
                  </a:lnTo>
                  <a:lnTo>
                    <a:pt x="0" y="17610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1623483" y="1733361"/>
              <a:ext cx="3899276" cy="1787800"/>
            </a:xfrm>
            <a:custGeom>
              <a:avLst/>
              <a:pathLst>
                <a:path w="3899276" h="1787800">
                  <a:moveTo>
                    <a:pt x="0" y="1787800"/>
                  </a:moveTo>
                  <a:lnTo>
                    <a:pt x="49357" y="1768029"/>
                  </a:lnTo>
                  <a:lnTo>
                    <a:pt x="98715" y="1747723"/>
                  </a:lnTo>
                  <a:lnTo>
                    <a:pt x="148073" y="1726882"/>
                  </a:lnTo>
                  <a:lnTo>
                    <a:pt x="197431" y="1705509"/>
                  </a:lnTo>
                  <a:lnTo>
                    <a:pt x="246789" y="1683608"/>
                  </a:lnTo>
                  <a:lnTo>
                    <a:pt x="296147" y="1661184"/>
                  </a:lnTo>
                  <a:lnTo>
                    <a:pt x="345505" y="1638244"/>
                  </a:lnTo>
                  <a:lnTo>
                    <a:pt x="394863" y="1614796"/>
                  </a:lnTo>
                  <a:lnTo>
                    <a:pt x="444221" y="1590849"/>
                  </a:lnTo>
                  <a:lnTo>
                    <a:pt x="493579" y="1566414"/>
                  </a:lnTo>
                  <a:lnTo>
                    <a:pt x="542937" y="1541505"/>
                  </a:lnTo>
                  <a:lnTo>
                    <a:pt x="592295" y="1516134"/>
                  </a:lnTo>
                  <a:lnTo>
                    <a:pt x="641653" y="1490319"/>
                  </a:lnTo>
                  <a:lnTo>
                    <a:pt x="691011" y="1464077"/>
                  </a:lnTo>
                  <a:lnTo>
                    <a:pt x="740368" y="1437426"/>
                  </a:lnTo>
                  <a:lnTo>
                    <a:pt x="789726" y="1410386"/>
                  </a:lnTo>
                  <a:lnTo>
                    <a:pt x="839084" y="1382980"/>
                  </a:lnTo>
                  <a:lnTo>
                    <a:pt x="888442" y="1355231"/>
                  </a:lnTo>
                  <a:lnTo>
                    <a:pt x="937800" y="1327164"/>
                  </a:lnTo>
                  <a:lnTo>
                    <a:pt x="987158" y="1298803"/>
                  </a:lnTo>
                  <a:lnTo>
                    <a:pt x="1036516" y="1270177"/>
                  </a:lnTo>
                  <a:lnTo>
                    <a:pt x="1085874" y="1241314"/>
                  </a:lnTo>
                  <a:lnTo>
                    <a:pt x="1135232" y="1212243"/>
                  </a:lnTo>
                  <a:lnTo>
                    <a:pt x="1184590" y="1182993"/>
                  </a:lnTo>
                  <a:lnTo>
                    <a:pt x="1233948" y="1153596"/>
                  </a:lnTo>
                  <a:lnTo>
                    <a:pt x="1283306" y="1124083"/>
                  </a:lnTo>
                  <a:lnTo>
                    <a:pt x="1332664" y="1094486"/>
                  </a:lnTo>
                  <a:lnTo>
                    <a:pt x="1382022" y="1064838"/>
                  </a:lnTo>
                  <a:lnTo>
                    <a:pt x="1431379" y="1035171"/>
                  </a:lnTo>
                  <a:lnTo>
                    <a:pt x="1480737" y="1005517"/>
                  </a:lnTo>
                  <a:lnTo>
                    <a:pt x="1530095" y="975909"/>
                  </a:lnTo>
                  <a:lnTo>
                    <a:pt x="1579453" y="946380"/>
                  </a:lnTo>
                  <a:lnTo>
                    <a:pt x="1628811" y="916962"/>
                  </a:lnTo>
                  <a:lnTo>
                    <a:pt x="1678169" y="887685"/>
                  </a:lnTo>
                  <a:lnTo>
                    <a:pt x="1727527" y="858582"/>
                  </a:lnTo>
                  <a:lnTo>
                    <a:pt x="1776885" y="829682"/>
                  </a:lnTo>
                  <a:lnTo>
                    <a:pt x="1826243" y="801015"/>
                  </a:lnTo>
                  <a:lnTo>
                    <a:pt x="1875601" y="772608"/>
                  </a:lnTo>
                  <a:lnTo>
                    <a:pt x="1924959" y="744490"/>
                  </a:lnTo>
                  <a:lnTo>
                    <a:pt x="1974317" y="716687"/>
                  </a:lnTo>
                  <a:lnTo>
                    <a:pt x="2023675" y="689222"/>
                  </a:lnTo>
                  <a:lnTo>
                    <a:pt x="2073033" y="662120"/>
                  </a:lnTo>
                  <a:lnTo>
                    <a:pt x="2122390" y="635403"/>
                  </a:lnTo>
                  <a:lnTo>
                    <a:pt x="2171748" y="609091"/>
                  </a:lnTo>
                  <a:lnTo>
                    <a:pt x="2221106" y="583203"/>
                  </a:lnTo>
                  <a:lnTo>
                    <a:pt x="2270464" y="557758"/>
                  </a:lnTo>
                  <a:lnTo>
                    <a:pt x="2319822" y="532771"/>
                  </a:lnTo>
                  <a:lnTo>
                    <a:pt x="2369180" y="508257"/>
                  </a:lnTo>
                  <a:lnTo>
                    <a:pt x="2418538" y="484228"/>
                  </a:lnTo>
                  <a:lnTo>
                    <a:pt x="2467896" y="460696"/>
                  </a:lnTo>
                  <a:lnTo>
                    <a:pt x="2517254" y="437670"/>
                  </a:lnTo>
                  <a:lnTo>
                    <a:pt x="2566612" y="415160"/>
                  </a:lnTo>
                  <a:lnTo>
                    <a:pt x="2615970" y="393172"/>
                  </a:lnTo>
                  <a:lnTo>
                    <a:pt x="2665328" y="371711"/>
                  </a:lnTo>
                  <a:lnTo>
                    <a:pt x="2714686" y="350781"/>
                  </a:lnTo>
                  <a:lnTo>
                    <a:pt x="2764044" y="330386"/>
                  </a:lnTo>
                  <a:lnTo>
                    <a:pt x="2813401" y="310526"/>
                  </a:lnTo>
                  <a:lnTo>
                    <a:pt x="2862759" y="291201"/>
                  </a:lnTo>
                  <a:lnTo>
                    <a:pt x="2912117" y="272412"/>
                  </a:lnTo>
                  <a:lnTo>
                    <a:pt x="2961475" y="254155"/>
                  </a:lnTo>
                  <a:lnTo>
                    <a:pt x="3010833" y="236427"/>
                  </a:lnTo>
                  <a:lnTo>
                    <a:pt x="3060191" y="219225"/>
                  </a:lnTo>
                  <a:lnTo>
                    <a:pt x="3109549" y="202544"/>
                  </a:lnTo>
                  <a:lnTo>
                    <a:pt x="3158907" y="186377"/>
                  </a:lnTo>
                  <a:lnTo>
                    <a:pt x="3208265" y="170719"/>
                  </a:lnTo>
                  <a:lnTo>
                    <a:pt x="3257623" y="155561"/>
                  </a:lnTo>
                  <a:lnTo>
                    <a:pt x="3306981" y="140898"/>
                  </a:lnTo>
                  <a:lnTo>
                    <a:pt x="3356339" y="126719"/>
                  </a:lnTo>
                  <a:lnTo>
                    <a:pt x="3405697" y="113016"/>
                  </a:lnTo>
                  <a:lnTo>
                    <a:pt x="3455055" y="99780"/>
                  </a:lnTo>
                  <a:lnTo>
                    <a:pt x="3504412" y="87002"/>
                  </a:lnTo>
                  <a:lnTo>
                    <a:pt x="3553770" y="74671"/>
                  </a:lnTo>
                  <a:lnTo>
                    <a:pt x="3603128" y="62777"/>
                  </a:lnTo>
                  <a:lnTo>
                    <a:pt x="3652486" y="51310"/>
                  </a:lnTo>
                  <a:lnTo>
                    <a:pt x="3701844" y="40259"/>
                  </a:lnTo>
                  <a:lnTo>
                    <a:pt x="3751202" y="29613"/>
                  </a:lnTo>
                  <a:lnTo>
                    <a:pt x="3800560" y="19362"/>
                  </a:lnTo>
                  <a:lnTo>
                    <a:pt x="3849918" y="9494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1828441" y="1727357"/>
              <a:ext cx="3188166" cy="2183927"/>
            </a:xfrm>
            <a:custGeom>
              <a:avLst/>
              <a:pathLst>
                <a:path w="3188166" h="2183927">
                  <a:moveTo>
                    <a:pt x="0" y="0"/>
                  </a:moveTo>
                  <a:lnTo>
                    <a:pt x="40356" y="12440"/>
                  </a:lnTo>
                  <a:lnTo>
                    <a:pt x="80713" y="25515"/>
                  </a:lnTo>
                  <a:lnTo>
                    <a:pt x="121069" y="39246"/>
                  </a:lnTo>
                  <a:lnTo>
                    <a:pt x="161426" y="53652"/>
                  </a:lnTo>
                  <a:lnTo>
                    <a:pt x="201782" y="68751"/>
                  </a:lnTo>
                  <a:lnTo>
                    <a:pt x="242139" y="84562"/>
                  </a:lnTo>
                  <a:lnTo>
                    <a:pt x="282495" y="101099"/>
                  </a:lnTo>
                  <a:lnTo>
                    <a:pt x="322852" y="118378"/>
                  </a:lnTo>
                  <a:lnTo>
                    <a:pt x="363208" y="136409"/>
                  </a:lnTo>
                  <a:lnTo>
                    <a:pt x="403565" y="155203"/>
                  </a:lnTo>
                  <a:lnTo>
                    <a:pt x="443921" y="174766"/>
                  </a:lnTo>
                  <a:lnTo>
                    <a:pt x="484278" y="195100"/>
                  </a:lnTo>
                  <a:lnTo>
                    <a:pt x="524634" y="216208"/>
                  </a:lnTo>
                  <a:lnTo>
                    <a:pt x="564991" y="238084"/>
                  </a:lnTo>
                  <a:lnTo>
                    <a:pt x="605348" y="260722"/>
                  </a:lnTo>
                  <a:lnTo>
                    <a:pt x="645704" y="284108"/>
                  </a:lnTo>
                  <a:lnTo>
                    <a:pt x="686061" y="308226"/>
                  </a:lnTo>
                  <a:lnTo>
                    <a:pt x="726417" y="333055"/>
                  </a:lnTo>
                  <a:lnTo>
                    <a:pt x="766774" y="358567"/>
                  </a:lnTo>
                  <a:lnTo>
                    <a:pt x="807130" y="384729"/>
                  </a:lnTo>
                  <a:lnTo>
                    <a:pt x="847487" y="411506"/>
                  </a:lnTo>
                  <a:lnTo>
                    <a:pt x="887843" y="438853"/>
                  </a:lnTo>
                  <a:lnTo>
                    <a:pt x="928200" y="466724"/>
                  </a:lnTo>
                  <a:lnTo>
                    <a:pt x="968556" y="495066"/>
                  </a:lnTo>
                  <a:lnTo>
                    <a:pt x="1008913" y="523822"/>
                  </a:lnTo>
                  <a:lnTo>
                    <a:pt x="1049269" y="552932"/>
                  </a:lnTo>
                  <a:lnTo>
                    <a:pt x="1089626" y="582332"/>
                  </a:lnTo>
                  <a:lnTo>
                    <a:pt x="1129982" y="611958"/>
                  </a:lnTo>
                  <a:lnTo>
                    <a:pt x="1170339" y="641743"/>
                  </a:lnTo>
                  <a:lnTo>
                    <a:pt x="1210696" y="671620"/>
                  </a:lnTo>
                  <a:lnTo>
                    <a:pt x="1251052" y="701524"/>
                  </a:lnTo>
                  <a:lnTo>
                    <a:pt x="1291409" y="731394"/>
                  </a:lnTo>
                  <a:lnTo>
                    <a:pt x="1331765" y="761168"/>
                  </a:lnTo>
                  <a:lnTo>
                    <a:pt x="1372122" y="790794"/>
                  </a:lnTo>
                  <a:lnTo>
                    <a:pt x="1412478" y="820220"/>
                  </a:lnTo>
                  <a:lnTo>
                    <a:pt x="1452835" y="849404"/>
                  </a:lnTo>
                  <a:lnTo>
                    <a:pt x="1493191" y="878307"/>
                  </a:lnTo>
                  <a:lnTo>
                    <a:pt x="1533548" y="906898"/>
                  </a:lnTo>
                  <a:lnTo>
                    <a:pt x="1573904" y="935152"/>
                  </a:lnTo>
                  <a:lnTo>
                    <a:pt x="1614261" y="963048"/>
                  </a:lnTo>
                  <a:lnTo>
                    <a:pt x="1654617" y="990573"/>
                  </a:lnTo>
                  <a:lnTo>
                    <a:pt x="1694974" y="1017716"/>
                  </a:lnTo>
                  <a:lnTo>
                    <a:pt x="1735331" y="1044471"/>
                  </a:lnTo>
                  <a:lnTo>
                    <a:pt x="1775687" y="1070836"/>
                  </a:lnTo>
                  <a:lnTo>
                    <a:pt x="1816044" y="1096810"/>
                  </a:lnTo>
                  <a:lnTo>
                    <a:pt x="1856400" y="1122395"/>
                  </a:lnTo>
                  <a:lnTo>
                    <a:pt x="1896757" y="1147594"/>
                  </a:lnTo>
                  <a:lnTo>
                    <a:pt x="1937113" y="1172412"/>
                  </a:lnTo>
                  <a:lnTo>
                    <a:pt x="1977470" y="1196853"/>
                  </a:lnTo>
                  <a:lnTo>
                    <a:pt x="2017826" y="1220923"/>
                  </a:lnTo>
                  <a:lnTo>
                    <a:pt x="2058183" y="1244626"/>
                  </a:lnTo>
                  <a:lnTo>
                    <a:pt x="2098539" y="1267968"/>
                  </a:lnTo>
                  <a:lnTo>
                    <a:pt x="2138896" y="1290953"/>
                  </a:lnTo>
                  <a:lnTo>
                    <a:pt x="2179252" y="1313587"/>
                  </a:lnTo>
                  <a:lnTo>
                    <a:pt x="2219609" y="1335872"/>
                  </a:lnTo>
                  <a:lnTo>
                    <a:pt x="2259965" y="1357814"/>
                  </a:lnTo>
                  <a:lnTo>
                    <a:pt x="2300322" y="1379415"/>
                  </a:lnTo>
                  <a:lnTo>
                    <a:pt x="2340679" y="1400679"/>
                  </a:lnTo>
                  <a:lnTo>
                    <a:pt x="2381035" y="1421607"/>
                  </a:lnTo>
                  <a:lnTo>
                    <a:pt x="2421392" y="1442203"/>
                  </a:lnTo>
                  <a:lnTo>
                    <a:pt x="2461748" y="1462469"/>
                  </a:lnTo>
                  <a:lnTo>
                    <a:pt x="2502105" y="1482406"/>
                  </a:lnTo>
                  <a:lnTo>
                    <a:pt x="2542461" y="1502017"/>
                  </a:lnTo>
                  <a:lnTo>
                    <a:pt x="2582818" y="1521302"/>
                  </a:lnTo>
                  <a:lnTo>
                    <a:pt x="2623174" y="1540263"/>
                  </a:lnTo>
                  <a:lnTo>
                    <a:pt x="2663531" y="1558902"/>
                  </a:lnTo>
                  <a:lnTo>
                    <a:pt x="2703887" y="1577219"/>
                  </a:lnTo>
                  <a:lnTo>
                    <a:pt x="2744244" y="1595216"/>
                  </a:lnTo>
                  <a:lnTo>
                    <a:pt x="2784600" y="1612895"/>
                  </a:lnTo>
                  <a:lnTo>
                    <a:pt x="2824957" y="1630257"/>
                  </a:lnTo>
                  <a:lnTo>
                    <a:pt x="2865313" y="1647302"/>
                  </a:lnTo>
                  <a:lnTo>
                    <a:pt x="2905670" y="1664032"/>
                  </a:lnTo>
                  <a:lnTo>
                    <a:pt x="2946027" y="1680450"/>
                  </a:lnTo>
                  <a:lnTo>
                    <a:pt x="2986383" y="1696555"/>
                  </a:lnTo>
                  <a:lnTo>
                    <a:pt x="3026740" y="1712351"/>
                  </a:lnTo>
                  <a:lnTo>
                    <a:pt x="3067096" y="1727839"/>
                  </a:lnTo>
                  <a:lnTo>
                    <a:pt x="3107453" y="1743020"/>
                  </a:lnTo>
                  <a:lnTo>
                    <a:pt x="3147809" y="1757898"/>
                  </a:lnTo>
                  <a:lnTo>
                    <a:pt x="3188166" y="1772474"/>
                  </a:lnTo>
                  <a:lnTo>
                    <a:pt x="3188166" y="2183927"/>
                  </a:lnTo>
                  <a:lnTo>
                    <a:pt x="3147809" y="2175628"/>
                  </a:lnTo>
                  <a:lnTo>
                    <a:pt x="3107453" y="2166856"/>
                  </a:lnTo>
                  <a:lnTo>
                    <a:pt x="3067096" y="2157591"/>
                  </a:lnTo>
                  <a:lnTo>
                    <a:pt x="3026740" y="2147808"/>
                  </a:lnTo>
                  <a:lnTo>
                    <a:pt x="2986383" y="2137487"/>
                  </a:lnTo>
                  <a:lnTo>
                    <a:pt x="2946027" y="2126604"/>
                  </a:lnTo>
                  <a:lnTo>
                    <a:pt x="2905670" y="2115136"/>
                  </a:lnTo>
                  <a:lnTo>
                    <a:pt x="2865313" y="2103061"/>
                  </a:lnTo>
                  <a:lnTo>
                    <a:pt x="2824957" y="2090357"/>
                  </a:lnTo>
                  <a:lnTo>
                    <a:pt x="2784600" y="2077001"/>
                  </a:lnTo>
                  <a:lnTo>
                    <a:pt x="2744244" y="2062972"/>
                  </a:lnTo>
                  <a:lnTo>
                    <a:pt x="2703887" y="2048248"/>
                  </a:lnTo>
                  <a:lnTo>
                    <a:pt x="2663531" y="2032810"/>
                  </a:lnTo>
                  <a:lnTo>
                    <a:pt x="2623174" y="2016639"/>
                  </a:lnTo>
                  <a:lnTo>
                    <a:pt x="2582818" y="1999719"/>
                  </a:lnTo>
                  <a:lnTo>
                    <a:pt x="2542461" y="1982032"/>
                  </a:lnTo>
                  <a:lnTo>
                    <a:pt x="2502105" y="1963567"/>
                  </a:lnTo>
                  <a:lnTo>
                    <a:pt x="2461748" y="1944311"/>
                  </a:lnTo>
                  <a:lnTo>
                    <a:pt x="2421392" y="1924257"/>
                  </a:lnTo>
                  <a:lnTo>
                    <a:pt x="2381035" y="1903398"/>
                  </a:lnTo>
                  <a:lnTo>
                    <a:pt x="2340679" y="1881733"/>
                  </a:lnTo>
                  <a:lnTo>
                    <a:pt x="2300322" y="1859263"/>
                  </a:lnTo>
                  <a:lnTo>
                    <a:pt x="2259965" y="1835994"/>
                  </a:lnTo>
                  <a:lnTo>
                    <a:pt x="2219609" y="1811934"/>
                  </a:lnTo>
                  <a:lnTo>
                    <a:pt x="2179252" y="1787099"/>
                  </a:lnTo>
                  <a:lnTo>
                    <a:pt x="2138896" y="1761507"/>
                  </a:lnTo>
                  <a:lnTo>
                    <a:pt x="2098539" y="1735183"/>
                  </a:lnTo>
                  <a:lnTo>
                    <a:pt x="2058183" y="1708156"/>
                  </a:lnTo>
                  <a:lnTo>
                    <a:pt x="2017826" y="1680462"/>
                  </a:lnTo>
                  <a:lnTo>
                    <a:pt x="1977470" y="1652141"/>
                  </a:lnTo>
                  <a:lnTo>
                    <a:pt x="1937113" y="1623237"/>
                  </a:lnTo>
                  <a:lnTo>
                    <a:pt x="1896757" y="1593803"/>
                  </a:lnTo>
                  <a:lnTo>
                    <a:pt x="1856400" y="1563894"/>
                  </a:lnTo>
                  <a:lnTo>
                    <a:pt x="1816044" y="1533571"/>
                  </a:lnTo>
                  <a:lnTo>
                    <a:pt x="1775687" y="1502897"/>
                  </a:lnTo>
                  <a:lnTo>
                    <a:pt x="1735331" y="1471942"/>
                  </a:lnTo>
                  <a:lnTo>
                    <a:pt x="1694974" y="1440774"/>
                  </a:lnTo>
                  <a:lnTo>
                    <a:pt x="1654617" y="1409466"/>
                  </a:lnTo>
                  <a:lnTo>
                    <a:pt x="1614261" y="1378090"/>
                  </a:lnTo>
                  <a:lnTo>
                    <a:pt x="1573904" y="1346717"/>
                  </a:lnTo>
                  <a:lnTo>
                    <a:pt x="1533548" y="1315417"/>
                  </a:lnTo>
                  <a:lnTo>
                    <a:pt x="1493191" y="1284256"/>
                  </a:lnTo>
                  <a:lnTo>
                    <a:pt x="1452835" y="1253297"/>
                  </a:lnTo>
                  <a:lnTo>
                    <a:pt x="1412478" y="1222596"/>
                  </a:lnTo>
                  <a:lnTo>
                    <a:pt x="1372122" y="1192205"/>
                  </a:lnTo>
                  <a:lnTo>
                    <a:pt x="1331765" y="1162168"/>
                  </a:lnTo>
                  <a:lnTo>
                    <a:pt x="1291409" y="1132524"/>
                  </a:lnTo>
                  <a:lnTo>
                    <a:pt x="1251052" y="1103303"/>
                  </a:lnTo>
                  <a:lnTo>
                    <a:pt x="1210696" y="1074528"/>
                  </a:lnTo>
                  <a:lnTo>
                    <a:pt x="1170339" y="1046219"/>
                  </a:lnTo>
                  <a:lnTo>
                    <a:pt x="1129982" y="1018387"/>
                  </a:lnTo>
                  <a:lnTo>
                    <a:pt x="1089626" y="991039"/>
                  </a:lnTo>
                  <a:lnTo>
                    <a:pt x="1049269" y="964179"/>
                  </a:lnTo>
                  <a:lnTo>
                    <a:pt x="1008913" y="937805"/>
                  </a:lnTo>
                  <a:lnTo>
                    <a:pt x="968556" y="911914"/>
                  </a:lnTo>
                  <a:lnTo>
                    <a:pt x="928200" y="886501"/>
                  </a:lnTo>
                  <a:lnTo>
                    <a:pt x="887843" y="861557"/>
                  </a:lnTo>
                  <a:lnTo>
                    <a:pt x="847487" y="837076"/>
                  </a:lnTo>
                  <a:lnTo>
                    <a:pt x="807130" y="813048"/>
                  </a:lnTo>
                  <a:lnTo>
                    <a:pt x="766774" y="789464"/>
                  </a:lnTo>
                  <a:lnTo>
                    <a:pt x="726417" y="766316"/>
                  </a:lnTo>
                  <a:lnTo>
                    <a:pt x="686061" y="743594"/>
                  </a:lnTo>
                  <a:lnTo>
                    <a:pt x="645704" y="721289"/>
                  </a:lnTo>
                  <a:lnTo>
                    <a:pt x="605348" y="699395"/>
                  </a:lnTo>
                  <a:lnTo>
                    <a:pt x="564991" y="677902"/>
                  </a:lnTo>
                  <a:lnTo>
                    <a:pt x="524634" y="656805"/>
                  </a:lnTo>
                  <a:lnTo>
                    <a:pt x="484278" y="636096"/>
                  </a:lnTo>
                  <a:lnTo>
                    <a:pt x="443921" y="615769"/>
                  </a:lnTo>
                  <a:lnTo>
                    <a:pt x="403565" y="595819"/>
                  </a:lnTo>
                  <a:lnTo>
                    <a:pt x="363208" y="576239"/>
                  </a:lnTo>
                  <a:lnTo>
                    <a:pt x="322852" y="557026"/>
                  </a:lnTo>
                  <a:lnTo>
                    <a:pt x="282495" y="538174"/>
                  </a:lnTo>
                  <a:lnTo>
                    <a:pt x="242139" y="519679"/>
                  </a:lnTo>
                  <a:lnTo>
                    <a:pt x="201782" y="501537"/>
                  </a:lnTo>
                  <a:lnTo>
                    <a:pt x="161426" y="483744"/>
                  </a:lnTo>
                  <a:lnTo>
                    <a:pt x="121069" y="466297"/>
                  </a:lnTo>
                  <a:lnTo>
                    <a:pt x="80713" y="449191"/>
                  </a:lnTo>
                  <a:lnTo>
                    <a:pt x="40356" y="432423"/>
                  </a:lnTo>
                  <a:lnTo>
                    <a:pt x="0" y="415989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1828441" y="1727357"/>
              <a:ext cx="3188166" cy="1772474"/>
            </a:xfrm>
            <a:custGeom>
              <a:avLst/>
              <a:pathLst>
                <a:path w="3188166" h="1772474">
                  <a:moveTo>
                    <a:pt x="0" y="0"/>
                  </a:moveTo>
                  <a:lnTo>
                    <a:pt x="40356" y="12440"/>
                  </a:lnTo>
                  <a:lnTo>
                    <a:pt x="80713" y="25515"/>
                  </a:lnTo>
                  <a:lnTo>
                    <a:pt x="121069" y="39246"/>
                  </a:lnTo>
                  <a:lnTo>
                    <a:pt x="161426" y="53652"/>
                  </a:lnTo>
                  <a:lnTo>
                    <a:pt x="201782" y="68751"/>
                  </a:lnTo>
                  <a:lnTo>
                    <a:pt x="242139" y="84562"/>
                  </a:lnTo>
                  <a:lnTo>
                    <a:pt x="282495" y="101099"/>
                  </a:lnTo>
                  <a:lnTo>
                    <a:pt x="322852" y="118378"/>
                  </a:lnTo>
                  <a:lnTo>
                    <a:pt x="363208" y="136409"/>
                  </a:lnTo>
                  <a:lnTo>
                    <a:pt x="403565" y="155203"/>
                  </a:lnTo>
                  <a:lnTo>
                    <a:pt x="443921" y="174766"/>
                  </a:lnTo>
                  <a:lnTo>
                    <a:pt x="484278" y="195100"/>
                  </a:lnTo>
                  <a:lnTo>
                    <a:pt x="524634" y="216208"/>
                  </a:lnTo>
                  <a:lnTo>
                    <a:pt x="564991" y="238084"/>
                  </a:lnTo>
                  <a:lnTo>
                    <a:pt x="605348" y="260722"/>
                  </a:lnTo>
                  <a:lnTo>
                    <a:pt x="645704" y="284108"/>
                  </a:lnTo>
                  <a:lnTo>
                    <a:pt x="686061" y="308226"/>
                  </a:lnTo>
                  <a:lnTo>
                    <a:pt x="726417" y="333055"/>
                  </a:lnTo>
                  <a:lnTo>
                    <a:pt x="766774" y="358567"/>
                  </a:lnTo>
                  <a:lnTo>
                    <a:pt x="807130" y="384729"/>
                  </a:lnTo>
                  <a:lnTo>
                    <a:pt x="847487" y="411506"/>
                  </a:lnTo>
                  <a:lnTo>
                    <a:pt x="887843" y="438853"/>
                  </a:lnTo>
                  <a:lnTo>
                    <a:pt x="928200" y="466724"/>
                  </a:lnTo>
                  <a:lnTo>
                    <a:pt x="968556" y="495066"/>
                  </a:lnTo>
                  <a:lnTo>
                    <a:pt x="1008913" y="523822"/>
                  </a:lnTo>
                  <a:lnTo>
                    <a:pt x="1049269" y="552932"/>
                  </a:lnTo>
                  <a:lnTo>
                    <a:pt x="1089626" y="582332"/>
                  </a:lnTo>
                  <a:lnTo>
                    <a:pt x="1129982" y="611958"/>
                  </a:lnTo>
                  <a:lnTo>
                    <a:pt x="1170339" y="641743"/>
                  </a:lnTo>
                  <a:lnTo>
                    <a:pt x="1210696" y="671620"/>
                  </a:lnTo>
                  <a:lnTo>
                    <a:pt x="1251052" y="701524"/>
                  </a:lnTo>
                  <a:lnTo>
                    <a:pt x="1291409" y="731394"/>
                  </a:lnTo>
                  <a:lnTo>
                    <a:pt x="1331765" y="761168"/>
                  </a:lnTo>
                  <a:lnTo>
                    <a:pt x="1372122" y="790794"/>
                  </a:lnTo>
                  <a:lnTo>
                    <a:pt x="1412478" y="820220"/>
                  </a:lnTo>
                  <a:lnTo>
                    <a:pt x="1452835" y="849404"/>
                  </a:lnTo>
                  <a:lnTo>
                    <a:pt x="1493191" y="878307"/>
                  </a:lnTo>
                  <a:lnTo>
                    <a:pt x="1533548" y="906898"/>
                  </a:lnTo>
                  <a:lnTo>
                    <a:pt x="1573904" y="935152"/>
                  </a:lnTo>
                  <a:lnTo>
                    <a:pt x="1614261" y="963048"/>
                  </a:lnTo>
                  <a:lnTo>
                    <a:pt x="1654617" y="990573"/>
                  </a:lnTo>
                  <a:lnTo>
                    <a:pt x="1694974" y="1017716"/>
                  </a:lnTo>
                  <a:lnTo>
                    <a:pt x="1735331" y="1044471"/>
                  </a:lnTo>
                  <a:lnTo>
                    <a:pt x="1775687" y="1070836"/>
                  </a:lnTo>
                  <a:lnTo>
                    <a:pt x="1816044" y="1096810"/>
                  </a:lnTo>
                  <a:lnTo>
                    <a:pt x="1856400" y="1122395"/>
                  </a:lnTo>
                  <a:lnTo>
                    <a:pt x="1896757" y="1147594"/>
                  </a:lnTo>
                  <a:lnTo>
                    <a:pt x="1937113" y="1172412"/>
                  </a:lnTo>
                  <a:lnTo>
                    <a:pt x="1977470" y="1196853"/>
                  </a:lnTo>
                  <a:lnTo>
                    <a:pt x="2017826" y="1220923"/>
                  </a:lnTo>
                  <a:lnTo>
                    <a:pt x="2058183" y="1244626"/>
                  </a:lnTo>
                  <a:lnTo>
                    <a:pt x="2098539" y="1267968"/>
                  </a:lnTo>
                  <a:lnTo>
                    <a:pt x="2138896" y="1290953"/>
                  </a:lnTo>
                  <a:lnTo>
                    <a:pt x="2179252" y="1313587"/>
                  </a:lnTo>
                  <a:lnTo>
                    <a:pt x="2219609" y="1335872"/>
                  </a:lnTo>
                  <a:lnTo>
                    <a:pt x="2259965" y="1357814"/>
                  </a:lnTo>
                  <a:lnTo>
                    <a:pt x="2300322" y="1379415"/>
                  </a:lnTo>
                  <a:lnTo>
                    <a:pt x="2340679" y="1400679"/>
                  </a:lnTo>
                  <a:lnTo>
                    <a:pt x="2381035" y="1421607"/>
                  </a:lnTo>
                  <a:lnTo>
                    <a:pt x="2421392" y="1442203"/>
                  </a:lnTo>
                  <a:lnTo>
                    <a:pt x="2461748" y="1462469"/>
                  </a:lnTo>
                  <a:lnTo>
                    <a:pt x="2502105" y="1482406"/>
                  </a:lnTo>
                  <a:lnTo>
                    <a:pt x="2542461" y="1502017"/>
                  </a:lnTo>
                  <a:lnTo>
                    <a:pt x="2582818" y="1521302"/>
                  </a:lnTo>
                  <a:lnTo>
                    <a:pt x="2623174" y="1540263"/>
                  </a:lnTo>
                  <a:lnTo>
                    <a:pt x="2663531" y="1558902"/>
                  </a:lnTo>
                  <a:lnTo>
                    <a:pt x="2703887" y="1577219"/>
                  </a:lnTo>
                  <a:lnTo>
                    <a:pt x="2744244" y="1595216"/>
                  </a:lnTo>
                  <a:lnTo>
                    <a:pt x="2784600" y="1612895"/>
                  </a:lnTo>
                  <a:lnTo>
                    <a:pt x="2824957" y="1630257"/>
                  </a:lnTo>
                  <a:lnTo>
                    <a:pt x="2865313" y="1647302"/>
                  </a:lnTo>
                  <a:lnTo>
                    <a:pt x="2905670" y="1664032"/>
                  </a:lnTo>
                  <a:lnTo>
                    <a:pt x="2946027" y="1680450"/>
                  </a:lnTo>
                  <a:lnTo>
                    <a:pt x="2986383" y="1696555"/>
                  </a:lnTo>
                  <a:lnTo>
                    <a:pt x="3026740" y="1712351"/>
                  </a:lnTo>
                  <a:lnTo>
                    <a:pt x="3067096" y="1727839"/>
                  </a:lnTo>
                  <a:lnTo>
                    <a:pt x="3107453" y="1743020"/>
                  </a:lnTo>
                  <a:lnTo>
                    <a:pt x="3147809" y="1757898"/>
                  </a:lnTo>
                  <a:lnTo>
                    <a:pt x="3188166" y="17724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1828441" y="2143346"/>
              <a:ext cx="3188166" cy="1767938"/>
            </a:xfrm>
            <a:custGeom>
              <a:avLst/>
              <a:pathLst>
                <a:path w="3188166" h="1767938">
                  <a:moveTo>
                    <a:pt x="3188166" y="1767938"/>
                  </a:moveTo>
                  <a:lnTo>
                    <a:pt x="3147809" y="1759639"/>
                  </a:lnTo>
                  <a:lnTo>
                    <a:pt x="3107453" y="1750867"/>
                  </a:lnTo>
                  <a:lnTo>
                    <a:pt x="3067096" y="1741601"/>
                  </a:lnTo>
                  <a:lnTo>
                    <a:pt x="3026740" y="1731819"/>
                  </a:lnTo>
                  <a:lnTo>
                    <a:pt x="2986383" y="1721497"/>
                  </a:lnTo>
                  <a:lnTo>
                    <a:pt x="2946027" y="1710614"/>
                  </a:lnTo>
                  <a:lnTo>
                    <a:pt x="2905670" y="1699146"/>
                  </a:lnTo>
                  <a:lnTo>
                    <a:pt x="2865313" y="1687072"/>
                  </a:lnTo>
                  <a:lnTo>
                    <a:pt x="2824957" y="1674368"/>
                  </a:lnTo>
                  <a:lnTo>
                    <a:pt x="2784600" y="1661011"/>
                  </a:lnTo>
                  <a:lnTo>
                    <a:pt x="2744244" y="1646982"/>
                  </a:lnTo>
                  <a:lnTo>
                    <a:pt x="2703887" y="1632258"/>
                  </a:lnTo>
                  <a:lnTo>
                    <a:pt x="2663531" y="1616820"/>
                  </a:lnTo>
                  <a:lnTo>
                    <a:pt x="2623174" y="1600650"/>
                  </a:lnTo>
                  <a:lnTo>
                    <a:pt x="2582818" y="1583729"/>
                  </a:lnTo>
                  <a:lnTo>
                    <a:pt x="2542461" y="1566043"/>
                  </a:lnTo>
                  <a:lnTo>
                    <a:pt x="2502105" y="1547577"/>
                  </a:lnTo>
                  <a:lnTo>
                    <a:pt x="2461748" y="1528322"/>
                  </a:lnTo>
                  <a:lnTo>
                    <a:pt x="2421392" y="1508267"/>
                  </a:lnTo>
                  <a:lnTo>
                    <a:pt x="2381035" y="1487409"/>
                  </a:lnTo>
                  <a:lnTo>
                    <a:pt x="2340679" y="1465744"/>
                  </a:lnTo>
                  <a:lnTo>
                    <a:pt x="2300322" y="1443274"/>
                  </a:lnTo>
                  <a:lnTo>
                    <a:pt x="2259965" y="1420004"/>
                  </a:lnTo>
                  <a:lnTo>
                    <a:pt x="2219609" y="1395944"/>
                  </a:lnTo>
                  <a:lnTo>
                    <a:pt x="2179252" y="1371109"/>
                  </a:lnTo>
                  <a:lnTo>
                    <a:pt x="2138896" y="1345517"/>
                  </a:lnTo>
                  <a:lnTo>
                    <a:pt x="2098539" y="1319193"/>
                  </a:lnTo>
                  <a:lnTo>
                    <a:pt x="2058183" y="1292167"/>
                  </a:lnTo>
                  <a:lnTo>
                    <a:pt x="2017826" y="1264473"/>
                  </a:lnTo>
                  <a:lnTo>
                    <a:pt x="1977470" y="1236151"/>
                  </a:lnTo>
                  <a:lnTo>
                    <a:pt x="1937113" y="1207248"/>
                  </a:lnTo>
                  <a:lnTo>
                    <a:pt x="1896757" y="1177814"/>
                  </a:lnTo>
                  <a:lnTo>
                    <a:pt x="1856400" y="1147905"/>
                  </a:lnTo>
                  <a:lnTo>
                    <a:pt x="1816044" y="1117581"/>
                  </a:lnTo>
                  <a:lnTo>
                    <a:pt x="1775687" y="1086908"/>
                  </a:lnTo>
                  <a:lnTo>
                    <a:pt x="1735331" y="1055952"/>
                  </a:lnTo>
                  <a:lnTo>
                    <a:pt x="1694974" y="1024784"/>
                  </a:lnTo>
                  <a:lnTo>
                    <a:pt x="1654617" y="993476"/>
                  </a:lnTo>
                  <a:lnTo>
                    <a:pt x="1614261" y="962100"/>
                  </a:lnTo>
                  <a:lnTo>
                    <a:pt x="1573904" y="930727"/>
                  </a:lnTo>
                  <a:lnTo>
                    <a:pt x="1533548" y="899427"/>
                  </a:lnTo>
                  <a:lnTo>
                    <a:pt x="1493191" y="868266"/>
                  </a:lnTo>
                  <a:lnTo>
                    <a:pt x="1452835" y="837307"/>
                  </a:lnTo>
                  <a:lnTo>
                    <a:pt x="1412478" y="806606"/>
                  </a:lnTo>
                  <a:lnTo>
                    <a:pt x="1372122" y="776215"/>
                  </a:lnTo>
                  <a:lnTo>
                    <a:pt x="1331765" y="746179"/>
                  </a:lnTo>
                  <a:lnTo>
                    <a:pt x="1291409" y="716534"/>
                  </a:lnTo>
                  <a:lnTo>
                    <a:pt x="1251052" y="687313"/>
                  </a:lnTo>
                  <a:lnTo>
                    <a:pt x="1210696" y="658539"/>
                  </a:lnTo>
                  <a:lnTo>
                    <a:pt x="1170339" y="630230"/>
                  </a:lnTo>
                  <a:lnTo>
                    <a:pt x="1129982" y="602398"/>
                  </a:lnTo>
                  <a:lnTo>
                    <a:pt x="1089626" y="575050"/>
                  </a:lnTo>
                  <a:lnTo>
                    <a:pt x="1049269" y="548189"/>
                  </a:lnTo>
                  <a:lnTo>
                    <a:pt x="1008913" y="521815"/>
                  </a:lnTo>
                  <a:lnTo>
                    <a:pt x="968556" y="495925"/>
                  </a:lnTo>
                  <a:lnTo>
                    <a:pt x="928200" y="470511"/>
                  </a:lnTo>
                  <a:lnTo>
                    <a:pt x="887843" y="445568"/>
                  </a:lnTo>
                  <a:lnTo>
                    <a:pt x="847487" y="421086"/>
                  </a:lnTo>
                  <a:lnTo>
                    <a:pt x="807130" y="397058"/>
                  </a:lnTo>
                  <a:lnTo>
                    <a:pt x="766774" y="373475"/>
                  </a:lnTo>
                  <a:lnTo>
                    <a:pt x="726417" y="350326"/>
                  </a:lnTo>
                  <a:lnTo>
                    <a:pt x="686061" y="327604"/>
                  </a:lnTo>
                  <a:lnTo>
                    <a:pt x="645704" y="305300"/>
                  </a:lnTo>
                  <a:lnTo>
                    <a:pt x="605348" y="283405"/>
                  </a:lnTo>
                  <a:lnTo>
                    <a:pt x="564991" y="261913"/>
                  </a:lnTo>
                  <a:lnTo>
                    <a:pt x="524634" y="240816"/>
                  </a:lnTo>
                  <a:lnTo>
                    <a:pt x="484278" y="220106"/>
                  </a:lnTo>
                  <a:lnTo>
                    <a:pt x="443921" y="199780"/>
                  </a:lnTo>
                  <a:lnTo>
                    <a:pt x="403565" y="179829"/>
                  </a:lnTo>
                  <a:lnTo>
                    <a:pt x="363208" y="160250"/>
                  </a:lnTo>
                  <a:lnTo>
                    <a:pt x="322852" y="141036"/>
                  </a:lnTo>
                  <a:lnTo>
                    <a:pt x="282495" y="122184"/>
                  </a:lnTo>
                  <a:lnTo>
                    <a:pt x="242139" y="103690"/>
                  </a:lnTo>
                  <a:lnTo>
                    <a:pt x="201782" y="85548"/>
                  </a:lnTo>
                  <a:lnTo>
                    <a:pt x="161426" y="67755"/>
                  </a:lnTo>
                  <a:lnTo>
                    <a:pt x="121069" y="50307"/>
                  </a:lnTo>
                  <a:lnTo>
                    <a:pt x="80713" y="33201"/>
                  </a:lnTo>
                  <a:lnTo>
                    <a:pt x="40356" y="1643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1828441" y="1889771"/>
              <a:ext cx="3188166" cy="1876369"/>
            </a:xfrm>
            <a:custGeom>
              <a:avLst/>
              <a:pathLst>
                <a:path w="3188166" h="1876369">
                  <a:moveTo>
                    <a:pt x="0" y="0"/>
                  </a:moveTo>
                  <a:lnTo>
                    <a:pt x="40356" y="15736"/>
                  </a:lnTo>
                  <a:lnTo>
                    <a:pt x="80713" y="32011"/>
                  </a:lnTo>
                  <a:lnTo>
                    <a:pt x="121069" y="48831"/>
                  </a:lnTo>
                  <a:lnTo>
                    <a:pt x="161426" y="66206"/>
                  </a:lnTo>
                  <a:lnTo>
                    <a:pt x="201782" y="84139"/>
                  </a:lnTo>
                  <a:lnTo>
                    <a:pt x="242139" y="102637"/>
                  </a:lnTo>
                  <a:lnTo>
                    <a:pt x="282495" y="121705"/>
                  </a:lnTo>
                  <a:lnTo>
                    <a:pt x="322852" y="141344"/>
                  </a:lnTo>
                  <a:lnTo>
                    <a:pt x="363208" y="161558"/>
                  </a:lnTo>
                  <a:lnTo>
                    <a:pt x="403565" y="182346"/>
                  </a:lnTo>
                  <a:lnTo>
                    <a:pt x="443921" y="203708"/>
                  </a:lnTo>
                  <a:lnTo>
                    <a:pt x="484278" y="225641"/>
                  </a:lnTo>
                  <a:lnTo>
                    <a:pt x="524634" y="248143"/>
                  </a:lnTo>
                  <a:lnTo>
                    <a:pt x="564991" y="271207"/>
                  </a:lnTo>
                  <a:lnTo>
                    <a:pt x="605348" y="294828"/>
                  </a:lnTo>
                  <a:lnTo>
                    <a:pt x="645704" y="318995"/>
                  </a:lnTo>
                  <a:lnTo>
                    <a:pt x="686061" y="343700"/>
                  </a:lnTo>
                  <a:lnTo>
                    <a:pt x="726417" y="368930"/>
                  </a:lnTo>
                  <a:lnTo>
                    <a:pt x="766774" y="394671"/>
                  </a:lnTo>
                  <a:lnTo>
                    <a:pt x="807130" y="420908"/>
                  </a:lnTo>
                  <a:lnTo>
                    <a:pt x="847487" y="447624"/>
                  </a:lnTo>
                  <a:lnTo>
                    <a:pt x="887843" y="474798"/>
                  </a:lnTo>
                  <a:lnTo>
                    <a:pt x="928200" y="502410"/>
                  </a:lnTo>
                  <a:lnTo>
                    <a:pt x="968556" y="530438"/>
                  </a:lnTo>
                  <a:lnTo>
                    <a:pt x="1008913" y="558857"/>
                  </a:lnTo>
                  <a:lnTo>
                    <a:pt x="1049269" y="587642"/>
                  </a:lnTo>
                  <a:lnTo>
                    <a:pt x="1089626" y="616763"/>
                  </a:lnTo>
                  <a:lnTo>
                    <a:pt x="1129982" y="646194"/>
                  </a:lnTo>
                  <a:lnTo>
                    <a:pt x="1170339" y="675902"/>
                  </a:lnTo>
                  <a:lnTo>
                    <a:pt x="1210696" y="705857"/>
                  </a:lnTo>
                  <a:lnTo>
                    <a:pt x="1251052" y="736027"/>
                  </a:lnTo>
                  <a:lnTo>
                    <a:pt x="1291409" y="766376"/>
                  </a:lnTo>
                  <a:lnTo>
                    <a:pt x="1331765" y="796871"/>
                  </a:lnTo>
                  <a:lnTo>
                    <a:pt x="1372122" y="827477"/>
                  </a:lnTo>
                  <a:lnTo>
                    <a:pt x="1412478" y="858158"/>
                  </a:lnTo>
                  <a:lnTo>
                    <a:pt x="1452835" y="888878"/>
                  </a:lnTo>
                  <a:lnTo>
                    <a:pt x="1493191" y="919600"/>
                  </a:lnTo>
                  <a:lnTo>
                    <a:pt x="1533548" y="950289"/>
                  </a:lnTo>
                  <a:lnTo>
                    <a:pt x="1573904" y="980908"/>
                  </a:lnTo>
                  <a:lnTo>
                    <a:pt x="1614261" y="1011422"/>
                  </a:lnTo>
                  <a:lnTo>
                    <a:pt x="1654617" y="1041795"/>
                  </a:lnTo>
                  <a:lnTo>
                    <a:pt x="1694974" y="1071993"/>
                  </a:lnTo>
                  <a:lnTo>
                    <a:pt x="1735331" y="1101982"/>
                  </a:lnTo>
                  <a:lnTo>
                    <a:pt x="1775687" y="1131728"/>
                  </a:lnTo>
                  <a:lnTo>
                    <a:pt x="1816044" y="1161201"/>
                  </a:lnTo>
                  <a:lnTo>
                    <a:pt x="1856400" y="1190370"/>
                  </a:lnTo>
                  <a:lnTo>
                    <a:pt x="1896757" y="1219205"/>
                  </a:lnTo>
                  <a:lnTo>
                    <a:pt x="1937113" y="1247679"/>
                  </a:lnTo>
                  <a:lnTo>
                    <a:pt x="1977470" y="1275766"/>
                  </a:lnTo>
                  <a:lnTo>
                    <a:pt x="2017826" y="1303441"/>
                  </a:lnTo>
                  <a:lnTo>
                    <a:pt x="2058183" y="1330681"/>
                  </a:lnTo>
                  <a:lnTo>
                    <a:pt x="2098539" y="1357465"/>
                  </a:lnTo>
                  <a:lnTo>
                    <a:pt x="2138896" y="1383773"/>
                  </a:lnTo>
                  <a:lnTo>
                    <a:pt x="2179252" y="1409588"/>
                  </a:lnTo>
                  <a:lnTo>
                    <a:pt x="2219609" y="1434893"/>
                  </a:lnTo>
                  <a:lnTo>
                    <a:pt x="2259965" y="1459676"/>
                  </a:lnTo>
                  <a:lnTo>
                    <a:pt x="2300322" y="1483923"/>
                  </a:lnTo>
                  <a:lnTo>
                    <a:pt x="2340679" y="1507624"/>
                  </a:lnTo>
                  <a:lnTo>
                    <a:pt x="2381035" y="1530770"/>
                  </a:lnTo>
                  <a:lnTo>
                    <a:pt x="2421392" y="1553355"/>
                  </a:lnTo>
                  <a:lnTo>
                    <a:pt x="2461748" y="1575372"/>
                  </a:lnTo>
                  <a:lnTo>
                    <a:pt x="2502105" y="1596817"/>
                  </a:lnTo>
                  <a:lnTo>
                    <a:pt x="2542461" y="1617690"/>
                  </a:lnTo>
                  <a:lnTo>
                    <a:pt x="2582818" y="1637987"/>
                  </a:lnTo>
                  <a:lnTo>
                    <a:pt x="2623174" y="1657711"/>
                  </a:lnTo>
                  <a:lnTo>
                    <a:pt x="2663531" y="1676861"/>
                  </a:lnTo>
                  <a:lnTo>
                    <a:pt x="2703887" y="1695443"/>
                  </a:lnTo>
                  <a:lnTo>
                    <a:pt x="2744244" y="1713459"/>
                  </a:lnTo>
                  <a:lnTo>
                    <a:pt x="2784600" y="1730915"/>
                  </a:lnTo>
                  <a:lnTo>
                    <a:pt x="2824957" y="1747816"/>
                  </a:lnTo>
                  <a:lnTo>
                    <a:pt x="2865313" y="1764170"/>
                  </a:lnTo>
                  <a:lnTo>
                    <a:pt x="2905670" y="1779985"/>
                  </a:lnTo>
                  <a:lnTo>
                    <a:pt x="2946027" y="1795269"/>
                  </a:lnTo>
                  <a:lnTo>
                    <a:pt x="2986383" y="1810030"/>
                  </a:lnTo>
                  <a:lnTo>
                    <a:pt x="3026740" y="1824280"/>
                  </a:lnTo>
                  <a:lnTo>
                    <a:pt x="3067096" y="1838028"/>
                  </a:lnTo>
                  <a:lnTo>
                    <a:pt x="3107453" y="1851285"/>
                  </a:lnTo>
                  <a:lnTo>
                    <a:pt x="3147809" y="1864061"/>
                  </a:lnTo>
                  <a:lnTo>
                    <a:pt x="3188166" y="1876369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tx412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531835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624096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685268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4777529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4" name="pt424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tx430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1428519" y="1165040"/>
              <a:ext cx="834847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3419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00659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712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3358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0096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6742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3389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70035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236481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2091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98348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51581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38379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45657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452274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50638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445657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4955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452822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37558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3924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1838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74071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9417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44961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43575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44813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499645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1712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31838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458550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43405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499645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338095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29417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35459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433793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31963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426744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50532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45827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442879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274071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426625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5459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50552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24481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44276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29900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442895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316020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442462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23729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45147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43575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357257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0713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0713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2222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8248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4586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5513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7599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24790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6571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6756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9759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72014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46407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66823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9368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52222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8253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6571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55142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6918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7836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8542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11971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72014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08947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9368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70170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1681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38604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7402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6284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6283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1197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3886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1250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9243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24934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95086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12874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8380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26084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4585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2594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9539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69612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00561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9120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233464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430871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43293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44306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233464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349092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439700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43293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31400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241289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353492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271828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503191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44306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449648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43980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497756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31397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296462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354992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446670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35239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44935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29580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23302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440213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44913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291917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49815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424106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431122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27182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45529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31804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31665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447020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44913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240226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313774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33483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292599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424106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440100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23302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319350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03299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455544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5836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20429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3109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99172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4975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7748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5596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2760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1150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8044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42176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26239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51438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0030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7625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2174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5662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0216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46480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6702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3109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0875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36823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03782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5977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6741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39454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4080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7625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20877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1881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27632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6241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41881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4086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56097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7710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55478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26706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0429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20378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751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5748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54328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46782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0216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1139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4088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91333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67224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36878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2393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7428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55092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16566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236732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5144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20705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5552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9136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7236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24160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4678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9419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21090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23388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9417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42604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5031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8352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0706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0742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5146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42579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16566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236732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7430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781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8351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7734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15875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47984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15875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63711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476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0060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0060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3071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49692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21092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24160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42924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48042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77921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4658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4327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2452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8844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37282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269914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42409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2457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4571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8092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55454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27927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3725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26519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198432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74087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8092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5448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198737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4581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14043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18844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30817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1407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3659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240608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01073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269915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2174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34327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3080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21711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9984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5807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4156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40234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2832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0482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187582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0482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26533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73490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71218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6060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240608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187965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53639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660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4034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31321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60261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7294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29196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58922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7982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41685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8508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11585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11432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462659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29196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29514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2901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450486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3047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3002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7000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29396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56519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7103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7103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3296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8508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6713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9660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943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45724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0243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114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0428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7886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7724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6968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644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5010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80082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65347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6558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296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77501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9114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6293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5726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572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7945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20588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5920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0213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58401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56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46062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760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87119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6023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11503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712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0444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689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7468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02024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30900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870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1374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39121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0465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6442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2041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676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917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9020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13273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48915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049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323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28108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085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74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87119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724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4769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4864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066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1146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926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2794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08760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049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0747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46336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99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592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54769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840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1623483" y="2006226"/>
              <a:ext cx="3899276" cy="1374865"/>
            </a:xfrm>
            <a:custGeom>
              <a:avLst/>
              <a:pathLst>
                <a:path w="3899276" h="1374865">
                  <a:moveTo>
                    <a:pt x="0" y="0"/>
                  </a:moveTo>
                  <a:lnTo>
                    <a:pt x="49357" y="11232"/>
                  </a:lnTo>
                  <a:lnTo>
                    <a:pt x="98715" y="22636"/>
                  </a:lnTo>
                  <a:lnTo>
                    <a:pt x="148073" y="34209"/>
                  </a:lnTo>
                  <a:lnTo>
                    <a:pt x="197431" y="45949"/>
                  </a:lnTo>
                  <a:lnTo>
                    <a:pt x="246789" y="57852"/>
                  </a:lnTo>
                  <a:lnTo>
                    <a:pt x="296147" y="69916"/>
                  </a:lnTo>
                  <a:lnTo>
                    <a:pt x="345505" y="82137"/>
                  </a:lnTo>
                  <a:lnTo>
                    <a:pt x="394863" y="94512"/>
                  </a:lnTo>
                  <a:lnTo>
                    <a:pt x="444221" y="107034"/>
                  </a:lnTo>
                  <a:lnTo>
                    <a:pt x="493579" y="119701"/>
                  </a:lnTo>
                  <a:lnTo>
                    <a:pt x="542937" y="132505"/>
                  </a:lnTo>
                  <a:lnTo>
                    <a:pt x="592295" y="145442"/>
                  </a:lnTo>
                  <a:lnTo>
                    <a:pt x="641653" y="158505"/>
                  </a:lnTo>
                  <a:lnTo>
                    <a:pt x="691011" y="171685"/>
                  </a:lnTo>
                  <a:lnTo>
                    <a:pt x="740368" y="184976"/>
                  </a:lnTo>
                  <a:lnTo>
                    <a:pt x="789726" y="198369"/>
                  </a:lnTo>
                  <a:lnTo>
                    <a:pt x="839084" y="211855"/>
                  </a:lnTo>
                  <a:lnTo>
                    <a:pt x="888442" y="225422"/>
                  </a:lnTo>
                  <a:lnTo>
                    <a:pt x="937800" y="239061"/>
                  </a:lnTo>
                  <a:lnTo>
                    <a:pt x="987158" y="252760"/>
                  </a:lnTo>
                  <a:lnTo>
                    <a:pt x="1036516" y="266504"/>
                  </a:lnTo>
                  <a:lnTo>
                    <a:pt x="1085874" y="280281"/>
                  </a:lnTo>
                  <a:lnTo>
                    <a:pt x="1135232" y="294075"/>
                  </a:lnTo>
                  <a:lnTo>
                    <a:pt x="1184590" y="307870"/>
                  </a:lnTo>
                  <a:lnTo>
                    <a:pt x="1233948" y="321648"/>
                  </a:lnTo>
                  <a:lnTo>
                    <a:pt x="1283306" y="335391"/>
                  </a:lnTo>
                  <a:lnTo>
                    <a:pt x="1332664" y="349078"/>
                  </a:lnTo>
                  <a:lnTo>
                    <a:pt x="1382022" y="362688"/>
                  </a:lnTo>
                  <a:lnTo>
                    <a:pt x="1431379" y="376198"/>
                  </a:lnTo>
                  <a:lnTo>
                    <a:pt x="1480737" y="389584"/>
                  </a:lnTo>
                  <a:lnTo>
                    <a:pt x="1530095" y="402819"/>
                  </a:lnTo>
                  <a:lnTo>
                    <a:pt x="1579453" y="415879"/>
                  </a:lnTo>
                  <a:lnTo>
                    <a:pt x="1628811" y="428734"/>
                  </a:lnTo>
                  <a:lnTo>
                    <a:pt x="1678169" y="441357"/>
                  </a:lnTo>
                  <a:lnTo>
                    <a:pt x="1727527" y="453717"/>
                  </a:lnTo>
                  <a:lnTo>
                    <a:pt x="1776885" y="465787"/>
                  </a:lnTo>
                  <a:lnTo>
                    <a:pt x="1826243" y="477537"/>
                  </a:lnTo>
                  <a:lnTo>
                    <a:pt x="1875601" y="488940"/>
                  </a:lnTo>
                  <a:lnTo>
                    <a:pt x="1924959" y="499968"/>
                  </a:lnTo>
                  <a:lnTo>
                    <a:pt x="1974317" y="510598"/>
                  </a:lnTo>
                  <a:lnTo>
                    <a:pt x="2023675" y="520809"/>
                  </a:lnTo>
                  <a:lnTo>
                    <a:pt x="2073033" y="530581"/>
                  </a:lnTo>
                  <a:lnTo>
                    <a:pt x="2122390" y="539901"/>
                  </a:lnTo>
                  <a:lnTo>
                    <a:pt x="2171748" y="548759"/>
                  </a:lnTo>
                  <a:lnTo>
                    <a:pt x="2221106" y="557149"/>
                  </a:lnTo>
                  <a:lnTo>
                    <a:pt x="2270464" y="565071"/>
                  </a:lnTo>
                  <a:lnTo>
                    <a:pt x="2319822" y="572527"/>
                  </a:lnTo>
                  <a:lnTo>
                    <a:pt x="2369180" y="579526"/>
                  </a:lnTo>
                  <a:lnTo>
                    <a:pt x="2418538" y="586079"/>
                  </a:lnTo>
                  <a:lnTo>
                    <a:pt x="2467896" y="592200"/>
                  </a:lnTo>
                  <a:lnTo>
                    <a:pt x="2517254" y="597906"/>
                  </a:lnTo>
                  <a:lnTo>
                    <a:pt x="2566612" y="603216"/>
                  </a:lnTo>
                  <a:lnTo>
                    <a:pt x="2615970" y="608151"/>
                  </a:lnTo>
                  <a:lnTo>
                    <a:pt x="2665328" y="612732"/>
                  </a:lnTo>
                  <a:lnTo>
                    <a:pt x="2714686" y="616980"/>
                  </a:lnTo>
                  <a:lnTo>
                    <a:pt x="2764044" y="620916"/>
                  </a:lnTo>
                  <a:lnTo>
                    <a:pt x="2813401" y="624562"/>
                  </a:lnTo>
                  <a:lnTo>
                    <a:pt x="2862759" y="627937"/>
                  </a:lnTo>
                  <a:lnTo>
                    <a:pt x="2912117" y="631062"/>
                  </a:lnTo>
                  <a:lnTo>
                    <a:pt x="2961475" y="633953"/>
                  </a:lnTo>
                  <a:lnTo>
                    <a:pt x="3010833" y="636628"/>
                  </a:lnTo>
                  <a:lnTo>
                    <a:pt x="3060191" y="639105"/>
                  </a:lnTo>
                  <a:lnTo>
                    <a:pt x="3109549" y="641396"/>
                  </a:lnTo>
                  <a:lnTo>
                    <a:pt x="3158907" y="643517"/>
                  </a:lnTo>
                  <a:lnTo>
                    <a:pt x="3208265" y="645481"/>
                  </a:lnTo>
                  <a:lnTo>
                    <a:pt x="3257623" y="647298"/>
                  </a:lnTo>
                  <a:lnTo>
                    <a:pt x="3306981" y="648981"/>
                  </a:lnTo>
                  <a:lnTo>
                    <a:pt x="3356339" y="650539"/>
                  </a:lnTo>
                  <a:lnTo>
                    <a:pt x="3405697" y="651982"/>
                  </a:lnTo>
                  <a:lnTo>
                    <a:pt x="3455055" y="653317"/>
                  </a:lnTo>
                  <a:lnTo>
                    <a:pt x="3504412" y="654553"/>
                  </a:lnTo>
                  <a:lnTo>
                    <a:pt x="3553770" y="655696"/>
                  </a:lnTo>
                  <a:lnTo>
                    <a:pt x="3603128" y="656754"/>
                  </a:lnTo>
                  <a:lnTo>
                    <a:pt x="3652486" y="657733"/>
                  </a:lnTo>
                  <a:lnTo>
                    <a:pt x="3701844" y="658637"/>
                  </a:lnTo>
                  <a:lnTo>
                    <a:pt x="3751202" y="659471"/>
                  </a:lnTo>
                  <a:lnTo>
                    <a:pt x="3800560" y="660242"/>
                  </a:lnTo>
                  <a:lnTo>
                    <a:pt x="3849918" y="660952"/>
                  </a:lnTo>
                  <a:lnTo>
                    <a:pt x="3899276" y="661606"/>
                  </a:lnTo>
                  <a:lnTo>
                    <a:pt x="3899276" y="1374865"/>
                  </a:lnTo>
                  <a:lnTo>
                    <a:pt x="3849918" y="1361242"/>
                  </a:lnTo>
                  <a:lnTo>
                    <a:pt x="3800560" y="1347490"/>
                  </a:lnTo>
                  <a:lnTo>
                    <a:pt x="3751202" y="1333613"/>
                  </a:lnTo>
                  <a:lnTo>
                    <a:pt x="3701844" y="1319621"/>
                  </a:lnTo>
                  <a:lnTo>
                    <a:pt x="3652486" y="1305520"/>
                  </a:lnTo>
                  <a:lnTo>
                    <a:pt x="3603128" y="1291320"/>
                  </a:lnTo>
                  <a:lnTo>
                    <a:pt x="3553770" y="1277029"/>
                  </a:lnTo>
                  <a:lnTo>
                    <a:pt x="3504412" y="1262658"/>
                  </a:lnTo>
                  <a:lnTo>
                    <a:pt x="3455055" y="1248218"/>
                  </a:lnTo>
                  <a:lnTo>
                    <a:pt x="3405697" y="1233719"/>
                  </a:lnTo>
                  <a:lnTo>
                    <a:pt x="3356339" y="1219176"/>
                  </a:lnTo>
                  <a:lnTo>
                    <a:pt x="3306981" y="1204601"/>
                  </a:lnTo>
                  <a:lnTo>
                    <a:pt x="3257623" y="1190008"/>
                  </a:lnTo>
                  <a:lnTo>
                    <a:pt x="3208265" y="1175414"/>
                  </a:lnTo>
                  <a:lnTo>
                    <a:pt x="3158907" y="1160833"/>
                  </a:lnTo>
                  <a:lnTo>
                    <a:pt x="3109549" y="1146285"/>
                  </a:lnTo>
                  <a:lnTo>
                    <a:pt x="3060191" y="1131788"/>
                  </a:lnTo>
                  <a:lnTo>
                    <a:pt x="3010833" y="1117363"/>
                  </a:lnTo>
                  <a:lnTo>
                    <a:pt x="2961475" y="1103029"/>
                  </a:lnTo>
                  <a:lnTo>
                    <a:pt x="2912117" y="1088811"/>
                  </a:lnTo>
                  <a:lnTo>
                    <a:pt x="2862759" y="1074732"/>
                  </a:lnTo>
                  <a:lnTo>
                    <a:pt x="2813401" y="1060817"/>
                  </a:lnTo>
                  <a:lnTo>
                    <a:pt x="2764044" y="1047092"/>
                  </a:lnTo>
                  <a:lnTo>
                    <a:pt x="2714686" y="1033586"/>
                  </a:lnTo>
                  <a:lnTo>
                    <a:pt x="2665328" y="1020325"/>
                  </a:lnTo>
                  <a:lnTo>
                    <a:pt x="2615970" y="1007339"/>
                  </a:lnTo>
                  <a:lnTo>
                    <a:pt x="2566612" y="994656"/>
                  </a:lnTo>
                  <a:lnTo>
                    <a:pt x="2517254" y="982305"/>
                  </a:lnTo>
                  <a:lnTo>
                    <a:pt x="2467896" y="970314"/>
                  </a:lnTo>
                  <a:lnTo>
                    <a:pt x="2418538" y="958710"/>
                  </a:lnTo>
                  <a:lnTo>
                    <a:pt x="2369180" y="947517"/>
                  </a:lnTo>
                  <a:lnTo>
                    <a:pt x="2319822" y="936757"/>
                  </a:lnTo>
                  <a:lnTo>
                    <a:pt x="2270464" y="926450"/>
                  </a:lnTo>
                  <a:lnTo>
                    <a:pt x="2221106" y="916612"/>
                  </a:lnTo>
                  <a:lnTo>
                    <a:pt x="2171748" y="907252"/>
                  </a:lnTo>
                  <a:lnTo>
                    <a:pt x="2122390" y="898379"/>
                  </a:lnTo>
                  <a:lnTo>
                    <a:pt x="2073033" y="889994"/>
                  </a:lnTo>
                  <a:lnTo>
                    <a:pt x="2023675" y="882094"/>
                  </a:lnTo>
                  <a:lnTo>
                    <a:pt x="1974317" y="874675"/>
                  </a:lnTo>
                  <a:lnTo>
                    <a:pt x="1924959" y="867723"/>
                  </a:lnTo>
                  <a:lnTo>
                    <a:pt x="1875601" y="861227"/>
                  </a:lnTo>
                  <a:lnTo>
                    <a:pt x="1826243" y="855168"/>
                  </a:lnTo>
                  <a:lnTo>
                    <a:pt x="1776885" y="849528"/>
                  </a:lnTo>
                  <a:lnTo>
                    <a:pt x="1727527" y="844285"/>
                  </a:lnTo>
                  <a:lnTo>
                    <a:pt x="1678169" y="839419"/>
                  </a:lnTo>
                  <a:lnTo>
                    <a:pt x="1628811" y="834906"/>
                  </a:lnTo>
                  <a:lnTo>
                    <a:pt x="1579453" y="830725"/>
                  </a:lnTo>
                  <a:lnTo>
                    <a:pt x="1530095" y="826854"/>
                  </a:lnTo>
                  <a:lnTo>
                    <a:pt x="1480737" y="823270"/>
                  </a:lnTo>
                  <a:lnTo>
                    <a:pt x="1431379" y="819954"/>
                  </a:lnTo>
                  <a:lnTo>
                    <a:pt x="1382022" y="816887"/>
                  </a:lnTo>
                  <a:lnTo>
                    <a:pt x="1332664" y="814049"/>
                  </a:lnTo>
                  <a:lnTo>
                    <a:pt x="1283306" y="811423"/>
                  </a:lnTo>
                  <a:lnTo>
                    <a:pt x="1233948" y="808994"/>
                  </a:lnTo>
                  <a:lnTo>
                    <a:pt x="1184590" y="806747"/>
                  </a:lnTo>
                  <a:lnTo>
                    <a:pt x="1135232" y="804667"/>
                  </a:lnTo>
                  <a:lnTo>
                    <a:pt x="1085874" y="802743"/>
                  </a:lnTo>
                  <a:lnTo>
                    <a:pt x="1036516" y="800961"/>
                  </a:lnTo>
                  <a:lnTo>
                    <a:pt x="987158" y="799312"/>
                  </a:lnTo>
                  <a:lnTo>
                    <a:pt x="937800" y="797786"/>
                  </a:lnTo>
                  <a:lnTo>
                    <a:pt x="888442" y="796373"/>
                  </a:lnTo>
                  <a:lnTo>
                    <a:pt x="839084" y="795066"/>
                  </a:lnTo>
                  <a:lnTo>
                    <a:pt x="789726" y="793856"/>
                  </a:lnTo>
                  <a:lnTo>
                    <a:pt x="740368" y="792737"/>
                  </a:lnTo>
                  <a:lnTo>
                    <a:pt x="691011" y="791702"/>
                  </a:lnTo>
                  <a:lnTo>
                    <a:pt x="641653" y="790745"/>
                  </a:lnTo>
                  <a:lnTo>
                    <a:pt x="592295" y="789861"/>
                  </a:lnTo>
                  <a:lnTo>
                    <a:pt x="542937" y="789045"/>
                  </a:lnTo>
                  <a:lnTo>
                    <a:pt x="493579" y="788292"/>
                  </a:lnTo>
                  <a:lnTo>
                    <a:pt x="444221" y="787599"/>
                  </a:lnTo>
                  <a:lnTo>
                    <a:pt x="394863" y="786961"/>
                  </a:lnTo>
                  <a:lnTo>
                    <a:pt x="345505" y="786375"/>
                  </a:lnTo>
                  <a:lnTo>
                    <a:pt x="296147" y="785838"/>
                  </a:lnTo>
                  <a:lnTo>
                    <a:pt x="246789" y="785346"/>
                  </a:lnTo>
                  <a:lnTo>
                    <a:pt x="197431" y="784897"/>
                  </a:lnTo>
                  <a:lnTo>
                    <a:pt x="148073" y="784488"/>
                  </a:lnTo>
                  <a:lnTo>
                    <a:pt x="98715" y="784117"/>
                  </a:lnTo>
                  <a:lnTo>
                    <a:pt x="49357" y="783781"/>
                  </a:lnTo>
                  <a:lnTo>
                    <a:pt x="0" y="783479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1623483" y="2006226"/>
              <a:ext cx="3899276" cy="661606"/>
            </a:xfrm>
            <a:custGeom>
              <a:avLst/>
              <a:pathLst>
                <a:path w="3899276" h="661606">
                  <a:moveTo>
                    <a:pt x="0" y="0"/>
                  </a:moveTo>
                  <a:lnTo>
                    <a:pt x="49357" y="11232"/>
                  </a:lnTo>
                  <a:lnTo>
                    <a:pt x="98715" y="22636"/>
                  </a:lnTo>
                  <a:lnTo>
                    <a:pt x="148073" y="34209"/>
                  </a:lnTo>
                  <a:lnTo>
                    <a:pt x="197431" y="45949"/>
                  </a:lnTo>
                  <a:lnTo>
                    <a:pt x="246789" y="57852"/>
                  </a:lnTo>
                  <a:lnTo>
                    <a:pt x="296147" y="69916"/>
                  </a:lnTo>
                  <a:lnTo>
                    <a:pt x="345505" y="82137"/>
                  </a:lnTo>
                  <a:lnTo>
                    <a:pt x="394863" y="94512"/>
                  </a:lnTo>
                  <a:lnTo>
                    <a:pt x="444221" y="107034"/>
                  </a:lnTo>
                  <a:lnTo>
                    <a:pt x="493579" y="119701"/>
                  </a:lnTo>
                  <a:lnTo>
                    <a:pt x="542937" y="132505"/>
                  </a:lnTo>
                  <a:lnTo>
                    <a:pt x="592295" y="145442"/>
                  </a:lnTo>
                  <a:lnTo>
                    <a:pt x="641653" y="158505"/>
                  </a:lnTo>
                  <a:lnTo>
                    <a:pt x="691011" y="171685"/>
                  </a:lnTo>
                  <a:lnTo>
                    <a:pt x="740368" y="184976"/>
                  </a:lnTo>
                  <a:lnTo>
                    <a:pt x="789726" y="198369"/>
                  </a:lnTo>
                  <a:lnTo>
                    <a:pt x="839084" y="211855"/>
                  </a:lnTo>
                  <a:lnTo>
                    <a:pt x="888442" y="225422"/>
                  </a:lnTo>
                  <a:lnTo>
                    <a:pt x="937800" y="239061"/>
                  </a:lnTo>
                  <a:lnTo>
                    <a:pt x="987158" y="252760"/>
                  </a:lnTo>
                  <a:lnTo>
                    <a:pt x="1036516" y="266504"/>
                  </a:lnTo>
                  <a:lnTo>
                    <a:pt x="1085874" y="280281"/>
                  </a:lnTo>
                  <a:lnTo>
                    <a:pt x="1135232" y="294075"/>
                  </a:lnTo>
                  <a:lnTo>
                    <a:pt x="1184590" y="307870"/>
                  </a:lnTo>
                  <a:lnTo>
                    <a:pt x="1233948" y="321648"/>
                  </a:lnTo>
                  <a:lnTo>
                    <a:pt x="1283306" y="335391"/>
                  </a:lnTo>
                  <a:lnTo>
                    <a:pt x="1332664" y="349078"/>
                  </a:lnTo>
                  <a:lnTo>
                    <a:pt x="1382022" y="362688"/>
                  </a:lnTo>
                  <a:lnTo>
                    <a:pt x="1431379" y="376198"/>
                  </a:lnTo>
                  <a:lnTo>
                    <a:pt x="1480737" y="389584"/>
                  </a:lnTo>
                  <a:lnTo>
                    <a:pt x="1530095" y="402819"/>
                  </a:lnTo>
                  <a:lnTo>
                    <a:pt x="1579453" y="415879"/>
                  </a:lnTo>
                  <a:lnTo>
                    <a:pt x="1628811" y="428734"/>
                  </a:lnTo>
                  <a:lnTo>
                    <a:pt x="1678169" y="441357"/>
                  </a:lnTo>
                  <a:lnTo>
                    <a:pt x="1727527" y="453717"/>
                  </a:lnTo>
                  <a:lnTo>
                    <a:pt x="1776885" y="465787"/>
                  </a:lnTo>
                  <a:lnTo>
                    <a:pt x="1826243" y="477537"/>
                  </a:lnTo>
                  <a:lnTo>
                    <a:pt x="1875601" y="488940"/>
                  </a:lnTo>
                  <a:lnTo>
                    <a:pt x="1924959" y="499968"/>
                  </a:lnTo>
                  <a:lnTo>
                    <a:pt x="1974317" y="510598"/>
                  </a:lnTo>
                  <a:lnTo>
                    <a:pt x="2023675" y="520809"/>
                  </a:lnTo>
                  <a:lnTo>
                    <a:pt x="2073033" y="530581"/>
                  </a:lnTo>
                  <a:lnTo>
                    <a:pt x="2122390" y="539901"/>
                  </a:lnTo>
                  <a:lnTo>
                    <a:pt x="2171748" y="548759"/>
                  </a:lnTo>
                  <a:lnTo>
                    <a:pt x="2221106" y="557149"/>
                  </a:lnTo>
                  <a:lnTo>
                    <a:pt x="2270464" y="565071"/>
                  </a:lnTo>
                  <a:lnTo>
                    <a:pt x="2319822" y="572527"/>
                  </a:lnTo>
                  <a:lnTo>
                    <a:pt x="2369180" y="579526"/>
                  </a:lnTo>
                  <a:lnTo>
                    <a:pt x="2418538" y="586079"/>
                  </a:lnTo>
                  <a:lnTo>
                    <a:pt x="2467896" y="592200"/>
                  </a:lnTo>
                  <a:lnTo>
                    <a:pt x="2517254" y="597906"/>
                  </a:lnTo>
                  <a:lnTo>
                    <a:pt x="2566612" y="603216"/>
                  </a:lnTo>
                  <a:lnTo>
                    <a:pt x="2615970" y="608151"/>
                  </a:lnTo>
                  <a:lnTo>
                    <a:pt x="2665328" y="612732"/>
                  </a:lnTo>
                  <a:lnTo>
                    <a:pt x="2714686" y="616980"/>
                  </a:lnTo>
                  <a:lnTo>
                    <a:pt x="2764044" y="620916"/>
                  </a:lnTo>
                  <a:lnTo>
                    <a:pt x="2813401" y="624562"/>
                  </a:lnTo>
                  <a:lnTo>
                    <a:pt x="2862759" y="627937"/>
                  </a:lnTo>
                  <a:lnTo>
                    <a:pt x="2912117" y="631062"/>
                  </a:lnTo>
                  <a:lnTo>
                    <a:pt x="2961475" y="633953"/>
                  </a:lnTo>
                  <a:lnTo>
                    <a:pt x="3010833" y="636628"/>
                  </a:lnTo>
                  <a:lnTo>
                    <a:pt x="3060191" y="639105"/>
                  </a:lnTo>
                  <a:lnTo>
                    <a:pt x="3109549" y="641396"/>
                  </a:lnTo>
                  <a:lnTo>
                    <a:pt x="3158907" y="643517"/>
                  </a:lnTo>
                  <a:lnTo>
                    <a:pt x="3208265" y="645481"/>
                  </a:lnTo>
                  <a:lnTo>
                    <a:pt x="3257623" y="647298"/>
                  </a:lnTo>
                  <a:lnTo>
                    <a:pt x="3306981" y="648981"/>
                  </a:lnTo>
                  <a:lnTo>
                    <a:pt x="3356339" y="650539"/>
                  </a:lnTo>
                  <a:lnTo>
                    <a:pt x="3405697" y="651982"/>
                  </a:lnTo>
                  <a:lnTo>
                    <a:pt x="3455055" y="653317"/>
                  </a:lnTo>
                  <a:lnTo>
                    <a:pt x="3504412" y="654553"/>
                  </a:lnTo>
                  <a:lnTo>
                    <a:pt x="3553770" y="655696"/>
                  </a:lnTo>
                  <a:lnTo>
                    <a:pt x="3603128" y="656754"/>
                  </a:lnTo>
                  <a:lnTo>
                    <a:pt x="3652486" y="657733"/>
                  </a:lnTo>
                  <a:lnTo>
                    <a:pt x="3701844" y="658637"/>
                  </a:lnTo>
                  <a:lnTo>
                    <a:pt x="3751202" y="659471"/>
                  </a:lnTo>
                  <a:lnTo>
                    <a:pt x="3800560" y="660242"/>
                  </a:lnTo>
                  <a:lnTo>
                    <a:pt x="3849918" y="660952"/>
                  </a:lnTo>
                  <a:lnTo>
                    <a:pt x="3899276" y="6616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1623483" y="2789705"/>
              <a:ext cx="3899276" cy="591385"/>
            </a:xfrm>
            <a:custGeom>
              <a:avLst/>
              <a:pathLst>
                <a:path w="3899276" h="591385">
                  <a:moveTo>
                    <a:pt x="3899276" y="591385"/>
                  </a:moveTo>
                  <a:lnTo>
                    <a:pt x="3849918" y="577763"/>
                  </a:lnTo>
                  <a:lnTo>
                    <a:pt x="3800560" y="564010"/>
                  </a:lnTo>
                  <a:lnTo>
                    <a:pt x="3751202" y="550134"/>
                  </a:lnTo>
                  <a:lnTo>
                    <a:pt x="3701844" y="536141"/>
                  </a:lnTo>
                  <a:lnTo>
                    <a:pt x="3652486" y="522040"/>
                  </a:lnTo>
                  <a:lnTo>
                    <a:pt x="3603128" y="507840"/>
                  </a:lnTo>
                  <a:lnTo>
                    <a:pt x="3553770" y="493549"/>
                  </a:lnTo>
                  <a:lnTo>
                    <a:pt x="3504412" y="479178"/>
                  </a:lnTo>
                  <a:lnTo>
                    <a:pt x="3455055" y="464738"/>
                  </a:lnTo>
                  <a:lnTo>
                    <a:pt x="3405697" y="450240"/>
                  </a:lnTo>
                  <a:lnTo>
                    <a:pt x="3356339" y="435697"/>
                  </a:lnTo>
                  <a:lnTo>
                    <a:pt x="3306981" y="421121"/>
                  </a:lnTo>
                  <a:lnTo>
                    <a:pt x="3257623" y="406529"/>
                  </a:lnTo>
                  <a:lnTo>
                    <a:pt x="3208265" y="391934"/>
                  </a:lnTo>
                  <a:lnTo>
                    <a:pt x="3158907" y="377354"/>
                  </a:lnTo>
                  <a:lnTo>
                    <a:pt x="3109549" y="362806"/>
                  </a:lnTo>
                  <a:lnTo>
                    <a:pt x="3060191" y="348309"/>
                  </a:lnTo>
                  <a:lnTo>
                    <a:pt x="3010833" y="333883"/>
                  </a:lnTo>
                  <a:lnTo>
                    <a:pt x="2961475" y="319550"/>
                  </a:lnTo>
                  <a:lnTo>
                    <a:pt x="2912117" y="305331"/>
                  </a:lnTo>
                  <a:lnTo>
                    <a:pt x="2862759" y="291252"/>
                  </a:lnTo>
                  <a:lnTo>
                    <a:pt x="2813401" y="277337"/>
                  </a:lnTo>
                  <a:lnTo>
                    <a:pt x="2764044" y="263613"/>
                  </a:lnTo>
                  <a:lnTo>
                    <a:pt x="2714686" y="250106"/>
                  </a:lnTo>
                  <a:lnTo>
                    <a:pt x="2665328" y="236845"/>
                  </a:lnTo>
                  <a:lnTo>
                    <a:pt x="2615970" y="223859"/>
                  </a:lnTo>
                  <a:lnTo>
                    <a:pt x="2566612" y="211176"/>
                  </a:lnTo>
                  <a:lnTo>
                    <a:pt x="2517254" y="198825"/>
                  </a:lnTo>
                  <a:lnTo>
                    <a:pt x="2467896" y="186834"/>
                  </a:lnTo>
                  <a:lnTo>
                    <a:pt x="2418538" y="175230"/>
                  </a:lnTo>
                  <a:lnTo>
                    <a:pt x="2369180" y="164037"/>
                  </a:lnTo>
                  <a:lnTo>
                    <a:pt x="2319822" y="153278"/>
                  </a:lnTo>
                  <a:lnTo>
                    <a:pt x="2270464" y="142971"/>
                  </a:lnTo>
                  <a:lnTo>
                    <a:pt x="2221106" y="133132"/>
                  </a:lnTo>
                  <a:lnTo>
                    <a:pt x="2171748" y="123773"/>
                  </a:lnTo>
                  <a:lnTo>
                    <a:pt x="2122390" y="114899"/>
                  </a:lnTo>
                  <a:lnTo>
                    <a:pt x="2073033" y="106514"/>
                  </a:lnTo>
                  <a:lnTo>
                    <a:pt x="2023675" y="98615"/>
                  </a:lnTo>
                  <a:lnTo>
                    <a:pt x="1974317" y="91195"/>
                  </a:lnTo>
                  <a:lnTo>
                    <a:pt x="1924959" y="84244"/>
                  </a:lnTo>
                  <a:lnTo>
                    <a:pt x="1875601" y="77747"/>
                  </a:lnTo>
                  <a:lnTo>
                    <a:pt x="1826243" y="71688"/>
                  </a:lnTo>
                  <a:lnTo>
                    <a:pt x="1776885" y="66048"/>
                  </a:lnTo>
                  <a:lnTo>
                    <a:pt x="1727527" y="60806"/>
                  </a:lnTo>
                  <a:lnTo>
                    <a:pt x="1678169" y="55939"/>
                  </a:lnTo>
                  <a:lnTo>
                    <a:pt x="1628811" y="51427"/>
                  </a:lnTo>
                  <a:lnTo>
                    <a:pt x="1579453" y="47246"/>
                  </a:lnTo>
                  <a:lnTo>
                    <a:pt x="1530095" y="43374"/>
                  </a:lnTo>
                  <a:lnTo>
                    <a:pt x="1480737" y="39791"/>
                  </a:lnTo>
                  <a:lnTo>
                    <a:pt x="1431379" y="36475"/>
                  </a:lnTo>
                  <a:lnTo>
                    <a:pt x="1382022" y="33407"/>
                  </a:lnTo>
                  <a:lnTo>
                    <a:pt x="1332664" y="30569"/>
                  </a:lnTo>
                  <a:lnTo>
                    <a:pt x="1283306" y="27944"/>
                  </a:lnTo>
                  <a:lnTo>
                    <a:pt x="1233948" y="25515"/>
                  </a:lnTo>
                  <a:lnTo>
                    <a:pt x="1184590" y="23267"/>
                  </a:lnTo>
                  <a:lnTo>
                    <a:pt x="1135232" y="21188"/>
                  </a:lnTo>
                  <a:lnTo>
                    <a:pt x="1085874" y="19263"/>
                  </a:lnTo>
                  <a:lnTo>
                    <a:pt x="1036516" y="17482"/>
                  </a:lnTo>
                  <a:lnTo>
                    <a:pt x="987158" y="15833"/>
                  </a:lnTo>
                  <a:lnTo>
                    <a:pt x="937800" y="14307"/>
                  </a:lnTo>
                  <a:lnTo>
                    <a:pt x="888442" y="12894"/>
                  </a:lnTo>
                  <a:lnTo>
                    <a:pt x="839084" y="11586"/>
                  </a:lnTo>
                  <a:lnTo>
                    <a:pt x="789726" y="10376"/>
                  </a:lnTo>
                  <a:lnTo>
                    <a:pt x="740368" y="9257"/>
                  </a:lnTo>
                  <a:lnTo>
                    <a:pt x="691011" y="8222"/>
                  </a:lnTo>
                  <a:lnTo>
                    <a:pt x="641653" y="7265"/>
                  </a:lnTo>
                  <a:lnTo>
                    <a:pt x="592295" y="6381"/>
                  </a:lnTo>
                  <a:lnTo>
                    <a:pt x="542937" y="5565"/>
                  </a:lnTo>
                  <a:lnTo>
                    <a:pt x="493579" y="4813"/>
                  </a:lnTo>
                  <a:lnTo>
                    <a:pt x="444221" y="4120"/>
                  </a:lnTo>
                  <a:lnTo>
                    <a:pt x="394863" y="3482"/>
                  </a:lnTo>
                  <a:lnTo>
                    <a:pt x="345505" y="2896"/>
                  </a:lnTo>
                  <a:lnTo>
                    <a:pt x="296147" y="2358"/>
                  </a:lnTo>
                  <a:lnTo>
                    <a:pt x="246789" y="1866"/>
                  </a:lnTo>
                  <a:lnTo>
                    <a:pt x="197431" y="1417"/>
                  </a:lnTo>
                  <a:lnTo>
                    <a:pt x="148073" y="1008"/>
                  </a:lnTo>
                  <a:lnTo>
                    <a:pt x="98715" y="637"/>
                  </a:lnTo>
                  <a:lnTo>
                    <a:pt x="49357" y="30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1623483" y="2352114"/>
              <a:ext cx="3899276" cy="694357"/>
            </a:xfrm>
            <a:custGeom>
              <a:avLst/>
              <a:pathLst>
                <a:path w="3899276" h="694357">
                  <a:moveTo>
                    <a:pt x="0" y="0"/>
                  </a:moveTo>
                  <a:lnTo>
                    <a:pt x="49357" y="8041"/>
                  </a:lnTo>
                  <a:lnTo>
                    <a:pt x="98715" y="16120"/>
                  </a:lnTo>
                  <a:lnTo>
                    <a:pt x="148073" y="24238"/>
                  </a:lnTo>
                  <a:lnTo>
                    <a:pt x="197431" y="32392"/>
                  </a:lnTo>
                  <a:lnTo>
                    <a:pt x="246789" y="40584"/>
                  </a:lnTo>
                  <a:lnTo>
                    <a:pt x="296147" y="48812"/>
                  </a:lnTo>
                  <a:lnTo>
                    <a:pt x="345505" y="57075"/>
                  </a:lnTo>
                  <a:lnTo>
                    <a:pt x="394863" y="65373"/>
                  </a:lnTo>
                  <a:lnTo>
                    <a:pt x="444221" y="73705"/>
                  </a:lnTo>
                  <a:lnTo>
                    <a:pt x="493579" y="82071"/>
                  </a:lnTo>
                  <a:lnTo>
                    <a:pt x="542937" y="90470"/>
                  </a:lnTo>
                  <a:lnTo>
                    <a:pt x="592295" y="98901"/>
                  </a:lnTo>
                  <a:lnTo>
                    <a:pt x="641653" y="107363"/>
                  </a:lnTo>
                  <a:lnTo>
                    <a:pt x="691011" y="115857"/>
                  </a:lnTo>
                  <a:lnTo>
                    <a:pt x="740368" y="124381"/>
                  </a:lnTo>
                  <a:lnTo>
                    <a:pt x="789726" y="132934"/>
                  </a:lnTo>
                  <a:lnTo>
                    <a:pt x="839084" y="141516"/>
                  </a:lnTo>
                  <a:lnTo>
                    <a:pt x="888442" y="150126"/>
                  </a:lnTo>
                  <a:lnTo>
                    <a:pt x="937800" y="158763"/>
                  </a:lnTo>
                  <a:lnTo>
                    <a:pt x="987158" y="167427"/>
                  </a:lnTo>
                  <a:lnTo>
                    <a:pt x="1036516" y="176116"/>
                  </a:lnTo>
                  <a:lnTo>
                    <a:pt x="1085874" y="184830"/>
                  </a:lnTo>
                  <a:lnTo>
                    <a:pt x="1135232" y="193569"/>
                  </a:lnTo>
                  <a:lnTo>
                    <a:pt x="1184590" y="202330"/>
                  </a:lnTo>
                  <a:lnTo>
                    <a:pt x="1233948" y="211114"/>
                  </a:lnTo>
                  <a:lnTo>
                    <a:pt x="1283306" y="219920"/>
                  </a:lnTo>
                  <a:lnTo>
                    <a:pt x="1332664" y="228747"/>
                  </a:lnTo>
                  <a:lnTo>
                    <a:pt x="1382022" y="237594"/>
                  </a:lnTo>
                  <a:lnTo>
                    <a:pt x="1431379" y="246460"/>
                  </a:lnTo>
                  <a:lnTo>
                    <a:pt x="1480737" y="255344"/>
                  </a:lnTo>
                  <a:lnTo>
                    <a:pt x="1530095" y="264246"/>
                  </a:lnTo>
                  <a:lnTo>
                    <a:pt x="1579453" y="273165"/>
                  </a:lnTo>
                  <a:lnTo>
                    <a:pt x="1628811" y="282099"/>
                  </a:lnTo>
                  <a:lnTo>
                    <a:pt x="1678169" y="291048"/>
                  </a:lnTo>
                  <a:lnTo>
                    <a:pt x="1727527" y="300011"/>
                  </a:lnTo>
                  <a:lnTo>
                    <a:pt x="1776885" y="308987"/>
                  </a:lnTo>
                  <a:lnTo>
                    <a:pt x="1826243" y="317975"/>
                  </a:lnTo>
                  <a:lnTo>
                    <a:pt x="1875601" y="326975"/>
                  </a:lnTo>
                  <a:lnTo>
                    <a:pt x="1924959" y="335985"/>
                  </a:lnTo>
                  <a:lnTo>
                    <a:pt x="1974317" y="345005"/>
                  </a:lnTo>
                  <a:lnTo>
                    <a:pt x="2023675" y="354033"/>
                  </a:lnTo>
                  <a:lnTo>
                    <a:pt x="2073033" y="363068"/>
                  </a:lnTo>
                  <a:lnTo>
                    <a:pt x="2122390" y="372111"/>
                  </a:lnTo>
                  <a:lnTo>
                    <a:pt x="2171748" y="381159"/>
                  </a:lnTo>
                  <a:lnTo>
                    <a:pt x="2221106" y="390212"/>
                  </a:lnTo>
                  <a:lnTo>
                    <a:pt x="2270464" y="399269"/>
                  </a:lnTo>
                  <a:lnTo>
                    <a:pt x="2319822" y="408330"/>
                  </a:lnTo>
                  <a:lnTo>
                    <a:pt x="2369180" y="417392"/>
                  </a:lnTo>
                  <a:lnTo>
                    <a:pt x="2418538" y="426455"/>
                  </a:lnTo>
                  <a:lnTo>
                    <a:pt x="2467896" y="435519"/>
                  </a:lnTo>
                  <a:lnTo>
                    <a:pt x="2517254" y="444582"/>
                  </a:lnTo>
                  <a:lnTo>
                    <a:pt x="2566612" y="453643"/>
                  </a:lnTo>
                  <a:lnTo>
                    <a:pt x="2615970" y="462702"/>
                  </a:lnTo>
                  <a:lnTo>
                    <a:pt x="2665328" y="471757"/>
                  </a:lnTo>
                  <a:lnTo>
                    <a:pt x="2714686" y="480808"/>
                  </a:lnTo>
                  <a:lnTo>
                    <a:pt x="2764044" y="489854"/>
                  </a:lnTo>
                  <a:lnTo>
                    <a:pt x="2813401" y="498893"/>
                  </a:lnTo>
                  <a:lnTo>
                    <a:pt x="2862759" y="507925"/>
                  </a:lnTo>
                  <a:lnTo>
                    <a:pt x="2912117" y="516949"/>
                  </a:lnTo>
                  <a:lnTo>
                    <a:pt x="2961475" y="525964"/>
                  </a:lnTo>
                  <a:lnTo>
                    <a:pt x="3010833" y="534969"/>
                  </a:lnTo>
                  <a:lnTo>
                    <a:pt x="3060191" y="543964"/>
                  </a:lnTo>
                  <a:lnTo>
                    <a:pt x="3109549" y="552946"/>
                  </a:lnTo>
                  <a:lnTo>
                    <a:pt x="3158907" y="561916"/>
                  </a:lnTo>
                  <a:lnTo>
                    <a:pt x="3208265" y="570872"/>
                  </a:lnTo>
                  <a:lnTo>
                    <a:pt x="3257623" y="579814"/>
                  </a:lnTo>
                  <a:lnTo>
                    <a:pt x="3306981" y="588741"/>
                  </a:lnTo>
                  <a:lnTo>
                    <a:pt x="3356339" y="597652"/>
                  </a:lnTo>
                  <a:lnTo>
                    <a:pt x="3405697" y="606545"/>
                  </a:lnTo>
                  <a:lnTo>
                    <a:pt x="3455055" y="615421"/>
                  </a:lnTo>
                  <a:lnTo>
                    <a:pt x="3504412" y="624277"/>
                  </a:lnTo>
                  <a:lnTo>
                    <a:pt x="3553770" y="633115"/>
                  </a:lnTo>
                  <a:lnTo>
                    <a:pt x="3603128" y="641931"/>
                  </a:lnTo>
                  <a:lnTo>
                    <a:pt x="3652486" y="650727"/>
                  </a:lnTo>
                  <a:lnTo>
                    <a:pt x="3701844" y="659500"/>
                  </a:lnTo>
                  <a:lnTo>
                    <a:pt x="3751202" y="668251"/>
                  </a:lnTo>
                  <a:lnTo>
                    <a:pt x="3800560" y="676977"/>
                  </a:lnTo>
                  <a:lnTo>
                    <a:pt x="3849918" y="685680"/>
                  </a:lnTo>
                  <a:lnTo>
                    <a:pt x="3899276" y="694357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391056" y="1818445"/>
              <a:ext cx="2963719" cy="1892990"/>
            </a:xfrm>
            <a:custGeom>
              <a:avLst/>
              <a:pathLst>
                <a:path w="2963719" h="1892990">
                  <a:moveTo>
                    <a:pt x="0" y="0"/>
                  </a:moveTo>
                  <a:lnTo>
                    <a:pt x="37515" y="12282"/>
                  </a:lnTo>
                  <a:lnTo>
                    <a:pt x="75030" y="24967"/>
                  </a:lnTo>
                  <a:lnTo>
                    <a:pt x="112546" y="38062"/>
                  </a:lnTo>
                  <a:lnTo>
                    <a:pt x="150061" y="51571"/>
                  </a:lnTo>
                  <a:lnTo>
                    <a:pt x="187577" y="65496"/>
                  </a:lnTo>
                  <a:lnTo>
                    <a:pt x="225092" y="79842"/>
                  </a:lnTo>
                  <a:lnTo>
                    <a:pt x="262608" y="94609"/>
                  </a:lnTo>
                  <a:lnTo>
                    <a:pt x="300123" y="109799"/>
                  </a:lnTo>
                  <a:lnTo>
                    <a:pt x="337638" y="125412"/>
                  </a:lnTo>
                  <a:lnTo>
                    <a:pt x="375154" y="141445"/>
                  </a:lnTo>
                  <a:lnTo>
                    <a:pt x="412669" y="157897"/>
                  </a:lnTo>
                  <a:lnTo>
                    <a:pt x="450185" y="174764"/>
                  </a:lnTo>
                  <a:lnTo>
                    <a:pt x="487700" y="192039"/>
                  </a:lnTo>
                  <a:lnTo>
                    <a:pt x="525216" y="209716"/>
                  </a:lnTo>
                  <a:lnTo>
                    <a:pt x="562731" y="227786"/>
                  </a:lnTo>
                  <a:lnTo>
                    <a:pt x="600246" y="246239"/>
                  </a:lnTo>
                  <a:lnTo>
                    <a:pt x="637762" y="265062"/>
                  </a:lnTo>
                  <a:lnTo>
                    <a:pt x="675277" y="284241"/>
                  </a:lnTo>
                  <a:lnTo>
                    <a:pt x="712793" y="303759"/>
                  </a:lnTo>
                  <a:lnTo>
                    <a:pt x="750308" y="323600"/>
                  </a:lnTo>
                  <a:lnTo>
                    <a:pt x="787824" y="343743"/>
                  </a:lnTo>
                  <a:lnTo>
                    <a:pt x="825339" y="364165"/>
                  </a:lnTo>
                  <a:lnTo>
                    <a:pt x="862854" y="384843"/>
                  </a:lnTo>
                  <a:lnTo>
                    <a:pt x="900370" y="405750"/>
                  </a:lnTo>
                  <a:lnTo>
                    <a:pt x="937885" y="426858"/>
                  </a:lnTo>
                  <a:lnTo>
                    <a:pt x="975401" y="448138"/>
                  </a:lnTo>
                  <a:lnTo>
                    <a:pt x="1012916" y="469557"/>
                  </a:lnTo>
                  <a:lnTo>
                    <a:pt x="1050432" y="491083"/>
                  </a:lnTo>
                  <a:lnTo>
                    <a:pt x="1087947" y="512682"/>
                  </a:lnTo>
                  <a:lnTo>
                    <a:pt x="1125462" y="534318"/>
                  </a:lnTo>
                  <a:lnTo>
                    <a:pt x="1162978" y="555956"/>
                  </a:lnTo>
                  <a:lnTo>
                    <a:pt x="1200493" y="577560"/>
                  </a:lnTo>
                  <a:lnTo>
                    <a:pt x="1238009" y="599094"/>
                  </a:lnTo>
                  <a:lnTo>
                    <a:pt x="1275524" y="620525"/>
                  </a:lnTo>
                  <a:lnTo>
                    <a:pt x="1313040" y="641818"/>
                  </a:lnTo>
                  <a:lnTo>
                    <a:pt x="1350555" y="662942"/>
                  </a:lnTo>
                  <a:lnTo>
                    <a:pt x="1388070" y="683868"/>
                  </a:lnTo>
                  <a:lnTo>
                    <a:pt x="1425586" y="704569"/>
                  </a:lnTo>
                  <a:lnTo>
                    <a:pt x="1463101" y="725023"/>
                  </a:lnTo>
                  <a:lnTo>
                    <a:pt x="1500617" y="745208"/>
                  </a:lnTo>
                  <a:lnTo>
                    <a:pt x="1538132" y="765109"/>
                  </a:lnTo>
                  <a:lnTo>
                    <a:pt x="1575648" y="784713"/>
                  </a:lnTo>
                  <a:lnTo>
                    <a:pt x="1613163" y="804010"/>
                  </a:lnTo>
                  <a:lnTo>
                    <a:pt x="1650678" y="822995"/>
                  </a:lnTo>
                  <a:lnTo>
                    <a:pt x="1688194" y="841665"/>
                  </a:lnTo>
                  <a:lnTo>
                    <a:pt x="1725709" y="860019"/>
                  </a:lnTo>
                  <a:lnTo>
                    <a:pt x="1763225" y="878062"/>
                  </a:lnTo>
                  <a:lnTo>
                    <a:pt x="1800740" y="895797"/>
                  </a:lnTo>
                  <a:lnTo>
                    <a:pt x="1838256" y="913232"/>
                  </a:lnTo>
                  <a:lnTo>
                    <a:pt x="1875771" y="930374"/>
                  </a:lnTo>
                  <a:lnTo>
                    <a:pt x="1913287" y="947232"/>
                  </a:lnTo>
                  <a:lnTo>
                    <a:pt x="1950802" y="963817"/>
                  </a:lnTo>
                  <a:lnTo>
                    <a:pt x="1988317" y="980139"/>
                  </a:lnTo>
                  <a:lnTo>
                    <a:pt x="2025833" y="996207"/>
                  </a:lnTo>
                  <a:lnTo>
                    <a:pt x="2063348" y="1012033"/>
                  </a:lnTo>
                  <a:lnTo>
                    <a:pt x="2100864" y="1027627"/>
                  </a:lnTo>
                  <a:lnTo>
                    <a:pt x="2138379" y="1042998"/>
                  </a:lnTo>
                  <a:lnTo>
                    <a:pt x="2175895" y="1058156"/>
                  </a:lnTo>
                  <a:lnTo>
                    <a:pt x="2213410" y="1073110"/>
                  </a:lnTo>
                  <a:lnTo>
                    <a:pt x="2250925" y="1087868"/>
                  </a:lnTo>
                  <a:lnTo>
                    <a:pt x="2288441" y="1102440"/>
                  </a:lnTo>
                  <a:lnTo>
                    <a:pt x="2325956" y="1116832"/>
                  </a:lnTo>
                  <a:lnTo>
                    <a:pt x="2363472" y="1131050"/>
                  </a:lnTo>
                  <a:lnTo>
                    <a:pt x="2400987" y="1145103"/>
                  </a:lnTo>
                  <a:lnTo>
                    <a:pt x="2438503" y="1158995"/>
                  </a:lnTo>
                  <a:lnTo>
                    <a:pt x="2476018" y="1172732"/>
                  </a:lnTo>
                  <a:lnTo>
                    <a:pt x="2513533" y="1186319"/>
                  </a:lnTo>
                  <a:lnTo>
                    <a:pt x="2551049" y="1199761"/>
                  </a:lnTo>
                  <a:lnTo>
                    <a:pt x="2588564" y="1213061"/>
                  </a:lnTo>
                  <a:lnTo>
                    <a:pt x="2626080" y="1226224"/>
                  </a:lnTo>
                  <a:lnTo>
                    <a:pt x="2663595" y="1239252"/>
                  </a:lnTo>
                  <a:lnTo>
                    <a:pt x="2701111" y="1252150"/>
                  </a:lnTo>
                  <a:lnTo>
                    <a:pt x="2738626" y="1264919"/>
                  </a:lnTo>
                  <a:lnTo>
                    <a:pt x="2776141" y="1277563"/>
                  </a:lnTo>
                  <a:lnTo>
                    <a:pt x="2813657" y="1290083"/>
                  </a:lnTo>
                  <a:lnTo>
                    <a:pt x="2851172" y="1302481"/>
                  </a:lnTo>
                  <a:lnTo>
                    <a:pt x="2888688" y="1314760"/>
                  </a:lnTo>
                  <a:lnTo>
                    <a:pt x="2926203" y="1326921"/>
                  </a:lnTo>
                  <a:lnTo>
                    <a:pt x="2963719" y="1338965"/>
                  </a:lnTo>
                  <a:lnTo>
                    <a:pt x="2963719" y="1892990"/>
                  </a:lnTo>
                  <a:lnTo>
                    <a:pt x="2926203" y="1879604"/>
                  </a:lnTo>
                  <a:lnTo>
                    <a:pt x="2888688" y="1865794"/>
                  </a:lnTo>
                  <a:lnTo>
                    <a:pt x="2851172" y="1851555"/>
                  </a:lnTo>
                  <a:lnTo>
                    <a:pt x="2813657" y="1836884"/>
                  </a:lnTo>
                  <a:lnTo>
                    <a:pt x="2776141" y="1821778"/>
                  </a:lnTo>
                  <a:lnTo>
                    <a:pt x="2738626" y="1806236"/>
                  </a:lnTo>
                  <a:lnTo>
                    <a:pt x="2701111" y="1790258"/>
                  </a:lnTo>
                  <a:lnTo>
                    <a:pt x="2663595" y="1773844"/>
                  </a:lnTo>
                  <a:lnTo>
                    <a:pt x="2626080" y="1756996"/>
                  </a:lnTo>
                  <a:lnTo>
                    <a:pt x="2588564" y="1739718"/>
                  </a:lnTo>
                  <a:lnTo>
                    <a:pt x="2551049" y="1722014"/>
                  </a:lnTo>
                  <a:lnTo>
                    <a:pt x="2513533" y="1703891"/>
                  </a:lnTo>
                  <a:lnTo>
                    <a:pt x="2476018" y="1685355"/>
                  </a:lnTo>
                  <a:lnTo>
                    <a:pt x="2438503" y="1666418"/>
                  </a:lnTo>
                  <a:lnTo>
                    <a:pt x="2400987" y="1647089"/>
                  </a:lnTo>
                  <a:lnTo>
                    <a:pt x="2363472" y="1627382"/>
                  </a:lnTo>
                  <a:lnTo>
                    <a:pt x="2325956" y="1607311"/>
                  </a:lnTo>
                  <a:lnTo>
                    <a:pt x="2288441" y="1586893"/>
                  </a:lnTo>
                  <a:lnTo>
                    <a:pt x="2250925" y="1566146"/>
                  </a:lnTo>
                  <a:lnTo>
                    <a:pt x="2213410" y="1545093"/>
                  </a:lnTo>
                  <a:lnTo>
                    <a:pt x="2175895" y="1523754"/>
                  </a:lnTo>
                  <a:lnTo>
                    <a:pt x="2138379" y="1502155"/>
                  </a:lnTo>
                  <a:lnTo>
                    <a:pt x="2100864" y="1480322"/>
                  </a:lnTo>
                  <a:lnTo>
                    <a:pt x="2063348" y="1458284"/>
                  </a:lnTo>
                  <a:lnTo>
                    <a:pt x="2025833" y="1436071"/>
                  </a:lnTo>
                  <a:lnTo>
                    <a:pt x="1988317" y="1413716"/>
                  </a:lnTo>
                  <a:lnTo>
                    <a:pt x="1950802" y="1391252"/>
                  </a:lnTo>
                  <a:lnTo>
                    <a:pt x="1913287" y="1368714"/>
                  </a:lnTo>
                  <a:lnTo>
                    <a:pt x="1875771" y="1346137"/>
                  </a:lnTo>
                  <a:lnTo>
                    <a:pt x="1838256" y="1323560"/>
                  </a:lnTo>
                  <a:lnTo>
                    <a:pt x="1800740" y="1301018"/>
                  </a:lnTo>
                  <a:lnTo>
                    <a:pt x="1763225" y="1278548"/>
                  </a:lnTo>
                  <a:lnTo>
                    <a:pt x="1725709" y="1256189"/>
                  </a:lnTo>
                  <a:lnTo>
                    <a:pt x="1688194" y="1233974"/>
                  </a:lnTo>
                  <a:lnTo>
                    <a:pt x="1650678" y="1211938"/>
                  </a:lnTo>
                  <a:lnTo>
                    <a:pt x="1613163" y="1190114"/>
                  </a:lnTo>
                  <a:lnTo>
                    <a:pt x="1575648" y="1168531"/>
                  </a:lnTo>
                  <a:lnTo>
                    <a:pt x="1538132" y="1147215"/>
                  </a:lnTo>
                  <a:lnTo>
                    <a:pt x="1500617" y="1126191"/>
                  </a:lnTo>
                  <a:lnTo>
                    <a:pt x="1463101" y="1105479"/>
                  </a:lnTo>
                  <a:lnTo>
                    <a:pt x="1425586" y="1085094"/>
                  </a:lnTo>
                  <a:lnTo>
                    <a:pt x="1388070" y="1065049"/>
                  </a:lnTo>
                  <a:lnTo>
                    <a:pt x="1350555" y="1045354"/>
                  </a:lnTo>
                  <a:lnTo>
                    <a:pt x="1313040" y="1026013"/>
                  </a:lnTo>
                  <a:lnTo>
                    <a:pt x="1275524" y="1007028"/>
                  </a:lnTo>
                  <a:lnTo>
                    <a:pt x="1238009" y="988399"/>
                  </a:lnTo>
                  <a:lnTo>
                    <a:pt x="1200493" y="970121"/>
                  </a:lnTo>
                  <a:lnTo>
                    <a:pt x="1162978" y="952188"/>
                  </a:lnTo>
                  <a:lnTo>
                    <a:pt x="1125462" y="934593"/>
                  </a:lnTo>
                  <a:lnTo>
                    <a:pt x="1087947" y="917326"/>
                  </a:lnTo>
                  <a:lnTo>
                    <a:pt x="1050432" y="900377"/>
                  </a:lnTo>
                  <a:lnTo>
                    <a:pt x="1012916" y="883735"/>
                  </a:lnTo>
                  <a:lnTo>
                    <a:pt x="975401" y="867388"/>
                  </a:lnTo>
                  <a:lnTo>
                    <a:pt x="937885" y="851324"/>
                  </a:lnTo>
                  <a:lnTo>
                    <a:pt x="900370" y="835532"/>
                  </a:lnTo>
                  <a:lnTo>
                    <a:pt x="862854" y="820000"/>
                  </a:lnTo>
                  <a:lnTo>
                    <a:pt x="825339" y="804718"/>
                  </a:lnTo>
                  <a:lnTo>
                    <a:pt x="787824" y="789673"/>
                  </a:lnTo>
                  <a:lnTo>
                    <a:pt x="750308" y="774857"/>
                  </a:lnTo>
                  <a:lnTo>
                    <a:pt x="712793" y="760260"/>
                  </a:lnTo>
                  <a:lnTo>
                    <a:pt x="675277" y="745871"/>
                  </a:lnTo>
                  <a:lnTo>
                    <a:pt x="637762" y="731684"/>
                  </a:lnTo>
                  <a:lnTo>
                    <a:pt x="600246" y="717690"/>
                  </a:lnTo>
                  <a:lnTo>
                    <a:pt x="562731" y="703882"/>
                  </a:lnTo>
                  <a:lnTo>
                    <a:pt x="525216" y="690253"/>
                  </a:lnTo>
                  <a:lnTo>
                    <a:pt x="487700" y="676797"/>
                  </a:lnTo>
                  <a:lnTo>
                    <a:pt x="450185" y="663507"/>
                  </a:lnTo>
                  <a:lnTo>
                    <a:pt x="412669" y="650380"/>
                  </a:lnTo>
                  <a:lnTo>
                    <a:pt x="375154" y="637410"/>
                  </a:lnTo>
                  <a:lnTo>
                    <a:pt x="337638" y="624592"/>
                  </a:lnTo>
                  <a:lnTo>
                    <a:pt x="300123" y="611923"/>
                  </a:lnTo>
                  <a:lnTo>
                    <a:pt x="262608" y="599399"/>
                  </a:lnTo>
                  <a:lnTo>
                    <a:pt x="225092" y="587016"/>
                  </a:lnTo>
                  <a:lnTo>
                    <a:pt x="187577" y="574772"/>
                  </a:lnTo>
                  <a:lnTo>
                    <a:pt x="150061" y="562664"/>
                  </a:lnTo>
                  <a:lnTo>
                    <a:pt x="112546" y="550689"/>
                  </a:lnTo>
                  <a:lnTo>
                    <a:pt x="75030" y="538845"/>
                  </a:lnTo>
                  <a:lnTo>
                    <a:pt x="37515" y="527130"/>
                  </a:lnTo>
                  <a:lnTo>
                    <a:pt x="0" y="515541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2391056" y="1818445"/>
              <a:ext cx="2963719" cy="1338965"/>
            </a:xfrm>
            <a:custGeom>
              <a:avLst/>
              <a:pathLst>
                <a:path w="2963719" h="1338965">
                  <a:moveTo>
                    <a:pt x="0" y="0"/>
                  </a:moveTo>
                  <a:lnTo>
                    <a:pt x="37515" y="12282"/>
                  </a:lnTo>
                  <a:lnTo>
                    <a:pt x="75030" y="24967"/>
                  </a:lnTo>
                  <a:lnTo>
                    <a:pt x="112546" y="38062"/>
                  </a:lnTo>
                  <a:lnTo>
                    <a:pt x="150061" y="51571"/>
                  </a:lnTo>
                  <a:lnTo>
                    <a:pt x="187577" y="65496"/>
                  </a:lnTo>
                  <a:lnTo>
                    <a:pt x="225092" y="79842"/>
                  </a:lnTo>
                  <a:lnTo>
                    <a:pt x="262608" y="94609"/>
                  </a:lnTo>
                  <a:lnTo>
                    <a:pt x="300123" y="109799"/>
                  </a:lnTo>
                  <a:lnTo>
                    <a:pt x="337638" y="125412"/>
                  </a:lnTo>
                  <a:lnTo>
                    <a:pt x="375154" y="141445"/>
                  </a:lnTo>
                  <a:lnTo>
                    <a:pt x="412669" y="157897"/>
                  </a:lnTo>
                  <a:lnTo>
                    <a:pt x="450185" y="174764"/>
                  </a:lnTo>
                  <a:lnTo>
                    <a:pt x="487700" y="192039"/>
                  </a:lnTo>
                  <a:lnTo>
                    <a:pt x="525216" y="209716"/>
                  </a:lnTo>
                  <a:lnTo>
                    <a:pt x="562731" y="227786"/>
                  </a:lnTo>
                  <a:lnTo>
                    <a:pt x="600246" y="246239"/>
                  </a:lnTo>
                  <a:lnTo>
                    <a:pt x="637762" y="265062"/>
                  </a:lnTo>
                  <a:lnTo>
                    <a:pt x="675277" y="284241"/>
                  </a:lnTo>
                  <a:lnTo>
                    <a:pt x="712793" y="303759"/>
                  </a:lnTo>
                  <a:lnTo>
                    <a:pt x="750308" y="323600"/>
                  </a:lnTo>
                  <a:lnTo>
                    <a:pt x="787824" y="343743"/>
                  </a:lnTo>
                  <a:lnTo>
                    <a:pt x="825339" y="364165"/>
                  </a:lnTo>
                  <a:lnTo>
                    <a:pt x="862854" y="384843"/>
                  </a:lnTo>
                  <a:lnTo>
                    <a:pt x="900370" y="405750"/>
                  </a:lnTo>
                  <a:lnTo>
                    <a:pt x="937885" y="426858"/>
                  </a:lnTo>
                  <a:lnTo>
                    <a:pt x="975401" y="448138"/>
                  </a:lnTo>
                  <a:lnTo>
                    <a:pt x="1012916" y="469557"/>
                  </a:lnTo>
                  <a:lnTo>
                    <a:pt x="1050432" y="491083"/>
                  </a:lnTo>
                  <a:lnTo>
                    <a:pt x="1087947" y="512682"/>
                  </a:lnTo>
                  <a:lnTo>
                    <a:pt x="1125462" y="534318"/>
                  </a:lnTo>
                  <a:lnTo>
                    <a:pt x="1162978" y="555956"/>
                  </a:lnTo>
                  <a:lnTo>
                    <a:pt x="1200493" y="577560"/>
                  </a:lnTo>
                  <a:lnTo>
                    <a:pt x="1238009" y="599094"/>
                  </a:lnTo>
                  <a:lnTo>
                    <a:pt x="1275524" y="620525"/>
                  </a:lnTo>
                  <a:lnTo>
                    <a:pt x="1313040" y="641818"/>
                  </a:lnTo>
                  <a:lnTo>
                    <a:pt x="1350555" y="662942"/>
                  </a:lnTo>
                  <a:lnTo>
                    <a:pt x="1388070" y="683868"/>
                  </a:lnTo>
                  <a:lnTo>
                    <a:pt x="1425586" y="704569"/>
                  </a:lnTo>
                  <a:lnTo>
                    <a:pt x="1463101" y="725023"/>
                  </a:lnTo>
                  <a:lnTo>
                    <a:pt x="1500617" y="745208"/>
                  </a:lnTo>
                  <a:lnTo>
                    <a:pt x="1538132" y="765109"/>
                  </a:lnTo>
                  <a:lnTo>
                    <a:pt x="1575648" y="784713"/>
                  </a:lnTo>
                  <a:lnTo>
                    <a:pt x="1613163" y="804010"/>
                  </a:lnTo>
                  <a:lnTo>
                    <a:pt x="1650678" y="822995"/>
                  </a:lnTo>
                  <a:lnTo>
                    <a:pt x="1688194" y="841665"/>
                  </a:lnTo>
                  <a:lnTo>
                    <a:pt x="1725709" y="860019"/>
                  </a:lnTo>
                  <a:lnTo>
                    <a:pt x="1763225" y="878062"/>
                  </a:lnTo>
                  <a:lnTo>
                    <a:pt x="1800740" y="895797"/>
                  </a:lnTo>
                  <a:lnTo>
                    <a:pt x="1838256" y="913232"/>
                  </a:lnTo>
                  <a:lnTo>
                    <a:pt x="1875771" y="930374"/>
                  </a:lnTo>
                  <a:lnTo>
                    <a:pt x="1913287" y="947232"/>
                  </a:lnTo>
                  <a:lnTo>
                    <a:pt x="1950802" y="963817"/>
                  </a:lnTo>
                  <a:lnTo>
                    <a:pt x="1988317" y="980139"/>
                  </a:lnTo>
                  <a:lnTo>
                    <a:pt x="2025833" y="996207"/>
                  </a:lnTo>
                  <a:lnTo>
                    <a:pt x="2063348" y="1012033"/>
                  </a:lnTo>
                  <a:lnTo>
                    <a:pt x="2100864" y="1027627"/>
                  </a:lnTo>
                  <a:lnTo>
                    <a:pt x="2138379" y="1042998"/>
                  </a:lnTo>
                  <a:lnTo>
                    <a:pt x="2175895" y="1058156"/>
                  </a:lnTo>
                  <a:lnTo>
                    <a:pt x="2213410" y="1073110"/>
                  </a:lnTo>
                  <a:lnTo>
                    <a:pt x="2250925" y="1087868"/>
                  </a:lnTo>
                  <a:lnTo>
                    <a:pt x="2288441" y="1102440"/>
                  </a:lnTo>
                  <a:lnTo>
                    <a:pt x="2325956" y="1116832"/>
                  </a:lnTo>
                  <a:lnTo>
                    <a:pt x="2363472" y="1131050"/>
                  </a:lnTo>
                  <a:lnTo>
                    <a:pt x="2400987" y="1145103"/>
                  </a:lnTo>
                  <a:lnTo>
                    <a:pt x="2438503" y="1158995"/>
                  </a:lnTo>
                  <a:lnTo>
                    <a:pt x="2476018" y="1172732"/>
                  </a:lnTo>
                  <a:lnTo>
                    <a:pt x="2513533" y="1186319"/>
                  </a:lnTo>
                  <a:lnTo>
                    <a:pt x="2551049" y="1199761"/>
                  </a:lnTo>
                  <a:lnTo>
                    <a:pt x="2588564" y="1213061"/>
                  </a:lnTo>
                  <a:lnTo>
                    <a:pt x="2626080" y="1226224"/>
                  </a:lnTo>
                  <a:lnTo>
                    <a:pt x="2663595" y="1239252"/>
                  </a:lnTo>
                  <a:lnTo>
                    <a:pt x="2701111" y="1252150"/>
                  </a:lnTo>
                  <a:lnTo>
                    <a:pt x="2738626" y="1264919"/>
                  </a:lnTo>
                  <a:lnTo>
                    <a:pt x="2776141" y="1277563"/>
                  </a:lnTo>
                  <a:lnTo>
                    <a:pt x="2813657" y="1290083"/>
                  </a:lnTo>
                  <a:lnTo>
                    <a:pt x="2851172" y="1302481"/>
                  </a:lnTo>
                  <a:lnTo>
                    <a:pt x="2888688" y="1314760"/>
                  </a:lnTo>
                  <a:lnTo>
                    <a:pt x="2926203" y="1326921"/>
                  </a:lnTo>
                  <a:lnTo>
                    <a:pt x="2963719" y="13389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2391056" y="2333987"/>
              <a:ext cx="2963719" cy="1377448"/>
            </a:xfrm>
            <a:custGeom>
              <a:avLst/>
              <a:pathLst>
                <a:path w="2963719" h="1377448">
                  <a:moveTo>
                    <a:pt x="2963719" y="1377448"/>
                  </a:moveTo>
                  <a:lnTo>
                    <a:pt x="2926203" y="1364062"/>
                  </a:lnTo>
                  <a:lnTo>
                    <a:pt x="2888688" y="1350252"/>
                  </a:lnTo>
                  <a:lnTo>
                    <a:pt x="2851172" y="1336013"/>
                  </a:lnTo>
                  <a:lnTo>
                    <a:pt x="2813657" y="1321342"/>
                  </a:lnTo>
                  <a:lnTo>
                    <a:pt x="2776141" y="1306236"/>
                  </a:lnTo>
                  <a:lnTo>
                    <a:pt x="2738626" y="1290694"/>
                  </a:lnTo>
                  <a:lnTo>
                    <a:pt x="2701111" y="1274716"/>
                  </a:lnTo>
                  <a:lnTo>
                    <a:pt x="2663595" y="1258302"/>
                  </a:lnTo>
                  <a:lnTo>
                    <a:pt x="2626080" y="1241454"/>
                  </a:lnTo>
                  <a:lnTo>
                    <a:pt x="2588564" y="1224176"/>
                  </a:lnTo>
                  <a:lnTo>
                    <a:pt x="2551049" y="1206472"/>
                  </a:lnTo>
                  <a:lnTo>
                    <a:pt x="2513533" y="1188349"/>
                  </a:lnTo>
                  <a:lnTo>
                    <a:pt x="2476018" y="1169814"/>
                  </a:lnTo>
                  <a:lnTo>
                    <a:pt x="2438503" y="1150876"/>
                  </a:lnTo>
                  <a:lnTo>
                    <a:pt x="2400987" y="1131547"/>
                  </a:lnTo>
                  <a:lnTo>
                    <a:pt x="2363472" y="1111840"/>
                  </a:lnTo>
                  <a:lnTo>
                    <a:pt x="2325956" y="1091769"/>
                  </a:lnTo>
                  <a:lnTo>
                    <a:pt x="2288441" y="1071351"/>
                  </a:lnTo>
                  <a:lnTo>
                    <a:pt x="2250925" y="1050604"/>
                  </a:lnTo>
                  <a:lnTo>
                    <a:pt x="2213410" y="1029551"/>
                  </a:lnTo>
                  <a:lnTo>
                    <a:pt x="2175895" y="1008212"/>
                  </a:lnTo>
                  <a:lnTo>
                    <a:pt x="2138379" y="986613"/>
                  </a:lnTo>
                  <a:lnTo>
                    <a:pt x="2100864" y="964780"/>
                  </a:lnTo>
                  <a:lnTo>
                    <a:pt x="2063348" y="942742"/>
                  </a:lnTo>
                  <a:lnTo>
                    <a:pt x="2025833" y="920529"/>
                  </a:lnTo>
                  <a:lnTo>
                    <a:pt x="1988317" y="898174"/>
                  </a:lnTo>
                  <a:lnTo>
                    <a:pt x="1950802" y="875710"/>
                  </a:lnTo>
                  <a:lnTo>
                    <a:pt x="1913287" y="853172"/>
                  </a:lnTo>
                  <a:lnTo>
                    <a:pt x="1875771" y="830595"/>
                  </a:lnTo>
                  <a:lnTo>
                    <a:pt x="1838256" y="808018"/>
                  </a:lnTo>
                  <a:lnTo>
                    <a:pt x="1800740" y="785476"/>
                  </a:lnTo>
                  <a:lnTo>
                    <a:pt x="1763225" y="763006"/>
                  </a:lnTo>
                  <a:lnTo>
                    <a:pt x="1725709" y="740647"/>
                  </a:lnTo>
                  <a:lnTo>
                    <a:pt x="1688194" y="718432"/>
                  </a:lnTo>
                  <a:lnTo>
                    <a:pt x="1650678" y="696396"/>
                  </a:lnTo>
                  <a:lnTo>
                    <a:pt x="1613163" y="674572"/>
                  </a:lnTo>
                  <a:lnTo>
                    <a:pt x="1575648" y="652989"/>
                  </a:lnTo>
                  <a:lnTo>
                    <a:pt x="1538132" y="631673"/>
                  </a:lnTo>
                  <a:lnTo>
                    <a:pt x="1500617" y="610649"/>
                  </a:lnTo>
                  <a:lnTo>
                    <a:pt x="1463101" y="589937"/>
                  </a:lnTo>
                  <a:lnTo>
                    <a:pt x="1425586" y="569552"/>
                  </a:lnTo>
                  <a:lnTo>
                    <a:pt x="1388070" y="549507"/>
                  </a:lnTo>
                  <a:lnTo>
                    <a:pt x="1350555" y="529812"/>
                  </a:lnTo>
                  <a:lnTo>
                    <a:pt x="1313040" y="510471"/>
                  </a:lnTo>
                  <a:lnTo>
                    <a:pt x="1275524" y="491486"/>
                  </a:lnTo>
                  <a:lnTo>
                    <a:pt x="1238009" y="472857"/>
                  </a:lnTo>
                  <a:lnTo>
                    <a:pt x="1200493" y="454579"/>
                  </a:lnTo>
                  <a:lnTo>
                    <a:pt x="1162978" y="436646"/>
                  </a:lnTo>
                  <a:lnTo>
                    <a:pt x="1125462" y="419051"/>
                  </a:lnTo>
                  <a:lnTo>
                    <a:pt x="1087947" y="401784"/>
                  </a:lnTo>
                  <a:lnTo>
                    <a:pt x="1050432" y="384835"/>
                  </a:lnTo>
                  <a:lnTo>
                    <a:pt x="1012916" y="368193"/>
                  </a:lnTo>
                  <a:lnTo>
                    <a:pt x="975401" y="351846"/>
                  </a:lnTo>
                  <a:lnTo>
                    <a:pt x="937885" y="335782"/>
                  </a:lnTo>
                  <a:lnTo>
                    <a:pt x="900370" y="319990"/>
                  </a:lnTo>
                  <a:lnTo>
                    <a:pt x="862854" y="304458"/>
                  </a:lnTo>
                  <a:lnTo>
                    <a:pt x="825339" y="289176"/>
                  </a:lnTo>
                  <a:lnTo>
                    <a:pt x="787824" y="274131"/>
                  </a:lnTo>
                  <a:lnTo>
                    <a:pt x="750308" y="259315"/>
                  </a:lnTo>
                  <a:lnTo>
                    <a:pt x="712793" y="244718"/>
                  </a:lnTo>
                  <a:lnTo>
                    <a:pt x="675277" y="230329"/>
                  </a:lnTo>
                  <a:lnTo>
                    <a:pt x="637762" y="216142"/>
                  </a:lnTo>
                  <a:lnTo>
                    <a:pt x="600246" y="202148"/>
                  </a:lnTo>
                  <a:lnTo>
                    <a:pt x="562731" y="188340"/>
                  </a:lnTo>
                  <a:lnTo>
                    <a:pt x="525216" y="174711"/>
                  </a:lnTo>
                  <a:lnTo>
                    <a:pt x="487700" y="161255"/>
                  </a:lnTo>
                  <a:lnTo>
                    <a:pt x="450185" y="147965"/>
                  </a:lnTo>
                  <a:lnTo>
                    <a:pt x="412669" y="134838"/>
                  </a:lnTo>
                  <a:lnTo>
                    <a:pt x="375154" y="121868"/>
                  </a:lnTo>
                  <a:lnTo>
                    <a:pt x="337638" y="109050"/>
                  </a:lnTo>
                  <a:lnTo>
                    <a:pt x="300123" y="96381"/>
                  </a:lnTo>
                  <a:lnTo>
                    <a:pt x="262608" y="83857"/>
                  </a:lnTo>
                  <a:lnTo>
                    <a:pt x="225092" y="71474"/>
                  </a:lnTo>
                  <a:lnTo>
                    <a:pt x="187577" y="59231"/>
                  </a:lnTo>
                  <a:lnTo>
                    <a:pt x="150061" y="47122"/>
                  </a:lnTo>
                  <a:lnTo>
                    <a:pt x="112546" y="35147"/>
                  </a:lnTo>
                  <a:lnTo>
                    <a:pt x="75030" y="23303"/>
                  </a:lnTo>
                  <a:lnTo>
                    <a:pt x="37515" y="1158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2391056" y="2029551"/>
              <a:ext cx="2963719" cy="1451974"/>
            </a:xfrm>
            <a:custGeom>
              <a:avLst/>
              <a:pathLst>
                <a:path w="2963719" h="1451974">
                  <a:moveTo>
                    <a:pt x="0" y="0"/>
                  </a:moveTo>
                  <a:lnTo>
                    <a:pt x="37515" y="13682"/>
                  </a:lnTo>
                  <a:lnTo>
                    <a:pt x="75030" y="27632"/>
                  </a:lnTo>
                  <a:lnTo>
                    <a:pt x="112546" y="41848"/>
                  </a:lnTo>
                  <a:lnTo>
                    <a:pt x="150061" y="56331"/>
                  </a:lnTo>
                  <a:lnTo>
                    <a:pt x="187577" y="71080"/>
                  </a:lnTo>
                  <a:lnTo>
                    <a:pt x="225092" y="86094"/>
                  </a:lnTo>
                  <a:lnTo>
                    <a:pt x="262608" y="101372"/>
                  </a:lnTo>
                  <a:lnTo>
                    <a:pt x="300123" y="116913"/>
                  </a:lnTo>
                  <a:lnTo>
                    <a:pt x="337638" y="132713"/>
                  </a:lnTo>
                  <a:lnTo>
                    <a:pt x="375154" y="148772"/>
                  </a:lnTo>
                  <a:lnTo>
                    <a:pt x="412669" y="165086"/>
                  </a:lnTo>
                  <a:lnTo>
                    <a:pt x="450185" y="181652"/>
                  </a:lnTo>
                  <a:lnTo>
                    <a:pt x="487700" y="198468"/>
                  </a:lnTo>
                  <a:lnTo>
                    <a:pt x="525216" y="215529"/>
                  </a:lnTo>
                  <a:lnTo>
                    <a:pt x="562731" y="232830"/>
                  </a:lnTo>
                  <a:lnTo>
                    <a:pt x="600246" y="250368"/>
                  </a:lnTo>
                  <a:lnTo>
                    <a:pt x="637762" y="268138"/>
                  </a:lnTo>
                  <a:lnTo>
                    <a:pt x="675277" y="286134"/>
                  </a:lnTo>
                  <a:lnTo>
                    <a:pt x="712793" y="304351"/>
                  </a:lnTo>
                  <a:lnTo>
                    <a:pt x="750308" y="322782"/>
                  </a:lnTo>
                  <a:lnTo>
                    <a:pt x="787824" y="341421"/>
                  </a:lnTo>
                  <a:lnTo>
                    <a:pt x="825339" y="360262"/>
                  </a:lnTo>
                  <a:lnTo>
                    <a:pt x="862854" y="379296"/>
                  </a:lnTo>
                  <a:lnTo>
                    <a:pt x="900370" y="398517"/>
                  </a:lnTo>
                  <a:lnTo>
                    <a:pt x="937885" y="417916"/>
                  </a:lnTo>
                  <a:lnTo>
                    <a:pt x="975401" y="437485"/>
                  </a:lnTo>
                  <a:lnTo>
                    <a:pt x="1012916" y="457215"/>
                  </a:lnTo>
                  <a:lnTo>
                    <a:pt x="1050432" y="477098"/>
                  </a:lnTo>
                  <a:lnTo>
                    <a:pt x="1087947" y="497125"/>
                  </a:lnTo>
                  <a:lnTo>
                    <a:pt x="1125462" y="517285"/>
                  </a:lnTo>
                  <a:lnTo>
                    <a:pt x="1162978" y="537569"/>
                  </a:lnTo>
                  <a:lnTo>
                    <a:pt x="1200493" y="557967"/>
                  </a:lnTo>
                  <a:lnTo>
                    <a:pt x="1238009" y="578469"/>
                  </a:lnTo>
                  <a:lnTo>
                    <a:pt x="1275524" y="599064"/>
                  </a:lnTo>
                  <a:lnTo>
                    <a:pt x="1313040" y="619740"/>
                  </a:lnTo>
                  <a:lnTo>
                    <a:pt x="1350555" y="640489"/>
                  </a:lnTo>
                  <a:lnTo>
                    <a:pt x="1388070" y="661297"/>
                  </a:lnTo>
                  <a:lnTo>
                    <a:pt x="1425586" y="682155"/>
                  </a:lnTo>
                  <a:lnTo>
                    <a:pt x="1463101" y="703051"/>
                  </a:lnTo>
                  <a:lnTo>
                    <a:pt x="1500617" y="723973"/>
                  </a:lnTo>
                  <a:lnTo>
                    <a:pt x="1538132" y="744910"/>
                  </a:lnTo>
                  <a:lnTo>
                    <a:pt x="1575648" y="765850"/>
                  </a:lnTo>
                  <a:lnTo>
                    <a:pt x="1613163" y="786783"/>
                  </a:lnTo>
                  <a:lnTo>
                    <a:pt x="1650678" y="807696"/>
                  </a:lnTo>
                  <a:lnTo>
                    <a:pt x="1688194" y="828578"/>
                  </a:lnTo>
                  <a:lnTo>
                    <a:pt x="1725709" y="849418"/>
                  </a:lnTo>
                  <a:lnTo>
                    <a:pt x="1763225" y="870205"/>
                  </a:lnTo>
                  <a:lnTo>
                    <a:pt x="1800740" y="890927"/>
                  </a:lnTo>
                  <a:lnTo>
                    <a:pt x="1838256" y="911574"/>
                  </a:lnTo>
                  <a:lnTo>
                    <a:pt x="1875771" y="932134"/>
                  </a:lnTo>
                  <a:lnTo>
                    <a:pt x="1913287" y="952597"/>
                  </a:lnTo>
                  <a:lnTo>
                    <a:pt x="1950802" y="972952"/>
                  </a:lnTo>
                  <a:lnTo>
                    <a:pt x="1988317" y="993190"/>
                  </a:lnTo>
                  <a:lnTo>
                    <a:pt x="2025833" y="1013300"/>
                  </a:lnTo>
                  <a:lnTo>
                    <a:pt x="2063348" y="1033272"/>
                  </a:lnTo>
                  <a:lnTo>
                    <a:pt x="2100864" y="1053098"/>
                  </a:lnTo>
                  <a:lnTo>
                    <a:pt x="2138379" y="1072767"/>
                  </a:lnTo>
                  <a:lnTo>
                    <a:pt x="2175895" y="1092272"/>
                  </a:lnTo>
                  <a:lnTo>
                    <a:pt x="2213410" y="1111603"/>
                  </a:lnTo>
                  <a:lnTo>
                    <a:pt x="2250925" y="1130753"/>
                  </a:lnTo>
                  <a:lnTo>
                    <a:pt x="2288441" y="1149713"/>
                  </a:lnTo>
                  <a:lnTo>
                    <a:pt x="2325956" y="1168477"/>
                  </a:lnTo>
                  <a:lnTo>
                    <a:pt x="2363472" y="1187037"/>
                  </a:lnTo>
                  <a:lnTo>
                    <a:pt x="2400987" y="1205386"/>
                  </a:lnTo>
                  <a:lnTo>
                    <a:pt x="2438503" y="1223518"/>
                  </a:lnTo>
                  <a:lnTo>
                    <a:pt x="2476018" y="1241428"/>
                  </a:lnTo>
                  <a:lnTo>
                    <a:pt x="2513533" y="1259109"/>
                  </a:lnTo>
                  <a:lnTo>
                    <a:pt x="2551049" y="1276557"/>
                  </a:lnTo>
                  <a:lnTo>
                    <a:pt x="2588564" y="1293766"/>
                  </a:lnTo>
                  <a:lnTo>
                    <a:pt x="2626080" y="1310733"/>
                  </a:lnTo>
                  <a:lnTo>
                    <a:pt x="2663595" y="1327453"/>
                  </a:lnTo>
                  <a:lnTo>
                    <a:pt x="2701111" y="1343923"/>
                  </a:lnTo>
                  <a:lnTo>
                    <a:pt x="2738626" y="1360139"/>
                  </a:lnTo>
                  <a:lnTo>
                    <a:pt x="2776141" y="1376098"/>
                  </a:lnTo>
                  <a:lnTo>
                    <a:pt x="2813657" y="1391799"/>
                  </a:lnTo>
                  <a:lnTo>
                    <a:pt x="2851172" y="1407238"/>
                  </a:lnTo>
                  <a:lnTo>
                    <a:pt x="2888688" y="1422415"/>
                  </a:lnTo>
                  <a:lnTo>
                    <a:pt x="2926203" y="1437327"/>
                  </a:lnTo>
                  <a:lnTo>
                    <a:pt x="2963719" y="1451974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tx412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361060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427524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493988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4560452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4" name="pt424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tx430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1428519" y="1165040"/>
              <a:ext cx="723016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8336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7487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638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5789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37609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29119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2063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71214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20865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44221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436646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38561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30896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30896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02751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494598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441563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6551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08926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70162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2814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1642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447759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17338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209208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485274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43375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29954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0050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1612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485274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42227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42063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42262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30050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43856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33209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49432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410854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243375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21612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431917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42778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410811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01756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44743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431579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265512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427840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208996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270276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420636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29856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33209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43660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33513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4938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0552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2576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4829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2576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4744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7167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81092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7592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7588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8131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9884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47341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86034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8542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1040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49187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3781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69848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1040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69848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9208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5921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7588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51446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48040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0552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59183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89892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8982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7167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7684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66721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6674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4891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5423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8460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4926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49359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3793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95305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3855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93932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0086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3815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95337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9195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42751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43801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42751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29458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21112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25007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426545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434922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33347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32935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493419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29446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43618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22002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446388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50026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278265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21112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43618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44608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335273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29443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25009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44311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332661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43801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27811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21082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44398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41791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426864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451901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29886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296591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443421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44398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219757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31443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493688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27361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41791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434881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21082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29983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0051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273463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452195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25881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0284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94439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210165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2577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9377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4474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4561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3487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7551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2495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1278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47488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255269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7551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2577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22930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24734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55504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3543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25998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35284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0854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27513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45554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10165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1968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2293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2571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1968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13443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50129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1363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4323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60231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3537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2827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2823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20919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3583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12669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23916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4168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50066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3308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0284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4165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35980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6224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27064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0491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8276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7959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21706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32603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11645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1507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19199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6164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99859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7958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20682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61149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1499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82711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38748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0914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10070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40586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3868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8839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211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2185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15819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7206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3017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8868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407335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96765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21706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8868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05468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09584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88353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5913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5907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10174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62257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1234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1119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11435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15876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221991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19222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7207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7207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421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0566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1665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192215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1300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259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25335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06175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23049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24842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3262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16734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2262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933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18291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18372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3078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316387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3048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3375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18372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2302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183609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438960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0307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299334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13375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39637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24844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19217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0626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0404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486446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22558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13595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22406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19214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637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0566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3189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83710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22406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25339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3404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3682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8581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6148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42432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6120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12962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29204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42118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264198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289509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48544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11113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47273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467615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18057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25990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268940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1282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58413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2656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18288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58146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29204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58146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1027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472731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289097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295286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6354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681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2863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51484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458355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505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9678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5151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64346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2165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68655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67818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64518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1505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2863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66778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66569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06810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48759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6404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64723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88505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7916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64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24105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15130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2323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4613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14773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31273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12450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02969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40117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24294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051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88310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872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032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43996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058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4484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5381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4929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30522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44967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22633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4200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0219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80141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12438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2929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2000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1999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2305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88686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538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884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22895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436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24345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0280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7916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31560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436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4516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2911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40117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29709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2263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1623483" y="1904995"/>
              <a:ext cx="3899276" cy="1649020"/>
            </a:xfrm>
            <a:custGeom>
              <a:avLst/>
              <a:pathLst>
                <a:path w="3899276" h="1649020">
                  <a:moveTo>
                    <a:pt x="0" y="0"/>
                  </a:moveTo>
                  <a:lnTo>
                    <a:pt x="49357" y="12166"/>
                  </a:lnTo>
                  <a:lnTo>
                    <a:pt x="98715" y="24618"/>
                  </a:lnTo>
                  <a:lnTo>
                    <a:pt x="148073" y="37356"/>
                  </a:lnTo>
                  <a:lnTo>
                    <a:pt x="197431" y="50380"/>
                  </a:lnTo>
                  <a:lnTo>
                    <a:pt x="246789" y="63689"/>
                  </a:lnTo>
                  <a:lnTo>
                    <a:pt x="296147" y="77280"/>
                  </a:lnTo>
                  <a:lnTo>
                    <a:pt x="345505" y="91153"/>
                  </a:lnTo>
                  <a:lnTo>
                    <a:pt x="394863" y="105303"/>
                  </a:lnTo>
                  <a:lnTo>
                    <a:pt x="444221" y="119728"/>
                  </a:lnTo>
                  <a:lnTo>
                    <a:pt x="493579" y="134422"/>
                  </a:lnTo>
                  <a:lnTo>
                    <a:pt x="542937" y="149381"/>
                  </a:lnTo>
                  <a:lnTo>
                    <a:pt x="592295" y="164598"/>
                  </a:lnTo>
                  <a:lnTo>
                    <a:pt x="641653" y="180065"/>
                  </a:lnTo>
                  <a:lnTo>
                    <a:pt x="691011" y="195774"/>
                  </a:lnTo>
                  <a:lnTo>
                    <a:pt x="740368" y="211716"/>
                  </a:lnTo>
                  <a:lnTo>
                    <a:pt x="789726" y="227880"/>
                  </a:lnTo>
                  <a:lnTo>
                    <a:pt x="839084" y="244253"/>
                  </a:lnTo>
                  <a:lnTo>
                    <a:pt x="888442" y="260824"/>
                  </a:lnTo>
                  <a:lnTo>
                    <a:pt x="937800" y="277576"/>
                  </a:lnTo>
                  <a:lnTo>
                    <a:pt x="987158" y="294494"/>
                  </a:lnTo>
                  <a:lnTo>
                    <a:pt x="1036516" y="311561"/>
                  </a:lnTo>
                  <a:lnTo>
                    <a:pt x="1085874" y="328756"/>
                  </a:lnTo>
                  <a:lnTo>
                    <a:pt x="1135232" y="346059"/>
                  </a:lnTo>
                  <a:lnTo>
                    <a:pt x="1184590" y="363447"/>
                  </a:lnTo>
                  <a:lnTo>
                    <a:pt x="1233948" y="380896"/>
                  </a:lnTo>
                  <a:lnTo>
                    <a:pt x="1283306" y="398380"/>
                  </a:lnTo>
                  <a:lnTo>
                    <a:pt x="1332664" y="415870"/>
                  </a:lnTo>
                  <a:lnTo>
                    <a:pt x="1382022" y="433337"/>
                  </a:lnTo>
                  <a:lnTo>
                    <a:pt x="1431379" y="450750"/>
                  </a:lnTo>
                  <a:lnTo>
                    <a:pt x="1480737" y="468075"/>
                  </a:lnTo>
                  <a:lnTo>
                    <a:pt x="1530095" y="485280"/>
                  </a:lnTo>
                  <a:lnTo>
                    <a:pt x="1579453" y="502329"/>
                  </a:lnTo>
                  <a:lnTo>
                    <a:pt x="1628811" y="519186"/>
                  </a:lnTo>
                  <a:lnTo>
                    <a:pt x="1678169" y="535815"/>
                  </a:lnTo>
                  <a:lnTo>
                    <a:pt x="1727527" y="552183"/>
                  </a:lnTo>
                  <a:lnTo>
                    <a:pt x="1776885" y="568254"/>
                  </a:lnTo>
                  <a:lnTo>
                    <a:pt x="1826243" y="583997"/>
                  </a:lnTo>
                  <a:lnTo>
                    <a:pt x="1875601" y="599382"/>
                  </a:lnTo>
                  <a:lnTo>
                    <a:pt x="1924959" y="614382"/>
                  </a:lnTo>
                  <a:lnTo>
                    <a:pt x="1974317" y="628975"/>
                  </a:lnTo>
                  <a:lnTo>
                    <a:pt x="2023675" y="643143"/>
                  </a:lnTo>
                  <a:lnTo>
                    <a:pt x="2073033" y="656871"/>
                  </a:lnTo>
                  <a:lnTo>
                    <a:pt x="2122390" y="670152"/>
                  </a:lnTo>
                  <a:lnTo>
                    <a:pt x="2171748" y="682982"/>
                  </a:lnTo>
                  <a:lnTo>
                    <a:pt x="2221106" y="695363"/>
                  </a:lnTo>
                  <a:lnTo>
                    <a:pt x="2270464" y="707301"/>
                  </a:lnTo>
                  <a:lnTo>
                    <a:pt x="2319822" y="718805"/>
                  </a:lnTo>
                  <a:lnTo>
                    <a:pt x="2369180" y="729888"/>
                  </a:lnTo>
                  <a:lnTo>
                    <a:pt x="2418538" y="740568"/>
                  </a:lnTo>
                  <a:lnTo>
                    <a:pt x="2467896" y="750861"/>
                  </a:lnTo>
                  <a:lnTo>
                    <a:pt x="2517254" y="760787"/>
                  </a:lnTo>
                  <a:lnTo>
                    <a:pt x="2566612" y="770367"/>
                  </a:lnTo>
                  <a:lnTo>
                    <a:pt x="2615970" y="779621"/>
                  </a:lnTo>
                  <a:lnTo>
                    <a:pt x="2665328" y="788570"/>
                  </a:lnTo>
                  <a:lnTo>
                    <a:pt x="2714686" y="797234"/>
                  </a:lnTo>
                  <a:lnTo>
                    <a:pt x="2764044" y="805633"/>
                  </a:lnTo>
                  <a:lnTo>
                    <a:pt x="2813401" y="813784"/>
                  </a:lnTo>
                  <a:lnTo>
                    <a:pt x="2862759" y="821707"/>
                  </a:lnTo>
                  <a:lnTo>
                    <a:pt x="2912117" y="829417"/>
                  </a:lnTo>
                  <a:lnTo>
                    <a:pt x="2961475" y="836931"/>
                  </a:lnTo>
                  <a:lnTo>
                    <a:pt x="3010833" y="844262"/>
                  </a:lnTo>
                  <a:lnTo>
                    <a:pt x="3060191" y="851425"/>
                  </a:lnTo>
                  <a:lnTo>
                    <a:pt x="3109549" y="858431"/>
                  </a:lnTo>
                  <a:lnTo>
                    <a:pt x="3158907" y="865293"/>
                  </a:lnTo>
                  <a:lnTo>
                    <a:pt x="3208265" y="872020"/>
                  </a:lnTo>
                  <a:lnTo>
                    <a:pt x="3257623" y="878623"/>
                  </a:lnTo>
                  <a:lnTo>
                    <a:pt x="3306981" y="885111"/>
                  </a:lnTo>
                  <a:lnTo>
                    <a:pt x="3356339" y="891490"/>
                  </a:lnTo>
                  <a:lnTo>
                    <a:pt x="3405697" y="897770"/>
                  </a:lnTo>
                  <a:lnTo>
                    <a:pt x="3455055" y="903957"/>
                  </a:lnTo>
                  <a:lnTo>
                    <a:pt x="3504412" y="910057"/>
                  </a:lnTo>
                  <a:lnTo>
                    <a:pt x="3553770" y="916076"/>
                  </a:lnTo>
                  <a:lnTo>
                    <a:pt x="3603128" y="922019"/>
                  </a:lnTo>
                  <a:lnTo>
                    <a:pt x="3652486" y="927891"/>
                  </a:lnTo>
                  <a:lnTo>
                    <a:pt x="3701844" y="933697"/>
                  </a:lnTo>
                  <a:lnTo>
                    <a:pt x="3751202" y="939440"/>
                  </a:lnTo>
                  <a:lnTo>
                    <a:pt x="3800560" y="945124"/>
                  </a:lnTo>
                  <a:lnTo>
                    <a:pt x="3849918" y="950754"/>
                  </a:lnTo>
                  <a:lnTo>
                    <a:pt x="3899276" y="956331"/>
                  </a:lnTo>
                  <a:lnTo>
                    <a:pt x="3899276" y="1649020"/>
                  </a:lnTo>
                  <a:lnTo>
                    <a:pt x="3849918" y="1634497"/>
                  </a:lnTo>
                  <a:lnTo>
                    <a:pt x="3800560" y="1619688"/>
                  </a:lnTo>
                  <a:lnTo>
                    <a:pt x="3751202" y="1604594"/>
                  </a:lnTo>
                  <a:lnTo>
                    <a:pt x="3701844" y="1589222"/>
                  </a:lnTo>
                  <a:lnTo>
                    <a:pt x="3652486" y="1573576"/>
                  </a:lnTo>
                  <a:lnTo>
                    <a:pt x="3603128" y="1557663"/>
                  </a:lnTo>
                  <a:lnTo>
                    <a:pt x="3553770" y="1541489"/>
                  </a:lnTo>
                  <a:lnTo>
                    <a:pt x="3504412" y="1525063"/>
                  </a:lnTo>
                  <a:lnTo>
                    <a:pt x="3455055" y="1508394"/>
                  </a:lnTo>
                  <a:lnTo>
                    <a:pt x="3405697" y="1491492"/>
                  </a:lnTo>
                  <a:lnTo>
                    <a:pt x="3356339" y="1474368"/>
                  </a:lnTo>
                  <a:lnTo>
                    <a:pt x="3306981" y="1457034"/>
                  </a:lnTo>
                  <a:lnTo>
                    <a:pt x="3257623" y="1439506"/>
                  </a:lnTo>
                  <a:lnTo>
                    <a:pt x="3208265" y="1421796"/>
                  </a:lnTo>
                  <a:lnTo>
                    <a:pt x="3158907" y="1403923"/>
                  </a:lnTo>
                  <a:lnTo>
                    <a:pt x="3109549" y="1385903"/>
                  </a:lnTo>
                  <a:lnTo>
                    <a:pt x="3060191" y="1367756"/>
                  </a:lnTo>
                  <a:lnTo>
                    <a:pt x="3010833" y="1349503"/>
                  </a:lnTo>
                  <a:lnTo>
                    <a:pt x="2961475" y="1331167"/>
                  </a:lnTo>
                  <a:lnTo>
                    <a:pt x="2912117" y="1312771"/>
                  </a:lnTo>
                  <a:lnTo>
                    <a:pt x="2862759" y="1294341"/>
                  </a:lnTo>
                  <a:lnTo>
                    <a:pt x="2813401" y="1275904"/>
                  </a:lnTo>
                  <a:lnTo>
                    <a:pt x="2764044" y="1257490"/>
                  </a:lnTo>
                  <a:lnTo>
                    <a:pt x="2714686" y="1239129"/>
                  </a:lnTo>
                  <a:lnTo>
                    <a:pt x="2665328" y="1220853"/>
                  </a:lnTo>
                  <a:lnTo>
                    <a:pt x="2615970" y="1202695"/>
                  </a:lnTo>
                  <a:lnTo>
                    <a:pt x="2566612" y="1184689"/>
                  </a:lnTo>
                  <a:lnTo>
                    <a:pt x="2517254" y="1166872"/>
                  </a:lnTo>
                  <a:lnTo>
                    <a:pt x="2467896" y="1149278"/>
                  </a:lnTo>
                  <a:lnTo>
                    <a:pt x="2418538" y="1131943"/>
                  </a:lnTo>
                  <a:lnTo>
                    <a:pt x="2369180" y="1114903"/>
                  </a:lnTo>
                  <a:lnTo>
                    <a:pt x="2319822" y="1098190"/>
                  </a:lnTo>
                  <a:lnTo>
                    <a:pt x="2270464" y="1081838"/>
                  </a:lnTo>
                  <a:lnTo>
                    <a:pt x="2221106" y="1065876"/>
                  </a:lnTo>
                  <a:lnTo>
                    <a:pt x="2171748" y="1050330"/>
                  </a:lnTo>
                  <a:lnTo>
                    <a:pt x="2122390" y="1035222"/>
                  </a:lnTo>
                  <a:lnTo>
                    <a:pt x="2073033" y="1020571"/>
                  </a:lnTo>
                  <a:lnTo>
                    <a:pt x="2023675" y="1006389"/>
                  </a:lnTo>
                  <a:lnTo>
                    <a:pt x="1974317" y="992685"/>
                  </a:lnTo>
                  <a:lnTo>
                    <a:pt x="1924959" y="979461"/>
                  </a:lnTo>
                  <a:lnTo>
                    <a:pt x="1875601" y="966715"/>
                  </a:lnTo>
                  <a:lnTo>
                    <a:pt x="1826243" y="954441"/>
                  </a:lnTo>
                  <a:lnTo>
                    <a:pt x="1776885" y="942628"/>
                  </a:lnTo>
                  <a:lnTo>
                    <a:pt x="1727527" y="931261"/>
                  </a:lnTo>
                  <a:lnTo>
                    <a:pt x="1678169" y="920324"/>
                  </a:lnTo>
                  <a:lnTo>
                    <a:pt x="1628811" y="909798"/>
                  </a:lnTo>
                  <a:lnTo>
                    <a:pt x="1579453" y="899661"/>
                  </a:lnTo>
                  <a:lnTo>
                    <a:pt x="1530095" y="889892"/>
                  </a:lnTo>
                  <a:lnTo>
                    <a:pt x="1480737" y="880469"/>
                  </a:lnTo>
                  <a:lnTo>
                    <a:pt x="1431379" y="871370"/>
                  </a:lnTo>
                  <a:lnTo>
                    <a:pt x="1382022" y="862574"/>
                  </a:lnTo>
                  <a:lnTo>
                    <a:pt x="1332664" y="854059"/>
                  </a:lnTo>
                  <a:lnTo>
                    <a:pt x="1283306" y="845807"/>
                  </a:lnTo>
                  <a:lnTo>
                    <a:pt x="1233948" y="837797"/>
                  </a:lnTo>
                  <a:lnTo>
                    <a:pt x="1184590" y="830013"/>
                  </a:lnTo>
                  <a:lnTo>
                    <a:pt x="1135232" y="822438"/>
                  </a:lnTo>
                  <a:lnTo>
                    <a:pt x="1085874" y="815057"/>
                  </a:lnTo>
                  <a:lnTo>
                    <a:pt x="1036516" y="807854"/>
                  </a:lnTo>
                  <a:lnTo>
                    <a:pt x="987158" y="800817"/>
                  </a:lnTo>
                  <a:lnTo>
                    <a:pt x="937800" y="793934"/>
                  </a:lnTo>
                  <a:lnTo>
                    <a:pt x="888442" y="787194"/>
                  </a:lnTo>
                  <a:lnTo>
                    <a:pt x="839084" y="780586"/>
                  </a:lnTo>
                  <a:lnTo>
                    <a:pt x="789726" y="774101"/>
                  </a:lnTo>
                  <a:lnTo>
                    <a:pt x="740368" y="767730"/>
                  </a:lnTo>
                  <a:lnTo>
                    <a:pt x="691011" y="761466"/>
                  </a:lnTo>
                  <a:lnTo>
                    <a:pt x="641653" y="755301"/>
                  </a:lnTo>
                  <a:lnTo>
                    <a:pt x="592295" y="749228"/>
                  </a:lnTo>
                  <a:lnTo>
                    <a:pt x="542937" y="743242"/>
                  </a:lnTo>
                  <a:lnTo>
                    <a:pt x="493579" y="737336"/>
                  </a:lnTo>
                  <a:lnTo>
                    <a:pt x="444221" y="731507"/>
                  </a:lnTo>
                  <a:lnTo>
                    <a:pt x="394863" y="725749"/>
                  </a:lnTo>
                  <a:lnTo>
                    <a:pt x="345505" y="720057"/>
                  </a:lnTo>
                  <a:lnTo>
                    <a:pt x="296147" y="714429"/>
                  </a:lnTo>
                  <a:lnTo>
                    <a:pt x="246789" y="708860"/>
                  </a:lnTo>
                  <a:lnTo>
                    <a:pt x="197431" y="703347"/>
                  </a:lnTo>
                  <a:lnTo>
                    <a:pt x="148073" y="697887"/>
                  </a:lnTo>
                  <a:lnTo>
                    <a:pt x="98715" y="692477"/>
                  </a:lnTo>
                  <a:lnTo>
                    <a:pt x="49357" y="687114"/>
                  </a:lnTo>
                  <a:lnTo>
                    <a:pt x="0" y="681797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1623483" y="1904995"/>
              <a:ext cx="3899276" cy="956331"/>
            </a:xfrm>
            <a:custGeom>
              <a:avLst/>
              <a:pathLst>
                <a:path w="3899276" h="956331">
                  <a:moveTo>
                    <a:pt x="0" y="0"/>
                  </a:moveTo>
                  <a:lnTo>
                    <a:pt x="49357" y="12166"/>
                  </a:lnTo>
                  <a:lnTo>
                    <a:pt x="98715" y="24618"/>
                  </a:lnTo>
                  <a:lnTo>
                    <a:pt x="148073" y="37356"/>
                  </a:lnTo>
                  <a:lnTo>
                    <a:pt x="197431" y="50380"/>
                  </a:lnTo>
                  <a:lnTo>
                    <a:pt x="246789" y="63689"/>
                  </a:lnTo>
                  <a:lnTo>
                    <a:pt x="296147" y="77280"/>
                  </a:lnTo>
                  <a:lnTo>
                    <a:pt x="345505" y="91153"/>
                  </a:lnTo>
                  <a:lnTo>
                    <a:pt x="394863" y="105303"/>
                  </a:lnTo>
                  <a:lnTo>
                    <a:pt x="444221" y="119728"/>
                  </a:lnTo>
                  <a:lnTo>
                    <a:pt x="493579" y="134422"/>
                  </a:lnTo>
                  <a:lnTo>
                    <a:pt x="542937" y="149381"/>
                  </a:lnTo>
                  <a:lnTo>
                    <a:pt x="592295" y="164598"/>
                  </a:lnTo>
                  <a:lnTo>
                    <a:pt x="641653" y="180065"/>
                  </a:lnTo>
                  <a:lnTo>
                    <a:pt x="691011" y="195774"/>
                  </a:lnTo>
                  <a:lnTo>
                    <a:pt x="740368" y="211716"/>
                  </a:lnTo>
                  <a:lnTo>
                    <a:pt x="789726" y="227880"/>
                  </a:lnTo>
                  <a:lnTo>
                    <a:pt x="839084" y="244253"/>
                  </a:lnTo>
                  <a:lnTo>
                    <a:pt x="888442" y="260824"/>
                  </a:lnTo>
                  <a:lnTo>
                    <a:pt x="937800" y="277576"/>
                  </a:lnTo>
                  <a:lnTo>
                    <a:pt x="987158" y="294494"/>
                  </a:lnTo>
                  <a:lnTo>
                    <a:pt x="1036516" y="311561"/>
                  </a:lnTo>
                  <a:lnTo>
                    <a:pt x="1085874" y="328756"/>
                  </a:lnTo>
                  <a:lnTo>
                    <a:pt x="1135232" y="346059"/>
                  </a:lnTo>
                  <a:lnTo>
                    <a:pt x="1184590" y="363447"/>
                  </a:lnTo>
                  <a:lnTo>
                    <a:pt x="1233948" y="380896"/>
                  </a:lnTo>
                  <a:lnTo>
                    <a:pt x="1283306" y="398380"/>
                  </a:lnTo>
                  <a:lnTo>
                    <a:pt x="1332664" y="415870"/>
                  </a:lnTo>
                  <a:lnTo>
                    <a:pt x="1382022" y="433337"/>
                  </a:lnTo>
                  <a:lnTo>
                    <a:pt x="1431379" y="450750"/>
                  </a:lnTo>
                  <a:lnTo>
                    <a:pt x="1480737" y="468075"/>
                  </a:lnTo>
                  <a:lnTo>
                    <a:pt x="1530095" y="485280"/>
                  </a:lnTo>
                  <a:lnTo>
                    <a:pt x="1579453" y="502329"/>
                  </a:lnTo>
                  <a:lnTo>
                    <a:pt x="1628811" y="519186"/>
                  </a:lnTo>
                  <a:lnTo>
                    <a:pt x="1678169" y="535815"/>
                  </a:lnTo>
                  <a:lnTo>
                    <a:pt x="1727527" y="552183"/>
                  </a:lnTo>
                  <a:lnTo>
                    <a:pt x="1776885" y="568254"/>
                  </a:lnTo>
                  <a:lnTo>
                    <a:pt x="1826243" y="583997"/>
                  </a:lnTo>
                  <a:lnTo>
                    <a:pt x="1875601" y="599382"/>
                  </a:lnTo>
                  <a:lnTo>
                    <a:pt x="1924959" y="614382"/>
                  </a:lnTo>
                  <a:lnTo>
                    <a:pt x="1974317" y="628975"/>
                  </a:lnTo>
                  <a:lnTo>
                    <a:pt x="2023675" y="643143"/>
                  </a:lnTo>
                  <a:lnTo>
                    <a:pt x="2073033" y="656871"/>
                  </a:lnTo>
                  <a:lnTo>
                    <a:pt x="2122390" y="670152"/>
                  </a:lnTo>
                  <a:lnTo>
                    <a:pt x="2171748" y="682982"/>
                  </a:lnTo>
                  <a:lnTo>
                    <a:pt x="2221106" y="695363"/>
                  </a:lnTo>
                  <a:lnTo>
                    <a:pt x="2270464" y="707301"/>
                  </a:lnTo>
                  <a:lnTo>
                    <a:pt x="2319822" y="718805"/>
                  </a:lnTo>
                  <a:lnTo>
                    <a:pt x="2369180" y="729888"/>
                  </a:lnTo>
                  <a:lnTo>
                    <a:pt x="2418538" y="740568"/>
                  </a:lnTo>
                  <a:lnTo>
                    <a:pt x="2467896" y="750861"/>
                  </a:lnTo>
                  <a:lnTo>
                    <a:pt x="2517254" y="760787"/>
                  </a:lnTo>
                  <a:lnTo>
                    <a:pt x="2566612" y="770367"/>
                  </a:lnTo>
                  <a:lnTo>
                    <a:pt x="2615970" y="779621"/>
                  </a:lnTo>
                  <a:lnTo>
                    <a:pt x="2665328" y="788570"/>
                  </a:lnTo>
                  <a:lnTo>
                    <a:pt x="2714686" y="797234"/>
                  </a:lnTo>
                  <a:lnTo>
                    <a:pt x="2764044" y="805633"/>
                  </a:lnTo>
                  <a:lnTo>
                    <a:pt x="2813401" y="813784"/>
                  </a:lnTo>
                  <a:lnTo>
                    <a:pt x="2862759" y="821707"/>
                  </a:lnTo>
                  <a:lnTo>
                    <a:pt x="2912117" y="829417"/>
                  </a:lnTo>
                  <a:lnTo>
                    <a:pt x="2961475" y="836931"/>
                  </a:lnTo>
                  <a:lnTo>
                    <a:pt x="3010833" y="844262"/>
                  </a:lnTo>
                  <a:lnTo>
                    <a:pt x="3060191" y="851425"/>
                  </a:lnTo>
                  <a:lnTo>
                    <a:pt x="3109549" y="858431"/>
                  </a:lnTo>
                  <a:lnTo>
                    <a:pt x="3158907" y="865293"/>
                  </a:lnTo>
                  <a:lnTo>
                    <a:pt x="3208265" y="872020"/>
                  </a:lnTo>
                  <a:lnTo>
                    <a:pt x="3257623" y="878623"/>
                  </a:lnTo>
                  <a:lnTo>
                    <a:pt x="3306981" y="885111"/>
                  </a:lnTo>
                  <a:lnTo>
                    <a:pt x="3356339" y="891490"/>
                  </a:lnTo>
                  <a:lnTo>
                    <a:pt x="3405697" y="897770"/>
                  </a:lnTo>
                  <a:lnTo>
                    <a:pt x="3455055" y="903957"/>
                  </a:lnTo>
                  <a:lnTo>
                    <a:pt x="3504412" y="910057"/>
                  </a:lnTo>
                  <a:lnTo>
                    <a:pt x="3553770" y="916076"/>
                  </a:lnTo>
                  <a:lnTo>
                    <a:pt x="3603128" y="922019"/>
                  </a:lnTo>
                  <a:lnTo>
                    <a:pt x="3652486" y="927891"/>
                  </a:lnTo>
                  <a:lnTo>
                    <a:pt x="3701844" y="933697"/>
                  </a:lnTo>
                  <a:lnTo>
                    <a:pt x="3751202" y="939440"/>
                  </a:lnTo>
                  <a:lnTo>
                    <a:pt x="3800560" y="945124"/>
                  </a:lnTo>
                  <a:lnTo>
                    <a:pt x="3849918" y="950754"/>
                  </a:lnTo>
                  <a:lnTo>
                    <a:pt x="3899276" y="95633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1623483" y="2586793"/>
              <a:ext cx="3899276" cy="967223"/>
            </a:xfrm>
            <a:custGeom>
              <a:avLst/>
              <a:pathLst>
                <a:path w="3899276" h="967223">
                  <a:moveTo>
                    <a:pt x="3899276" y="967223"/>
                  </a:moveTo>
                  <a:lnTo>
                    <a:pt x="3849918" y="952700"/>
                  </a:lnTo>
                  <a:lnTo>
                    <a:pt x="3800560" y="937890"/>
                  </a:lnTo>
                  <a:lnTo>
                    <a:pt x="3751202" y="922797"/>
                  </a:lnTo>
                  <a:lnTo>
                    <a:pt x="3701844" y="907425"/>
                  </a:lnTo>
                  <a:lnTo>
                    <a:pt x="3652486" y="891779"/>
                  </a:lnTo>
                  <a:lnTo>
                    <a:pt x="3603128" y="875866"/>
                  </a:lnTo>
                  <a:lnTo>
                    <a:pt x="3553770" y="859692"/>
                  </a:lnTo>
                  <a:lnTo>
                    <a:pt x="3504412" y="843266"/>
                  </a:lnTo>
                  <a:lnTo>
                    <a:pt x="3455055" y="826597"/>
                  </a:lnTo>
                  <a:lnTo>
                    <a:pt x="3405697" y="809694"/>
                  </a:lnTo>
                  <a:lnTo>
                    <a:pt x="3356339" y="792570"/>
                  </a:lnTo>
                  <a:lnTo>
                    <a:pt x="3306981" y="775237"/>
                  </a:lnTo>
                  <a:lnTo>
                    <a:pt x="3257623" y="757708"/>
                  </a:lnTo>
                  <a:lnTo>
                    <a:pt x="3208265" y="739999"/>
                  </a:lnTo>
                  <a:lnTo>
                    <a:pt x="3158907" y="722125"/>
                  </a:lnTo>
                  <a:lnTo>
                    <a:pt x="3109549" y="704106"/>
                  </a:lnTo>
                  <a:lnTo>
                    <a:pt x="3060191" y="685959"/>
                  </a:lnTo>
                  <a:lnTo>
                    <a:pt x="3010833" y="667706"/>
                  </a:lnTo>
                  <a:lnTo>
                    <a:pt x="2961475" y="649370"/>
                  </a:lnTo>
                  <a:lnTo>
                    <a:pt x="2912117" y="630974"/>
                  </a:lnTo>
                  <a:lnTo>
                    <a:pt x="2862759" y="612544"/>
                  </a:lnTo>
                  <a:lnTo>
                    <a:pt x="2813401" y="594107"/>
                  </a:lnTo>
                  <a:lnTo>
                    <a:pt x="2764044" y="575693"/>
                  </a:lnTo>
                  <a:lnTo>
                    <a:pt x="2714686" y="557332"/>
                  </a:lnTo>
                  <a:lnTo>
                    <a:pt x="2665328" y="539055"/>
                  </a:lnTo>
                  <a:lnTo>
                    <a:pt x="2615970" y="520897"/>
                  </a:lnTo>
                  <a:lnTo>
                    <a:pt x="2566612" y="502892"/>
                  </a:lnTo>
                  <a:lnTo>
                    <a:pt x="2517254" y="485074"/>
                  </a:lnTo>
                  <a:lnTo>
                    <a:pt x="2467896" y="467480"/>
                  </a:lnTo>
                  <a:lnTo>
                    <a:pt x="2418538" y="450146"/>
                  </a:lnTo>
                  <a:lnTo>
                    <a:pt x="2369180" y="433105"/>
                  </a:lnTo>
                  <a:lnTo>
                    <a:pt x="2319822" y="416393"/>
                  </a:lnTo>
                  <a:lnTo>
                    <a:pt x="2270464" y="400041"/>
                  </a:lnTo>
                  <a:lnTo>
                    <a:pt x="2221106" y="384079"/>
                  </a:lnTo>
                  <a:lnTo>
                    <a:pt x="2171748" y="368533"/>
                  </a:lnTo>
                  <a:lnTo>
                    <a:pt x="2122390" y="353425"/>
                  </a:lnTo>
                  <a:lnTo>
                    <a:pt x="2073033" y="338774"/>
                  </a:lnTo>
                  <a:lnTo>
                    <a:pt x="2023675" y="324592"/>
                  </a:lnTo>
                  <a:lnTo>
                    <a:pt x="1974317" y="310887"/>
                  </a:lnTo>
                  <a:lnTo>
                    <a:pt x="1924959" y="297663"/>
                  </a:lnTo>
                  <a:lnTo>
                    <a:pt x="1875601" y="284918"/>
                  </a:lnTo>
                  <a:lnTo>
                    <a:pt x="1826243" y="272644"/>
                  </a:lnTo>
                  <a:lnTo>
                    <a:pt x="1776885" y="260830"/>
                  </a:lnTo>
                  <a:lnTo>
                    <a:pt x="1727527" y="249464"/>
                  </a:lnTo>
                  <a:lnTo>
                    <a:pt x="1678169" y="238527"/>
                  </a:lnTo>
                  <a:lnTo>
                    <a:pt x="1628811" y="228000"/>
                  </a:lnTo>
                  <a:lnTo>
                    <a:pt x="1579453" y="217863"/>
                  </a:lnTo>
                  <a:lnTo>
                    <a:pt x="1530095" y="208094"/>
                  </a:lnTo>
                  <a:lnTo>
                    <a:pt x="1480737" y="198671"/>
                  </a:lnTo>
                  <a:lnTo>
                    <a:pt x="1431379" y="189573"/>
                  </a:lnTo>
                  <a:lnTo>
                    <a:pt x="1382022" y="180776"/>
                  </a:lnTo>
                  <a:lnTo>
                    <a:pt x="1332664" y="172262"/>
                  </a:lnTo>
                  <a:lnTo>
                    <a:pt x="1283306" y="164009"/>
                  </a:lnTo>
                  <a:lnTo>
                    <a:pt x="1233948" y="156000"/>
                  </a:lnTo>
                  <a:lnTo>
                    <a:pt x="1184590" y="148216"/>
                  </a:lnTo>
                  <a:lnTo>
                    <a:pt x="1135232" y="140641"/>
                  </a:lnTo>
                  <a:lnTo>
                    <a:pt x="1085874" y="133259"/>
                  </a:lnTo>
                  <a:lnTo>
                    <a:pt x="1036516" y="126057"/>
                  </a:lnTo>
                  <a:lnTo>
                    <a:pt x="987158" y="119020"/>
                  </a:lnTo>
                  <a:lnTo>
                    <a:pt x="937800" y="112137"/>
                  </a:lnTo>
                  <a:lnTo>
                    <a:pt x="888442" y="105397"/>
                  </a:lnTo>
                  <a:lnTo>
                    <a:pt x="839084" y="98789"/>
                  </a:lnTo>
                  <a:lnTo>
                    <a:pt x="789726" y="92304"/>
                  </a:lnTo>
                  <a:lnTo>
                    <a:pt x="740368" y="85933"/>
                  </a:lnTo>
                  <a:lnTo>
                    <a:pt x="691011" y="79668"/>
                  </a:lnTo>
                  <a:lnTo>
                    <a:pt x="641653" y="73503"/>
                  </a:lnTo>
                  <a:lnTo>
                    <a:pt x="592295" y="67430"/>
                  </a:lnTo>
                  <a:lnTo>
                    <a:pt x="542937" y="61444"/>
                  </a:lnTo>
                  <a:lnTo>
                    <a:pt x="493579" y="55539"/>
                  </a:lnTo>
                  <a:lnTo>
                    <a:pt x="444221" y="49710"/>
                  </a:lnTo>
                  <a:lnTo>
                    <a:pt x="394863" y="43951"/>
                  </a:lnTo>
                  <a:lnTo>
                    <a:pt x="345505" y="38260"/>
                  </a:lnTo>
                  <a:lnTo>
                    <a:pt x="296147" y="32632"/>
                  </a:lnTo>
                  <a:lnTo>
                    <a:pt x="246789" y="27062"/>
                  </a:lnTo>
                  <a:lnTo>
                    <a:pt x="197431" y="21549"/>
                  </a:lnTo>
                  <a:lnTo>
                    <a:pt x="148073" y="16089"/>
                  </a:lnTo>
                  <a:lnTo>
                    <a:pt x="98715" y="10679"/>
                  </a:lnTo>
                  <a:lnTo>
                    <a:pt x="49357" y="53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1623483" y="2192681"/>
              <a:ext cx="3899276" cy="1054981"/>
            </a:xfrm>
            <a:custGeom>
              <a:avLst/>
              <a:pathLst>
                <a:path w="3899276" h="1054981">
                  <a:moveTo>
                    <a:pt x="0" y="0"/>
                  </a:moveTo>
                  <a:lnTo>
                    <a:pt x="49357" y="11238"/>
                  </a:lnTo>
                  <a:lnTo>
                    <a:pt x="98715" y="22593"/>
                  </a:lnTo>
                  <a:lnTo>
                    <a:pt x="148073" y="34063"/>
                  </a:lnTo>
                  <a:lnTo>
                    <a:pt x="197431" y="45646"/>
                  </a:lnTo>
                  <a:lnTo>
                    <a:pt x="246789" y="57343"/>
                  </a:lnTo>
                  <a:lnTo>
                    <a:pt x="296147" y="69151"/>
                  </a:lnTo>
                  <a:lnTo>
                    <a:pt x="345505" y="81068"/>
                  </a:lnTo>
                  <a:lnTo>
                    <a:pt x="394863" y="93094"/>
                  </a:lnTo>
                  <a:lnTo>
                    <a:pt x="444221" y="105227"/>
                  </a:lnTo>
                  <a:lnTo>
                    <a:pt x="493579" y="117465"/>
                  </a:lnTo>
                  <a:lnTo>
                    <a:pt x="542937" y="129806"/>
                  </a:lnTo>
                  <a:lnTo>
                    <a:pt x="592295" y="142248"/>
                  </a:lnTo>
                  <a:lnTo>
                    <a:pt x="641653" y="154789"/>
                  </a:lnTo>
                  <a:lnTo>
                    <a:pt x="691011" y="167428"/>
                  </a:lnTo>
                  <a:lnTo>
                    <a:pt x="740368" y="180163"/>
                  </a:lnTo>
                  <a:lnTo>
                    <a:pt x="789726" y="192990"/>
                  </a:lnTo>
                  <a:lnTo>
                    <a:pt x="839084" y="205908"/>
                  </a:lnTo>
                  <a:lnTo>
                    <a:pt x="888442" y="218914"/>
                  </a:lnTo>
                  <a:lnTo>
                    <a:pt x="937800" y="232007"/>
                  </a:lnTo>
                  <a:lnTo>
                    <a:pt x="987158" y="245183"/>
                  </a:lnTo>
                  <a:lnTo>
                    <a:pt x="1036516" y="258439"/>
                  </a:lnTo>
                  <a:lnTo>
                    <a:pt x="1085874" y="271774"/>
                  </a:lnTo>
                  <a:lnTo>
                    <a:pt x="1135232" y="285185"/>
                  </a:lnTo>
                  <a:lnTo>
                    <a:pt x="1184590" y="298668"/>
                  </a:lnTo>
                  <a:lnTo>
                    <a:pt x="1233948" y="312221"/>
                  </a:lnTo>
                  <a:lnTo>
                    <a:pt x="1283306" y="325841"/>
                  </a:lnTo>
                  <a:lnTo>
                    <a:pt x="1332664" y="339525"/>
                  </a:lnTo>
                  <a:lnTo>
                    <a:pt x="1382022" y="353269"/>
                  </a:lnTo>
                  <a:lnTo>
                    <a:pt x="1431379" y="367071"/>
                  </a:lnTo>
                  <a:lnTo>
                    <a:pt x="1480737" y="380928"/>
                  </a:lnTo>
                  <a:lnTo>
                    <a:pt x="1530095" y="394837"/>
                  </a:lnTo>
                  <a:lnTo>
                    <a:pt x="1579453" y="408793"/>
                  </a:lnTo>
                  <a:lnTo>
                    <a:pt x="1628811" y="422794"/>
                  </a:lnTo>
                  <a:lnTo>
                    <a:pt x="1678169" y="436837"/>
                  </a:lnTo>
                  <a:lnTo>
                    <a:pt x="1727527" y="450917"/>
                  </a:lnTo>
                  <a:lnTo>
                    <a:pt x="1776885" y="465032"/>
                  </a:lnTo>
                  <a:lnTo>
                    <a:pt x="1826243" y="479178"/>
                  </a:lnTo>
                  <a:lnTo>
                    <a:pt x="1875601" y="493351"/>
                  </a:lnTo>
                  <a:lnTo>
                    <a:pt x="1924959" y="507549"/>
                  </a:lnTo>
                  <a:lnTo>
                    <a:pt x="1974317" y="521767"/>
                  </a:lnTo>
                  <a:lnTo>
                    <a:pt x="2023675" y="536002"/>
                  </a:lnTo>
                  <a:lnTo>
                    <a:pt x="2073033" y="550250"/>
                  </a:lnTo>
                  <a:lnTo>
                    <a:pt x="2122390" y="564508"/>
                  </a:lnTo>
                  <a:lnTo>
                    <a:pt x="2171748" y="578772"/>
                  </a:lnTo>
                  <a:lnTo>
                    <a:pt x="2221106" y="593038"/>
                  </a:lnTo>
                  <a:lnTo>
                    <a:pt x="2270464" y="607303"/>
                  </a:lnTo>
                  <a:lnTo>
                    <a:pt x="2319822" y="621563"/>
                  </a:lnTo>
                  <a:lnTo>
                    <a:pt x="2369180" y="635815"/>
                  </a:lnTo>
                  <a:lnTo>
                    <a:pt x="2418538" y="650054"/>
                  </a:lnTo>
                  <a:lnTo>
                    <a:pt x="2467896" y="664278"/>
                  </a:lnTo>
                  <a:lnTo>
                    <a:pt x="2517254" y="678483"/>
                  </a:lnTo>
                  <a:lnTo>
                    <a:pt x="2566612" y="692665"/>
                  </a:lnTo>
                  <a:lnTo>
                    <a:pt x="2615970" y="706820"/>
                  </a:lnTo>
                  <a:lnTo>
                    <a:pt x="2665328" y="720945"/>
                  </a:lnTo>
                  <a:lnTo>
                    <a:pt x="2714686" y="735037"/>
                  </a:lnTo>
                  <a:lnTo>
                    <a:pt x="2764044" y="749092"/>
                  </a:lnTo>
                  <a:lnTo>
                    <a:pt x="2813401" y="763107"/>
                  </a:lnTo>
                  <a:lnTo>
                    <a:pt x="2862759" y="777079"/>
                  </a:lnTo>
                  <a:lnTo>
                    <a:pt x="2912117" y="791003"/>
                  </a:lnTo>
                  <a:lnTo>
                    <a:pt x="2961475" y="804877"/>
                  </a:lnTo>
                  <a:lnTo>
                    <a:pt x="3010833" y="818697"/>
                  </a:lnTo>
                  <a:lnTo>
                    <a:pt x="3060191" y="832461"/>
                  </a:lnTo>
                  <a:lnTo>
                    <a:pt x="3109549" y="846165"/>
                  </a:lnTo>
                  <a:lnTo>
                    <a:pt x="3158907" y="859806"/>
                  </a:lnTo>
                  <a:lnTo>
                    <a:pt x="3208265" y="873381"/>
                  </a:lnTo>
                  <a:lnTo>
                    <a:pt x="3257623" y="886887"/>
                  </a:lnTo>
                  <a:lnTo>
                    <a:pt x="3306981" y="900321"/>
                  </a:lnTo>
                  <a:lnTo>
                    <a:pt x="3356339" y="913681"/>
                  </a:lnTo>
                  <a:lnTo>
                    <a:pt x="3405697" y="926963"/>
                  </a:lnTo>
                  <a:lnTo>
                    <a:pt x="3455055" y="940166"/>
                  </a:lnTo>
                  <a:lnTo>
                    <a:pt x="3504412" y="953285"/>
                  </a:lnTo>
                  <a:lnTo>
                    <a:pt x="3553770" y="966320"/>
                  </a:lnTo>
                  <a:lnTo>
                    <a:pt x="3603128" y="979267"/>
                  </a:lnTo>
                  <a:lnTo>
                    <a:pt x="3652486" y="992124"/>
                  </a:lnTo>
                  <a:lnTo>
                    <a:pt x="3701844" y="1004888"/>
                  </a:lnTo>
                  <a:lnTo>
                    <a:pt x="3751202" y="1017559"/>
                  </a:lnTo>
                  <a:lnTo>
                    <a:pt x="3800560" y="1030132"/>
                  </a:lnTo>
                  <a:lnTo>
                    <a:pt x="3849918" y="1042607"/>
                  </a:lnTo>
                  <a:lnTo>
                    <a:pt x="3899276" y="1054981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147309" y="1873309"/>
              <a:ext cx="3096384" cy="1762770"/>
            </a:xfrm>
            <a:custGeom>
              <a:avLst/>
              <a:pathLst>
                <a:path w="3096384" h="1762770">
                  <a:moveTo>
                    <a:pt x="0" y="0"/>
                  </a:moveTo>
                  <a:lnTo>
                    <a:pt x="39194" y="12401"/>
                  </a:lnTo>
                  <a:lnTo>
                    <a:pt x="78389" y="25134"/>
                  </a:lnTo>
                  <a:lnTo>
                    <a:pt x="117584" y="38198"/>
                  </a:lnTo>
                  <a:lnTo>
                    <a:pt x="156778" y="51595"/>
                  </a:lnTo>
                  <a:lnTo>
                    <a:pt x="195973" y="65325"/>
                  </a:lnTo>
                  <a:lnTo>
                    <a:pt x="235168" y="79387"/>
                  </a:lnTo>
                  <a:lnTo>
                    <a:pt x="274363" y="93779"/>
                  </a:lnTo>
                  <a:lnTo>
                    <a:pt x="313557" y="108500"/>
                  </a:lnTo>
                  <a:lnTo>
                    <a:pt x="352752" y="123546"/>
                  </a:lnTo>
                  <a:lnTo>
                    <a:pt x="391947" y="138912"/>
                  </a:lnTo>
                  <a:lnTo>
                    <a:pt x="431142" y="154594"/>
                  </a:lnTo>
                  <a:lnTo>
                    <a:pt x="470336" y="170585"/>
                  </a:lnTo>
                  <a:lnTo>
                    <a:pt x="509531" y="186879"/>
                  </a:lnTo>
                  <a:lnTo>
                    <a:pt x="548726" y="203466"/>
                  </a:lnTo>
                  <a:lnTo>
                    <a:pt x="587921" y="220336"/>
                  </a:lnTo>
                  <a:lnTo>
                    <a:pt x="627115" y="237480"/>
                  </a:lnTo>
                  <a:lnTo>
                    <a:pt x="666310" y="254884"/>
                  </a:lnTo>
                  <a:lnTo>
                    <a:pt x="705505" y="272534"/>
                  </a:lnTo>
                  <a:lnTo>
                    <a:pt x="744700" y="290417"/>
                  </a:lnTo>
                  <a:lnTo>
                    <a:pt x="783894" y="308514"/>
                  </a:lnTo>
                  <a:lnTo>
                    <a:pt x="823089" y="326809"/>
                  </a:lnTo>
                  <a:lnTo>
                    <a:pt x="862284" y="345283"/>
                  </a:lnTo>
                  <a:lnTo>
                    <a:pt x="901479" y="363913"/>
                  </a:lnTo>
                  <a:lnTo>
                    <a:pt x="940673" y="382679"/>
                  </a:lnTo>
                  <a:lnTo>
                    <a:pt x="979868" y="401558"/>
                  </a:lnTo>
                  <a:lnTo>
                    <a:pt x="1019063" y="420524"/>
                  </a:lnTo>
                  <a:lnTo>
                    <a:pt x="1058257" y="439552"/>
                  </a:lnTo>
                  <a:lnTo>
                    <a:pt x="1097452" y="458616"/>
                  </a:lnTo>
                  <a:lnTo>
                    <a:pt x="1136647" y="477689"/>
                  </a:lnTo>
                  <a:lnTo>
                    <a:pt x="1175842" y="496743"/>
                  </a:lnTo>
                  <a:lnTo>
                    <a:pt x="1215036" y="515749"/>
                  </a:lnTo>
                  <a:lnTo>
                    <a:pt x="1254231" y="534681"/>
                  </a:lnTo>
                  <a:lnTo>
                    <a:pt x="1293426" y="553510"/>
                  </a:lnTo>
                  <a:lnTo>
                    <a:pt x="1332621" y="572210"/>
                  </a:lnTo>
                  <a:lnTo>
                    <a:pt x="1371815" y="590755"/>
                  </a:lnTo>
                  <a:lnTo>
                    <a:pt x="1411010" y="609121"/>
                  </a:lnTo>
                  <a:lnTo>
                    <a:pt x="1450205" y="627285"/>
                  </a:lnTo>
                  <a:lnTo>
                    <a:pt x="1489400" y="645227"/>
                  </a:lnTo>
                  <a:lnTo>
                    <a:pt x="1528594" y="662930"/>
                  </a:lnTo>
                  <a:lnTo>
                    <a:pt x="1567789" y="680377"/>
                  </a:lnTo>
                  <a:lnTo>
                    <a:pt x="1606984" y="697556"/>
                  </a:lnTo>
                  <a:lnTo>
                    <a:pt x="1646179" y="714458"/>
                  </a:lnTo>
                  <a:lnTo>
                    <a:pt x="1685373" y="731075"/>
                  </a:lnTo>
                  <a:lnTo>
                    <a:pt x="1724568" y="747403"/>
                  </a:lnTo>
                  <a:lnTo>
                    <a:pt x="1763763" y="763440"/>
                  </a:lnTo>
                  <a:lnTo>
                    <a:pt x="1802958" y="779188"/>
                  </a:lnTo>
                  <a:lnTo>
                    <a:pt x="1842152" y="794648"/>
                  </a:lnTo>
                  <a:lnTo>
                    <a:pt x="1881347" y="809827"/>
                  </a:lnTo>
                  <a:lnTo>
                    <a:pt x="1920542" y="824729"/>
                  </a:lnTo>
                  <a:lnTo>
                    <a:pt x="1959737" y="839363"/>
                  </a:lnTo>
                  <a:lnTo>
                    <a:pt x="1998931" y="853736"/>
                  </a:lnTo>
                  <a:lnTo>
                    <a:pt x="2038126" y="867859"/>
                  </a:lnTo>
                  <a:lnTo>
                    <a:pt x="2077321" y="881741"/>
                  </a:lnTo>
                  <a:lnTo>
                    <a:pt x="2116515" y="895392"/>
                  </a:lnTo>
                  <a:lnTo>
                    <a:pt x="2155710" y="908822"/>
                  </a:lnTo>
                  <a:lnTo>
                    <a:pt x="2194905" y="922041"/>
                  </a:lnTo>
                  <a:lnTo>
                    <a:pt x="2234100" y="935059"/>
                  </a:lnTo>
                  <a:lnTo>
                    <a:pt x="2273294" y="947885"/>
                  </a:lnTo>
                  <a:lnTo>
                    <a:pt x="2312489" y="960528"/>
                  </a:lnTo>
                  <a:lnTo>
                    <a:pt x="2351684" y="972998"/>
                  </a:lnTo>
                  <a:lnTo>
                    <a:pt x="2390879" y="985303"/>
                  </a:lnTo>
                  <a:lnTo>
                    <a:pt x="2430073" y="997450"/>
                  </a:lnTo>
                  <a:lnTo>
                    <a:pt x="2469268" y="1009448"/>
                  </a:lnTo>
                  <a:lnTo>
                    <a:pt x="2508463" y="1021302"/>
                  </a:lnTo>
                  <a:lnTo>
                    <a:pt x="2547658" y="1033019"/>
                  </a:lnTo>
                  <a:lnTo>
                    <a:pt x="2586852" y="1044607"/>
                  </a:lnTo>
                  <a:lnTo>
                    <a:pt x="2626047" y="1056069"/>
                  </a:lnTo>
                  <a:lnTo>
                    <a:pt x="2665242" y="1067411"/>
                  </a:lnTo>
                  <a:lnTo>
                    <a:pt x="2704437" y="1078639"/>
                  </a:lnTo>
                  <a:lnTo>
                    <a:pt x="2743631" y="1089755"/>
                  </a:lnTo>
                  <a:lnTo>
                    <a:pt x="2782826" y="1100766"/>
                  </a:lnTo>
                  <a:lnTo>
                    <a:pt x="2822021" y="1111673"/>
                  </a:lnTo>
                  <a:lnTo>
                    <a:pt x="2861216" y="1122482"/>
                  </a:lnTo>
                  <a:lnTo>
                    <a:pt x="2900410" y="1133194"/>
                  </a:lnTo>
                  <a:lnTo>
                    <a:pt x="2939605" y="1143813"/>
                  </a:lnTo>
                  <a:lnTo>
                    <a:pt x="2978800" y="1154341"/>
                  </a:lnTo>
                  <a:lnTo>
                    <a:pt x="3017995" y="1164781"/>
                  </a:lnTo>
                  <a:lnTo>
                    <a:pt x="3057189" y="1175135"/>
                  </a:lnTo>
                  <a:lnTo>
                    <a:pt x="3096384" y="1185405"/>
                  </a:lnTo>
                  <a:lnTo>
                    <a:pt x="3096384" y="1762770"/>
                  </a:lnTo>
                  <a:lnTo>
                    <a:pt x="3057189" y="1748916"/>
                  </a:lnTo>
                  <a:lnTo>
                    <a:pt x="3017995" y="1734719"/>
                  </a:lnTo>
                  <a:lnTo>
                    <a:pt x="2978800" y="1720178"/>
                  </a:lnTo>
                  <a:lnTo>
                    <a:pt x="2939605" y="1705294"/>
                  </a:lnTo>
                  <a:lnTo>
                    <a:pt x="2900410" y="1690071"/>
                  </a:lnTo>
                  <a:lnTo>
                    <a:pt x="2861216" y="1674510"/>
                  </a:lnTo>
                  <a:lnTo>
                    <a:pt x="2822021" y="1658616"/>
                  </a:lnTo>
                  <a:lnTo>
                    <a:pt x="2782826" y="1642393"/>
                  </a:lnTo>
                  <a:lnTo>
                    <a:pt x="2743631" y="1625847"/>
                  </a:lnTo>
                  <a:lnTo>
                    <a:pt x="2704437" y="1608986"/>
                  </a:lnTo>
                  <a:lnTo>
                    <a:pt x="2665242" y="1591816"/>
                  </a:lnTo>
                  <a:lnTo>
                    <a:pt x="2626047" y="1574348"/>
                  </a:lnTo>
                  <a:lnTo>
                    <a:pt x="2586852" y="1556591"/>
                  </a:lnTo>
                  <a:lnTo>
                    <a:pt x="2547658" y="1538557"/>
                  </a:lnTo>
                  <a:lnTo>
                    <a:pt x="2508463" y="1520259"/>
                  </a:lnTo>
                  <a:lnTo>
                    <a:pt x="2469268" y="1501712"/>
                  </a:lnTo>
                  <a:lnTo>
                    <a:pt x="2430073" y="1482930"/>
                  </a:lnTo>
                  <a:lnTo>
                    <a:pt x="2390879" y="1463931"/>
                  </a:lnTo>
                  <a:lnTo>
                    <a:pt x="2351684" y="1444733"/>
                  </a:lnTo>
                  <a:lnTo>
                    <a:pt x="2312489" y="1425355"/>
                  </a:lnTo>
                  <a:lnTo>
                    <a:pt x="2273294" y="1405819"/>
                  </a:lnTo>
                  <a:lnTo>
                    <a:pt x="2234100" y="1386147"/>
                  </a:lnTo>
                  <a:lnTo>
                    <a:pt x="2194905" y="1366363"/>
                  </a:lnTo>
                  <a:lnTo>
                    <a:pt x="2155710" y="1346490"/>
                  </a:lnTo>
                  <a:lnTo>
                    <a:pt x="2116515" y="1326556"/>
                  </a:lnTo>
                  <a:lnTo>
                    <a:pt x="2077321" y="1306586"/>
                  </a:lnTo>
                  <a:lnTo>
                    <a:pt x="2038126" y="1286610"/>
                  </a:lnTo>
                  <a:lnTo>
                    <a:pt x="1998931" y="1266654"/>
                  </a:lnTo>
                  <a:lnTo>
                    <a:pt x="1959737" y="1246747"/>
                  </a:lnTo>
                  <a:lnTo>
                    <a:pt x="1920542" y="1226919"/>
                  </a:lnTo>
                  <a:lnTo>
                    <a:pt x="1881347" y="1207198"/>
                  </a:lnTo>
                  <a:lnTo>
                    <a:pt x="1842152" y="1187612"/>
                  </a:lnTo>
                  <a:lnTo>
                    <a:pt x="1802958" y="1168188"/>
                  </a:lnTo>
                  <a:lnTo>
                    <a:pt x="1763763" y="1148954"/>
                  </a:lnTo>
                  <a:lnTo>
                    <a:pt x="1724568" y="1129932"/>
                  </a:lnTo>
                  <a:lnTo>
                    <a:pt x="1685373" y="1111147"/>
                  </a:lnTo>
                  <a:lnTo>
                    <a:pt x="1646179" y="1092618"/>
                  </a:lnTo>
                  <a:lnTo>
                    <a:pt x="1606984" y="1074365"/>
                  </a:lnTo>
                  <a:lnTo>
                    <a:pt x="1567789" y="1056401"/>
                  </a:lnTo>
                  <a:lnTo>
                    <a:pt x="1528594" y="1038740"/>
                  </a:lnTo>
                  <a:lnTo>
                    <a:pt x="1489400" y="1021392"/>
                  </a:lnTo>
                  <a:lnTo>
                    <a:pt x="1450205" y="1004363"/>
                  </a:lnTo>
                  <a:lnTo>
                    <a:pt x="1411010" y="987657"/>
                  </a:lnTo>
                  <a:lnTo>
                    <a:pt x="1371815" y="971275"/>
                  </a:lnTo>
                  <a:lnTo>
                    <a:pt x="1332621" y="955216"/>
                  </a:lnTo>
                  <a:lnTo>
                    <a:pt x="1293426" y="939477"/>
                  </a:lnTo>
                  <a:lnTo>
                    <a:pt x="1254231" y="924052"/>
                  </a:lnTo>
                  <a:lnTo>
                    <a:pt x="1215036" y="908933"/>
                  </a:lnTo>
                  <a:lnTo>
                    <a:pt x="1175842" y="894112"/>
                  </a:lnTo>
                  <a:lnTo>
                    <a:pt x="1136647" y="879581"/>
                  </a:lnTo>
                  <a:lnTo>
                    <a:pt x="1097452" y="865328"/>
                  </a:lnTo>
                  <a:lnTo>
                    <a:pt x="1058257" y="851343"/>
                  </a:lnTo>
                  <a:lnTo>
                    <a:pt x="1019063" y="837614"/>
                  </a:lnTo>
                  <a:lnTo>
                    <a:pt x="979868" y="824131"/>
                  </a:lnTo>
                  <a:lnTo>
                    <a:pt x="940673" y="810883"/>
                  </a:lnTo>
                  <a:lnTo>
                    <a:pt x="901479" y="797858"/>
                  </a:lnTo>
                  <a:lnTo>
                    <a:pt x="862284" y="785047"/>
                  </a:lnTo>
                  <a:lnTo>
                    <a:pt x="823089" y="772438"/>
                  </a:lnTo>
                  <a:lnTo>
                    <a:pt x="783894" y="760023"/>
                  </a:lnTo>
                  <a:lnTo>
                    <a:pt x="744700" y="747792"/>
                  </a:lnTo>
                  <a:lnTo>
                    <a:pt x="705505" y="735737"/>
                  </a:lnTo>
                  <a:lnTo>
                    <a:pt x="666310" y="723848"/>
                  </a:lnTo>
                  <a:lnTo>
                    <a:pt x="627115" y="712120"/>
                  </a:lnTo>
                  <a:lnTo>
                    <a:pt x="587921" y="700543"/>
                  </a:lnTo>
                  <a:lnTo>
                    <a:pt x="548726" y="689113"/>
                  </a:lnTo>
                  <a:lnTo>
                    <a:pt x="509531" y="677821"/>
                  </a:lnTo>
                  <a:lnTo>
                    <a:pt x="470336" y="666664"/>
                  </a:lnTo>
                  <a:lnTo>
                    <a:pt x="431142" y="655635"/>
                  </a:lnTo>
                  <a:lnTo>
                    <a:pt x="391947" y="644730"/>
                  </a:lnTo>
                  <a:lnTo>
                    <a:pt x="352752" y="633943"/>
                  </a:lnTo>
                  <a:lnTo>
                    <a:pt x="313557" y="623271"/>
                  </a:lnTo>
                  <a:lnTo>
                    <a:pt x="274363" y="612710"/>
                  </a:lnTo>
                  <a:lnTo>
                    <a:pt x="235168" y="602257"/>
                  </a:lnTo>
                  <a:lnTo>
                    <a:pt x="195973" y="591907"/>
                  </a:lnTo>
                  <a:lnTo>
                    <a:pt x="156778" y="581658"/>
                  </a:lnTo>
                  <a:lnTo>
                    <a:pt x="117584" y="571508"/>
                  </a:lnTo>
                  <a:lnTo>
                    <a:pt x="78389" y="561454"/>
                  </a:lnTo>
                  <a:lnTo>
                    <a:pt x="39194" y="551493"/>
                  </a:lnTo>
                  <a:lnTo>
                    <a:pt x="0" y="541623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2147309" y="1873309"/>
              <a:ext cx="3096384" cy="1185405"/>
            </a:xfrm>
            <a:custGeom>
              <a:avLst/>
              <a:pathLst>
                <a:path w="3096384" h="1185405">
                  <a:moveTo>
                    <a:pt x="0" y="0"/>
                  </a:moveTo>
                  <a:lnTo>
                    <a:pt x="39194" y="12401"/>
                  </a:lnTo>
                  <a:lnTo>
                    <a:pt x="78389" y="25134"/>
                  </a:lnTo>
                  <a:lnTo>
                    <a:pt x="117584" y="38198"/>
                  </a:lnTo>
                  <a:lnTo>
                    <a:pt x="156778" y="51595"/>
                  </a:lnTo>
                  <a:lnTo>
                    <a:pt x="195973" y="65325"/>
                  </a:lnTo>
                  <a:lnTo>
                    <a:pt x="235168" y="79387"/>
                  </a:lnTo>
                  <a:lnTo>
                    <a:pt x="274363" y="93779"/>
                  </a:lnTo>
                  <a:lnTo>
                    <a:pt x="313557" y="108500"/>
                  </a:lnTo>
                  <a:lnTo>
                    <a:pt x="352752" y="123546"/>
                  </a:lnTo>
                  <a:lnTo>
                    <a:pt x="391947" y="138912"/>
                  </a:lnTo>
                  <a:lnTo>
                    <a:pt x="431142" y="154594"/>
                  </a:lnTo>
                  <a:lnTo>
                    <a:pt x="470336" y="170585"/>
                  </a:lnTo>
                  <a:lnTo>
                    <a:pt x="509531" y="186879"/>
                  </a:lnTo>
                  <a:lnTo>
                    <a:pt x="548726" y="203466"/>
                  </a:lnTo>
                  <a:lnTo>
                    <a:pt x="587921" y="220336"/>
                  </a:lnTo>
                  <a:lnTo>
                    <a:pt x="627115" y="237480"/>
                  </a:lnTo>
                  <a:lnTo>
                    <a:pt x="666310" y="254884"/>
                  </a:lnTo>
                  <a:lnTo>
                    <a:pt x="705505" y="272534"/>
                  </a:lnTo>
                  <a:lnTo>
                    <a:pt x="744700" y="290417"/>
                  </a:lnTo>
                  <a:lnTo>
                    <a:pt x="783894" y="308514"/>
                  </a:lnTo>
                  <a:lnTo>
                    <a:pt x="823089" y="326809"/>
                  </a:lnTo>
                  <a:lnTo>
                    <a:pt x="862284" y="345283"/>
                  </a:lnTo>
                  <a:lnTo>
                    <a:pt x="901479" y="363913"/>
                  </a:lnTo>
                  <a:lnTo>
                    <a:pt x="940673" y="382679"/>
                  </a:lnTo>
                  <a:lnTo>
                    <a:pt x="979868" y="401558"/>
                  </a:lnTo>
                  <a:lnTo>
                    <a:pt x="1019063" y="420524"/>
                  </a:lnTo>
                  <a:lnTo>
                    <a:pt x="1058257" y="439552"/>
                  </a:lnTo>
                  <a:lnTo>
                    <a:pt x="1097452" y="458616"/>
                  </a:lnTo>
                  <a:lnTo>
                    <a:pt x="1136647" y="477689"/>
                  </a:lnTo>
                  <a:lnTo>
                    <a:pt x="1175842" y="496743"/>
                  </a:lnTo>
                  <a:lnTo>
                    <a:pt x="1215036" y="515749"/>
                  </a:lnTo>
                  <a:lnTo>
                    <a:pt x="1254231" y="534681"/>
                  </a:lnTo>
                  <a:lnTo>
                    <a:pt x="1293426" y="553510"/>
                  </a:lnTo>
                  <a:lnTo>
                    <a:pt x="1332621" y="572210"/>
                  </a:lnTo>
                  <a:lnTo>
                    <a:pt x="1371815" y="590755"/>
                  </a:lnTo>
                  <a:lnTo>
                    <a:pt x="1411010" y="609121"/>
                  </a:lnTo>
                  <a:lnTo>
                    <a:pt x="1450205" y="627285"/>
                  </a:lnTo>
                  <a:lnTo>
                    <a:pt x="1489400" y="645227"/>
                  </a:lnTo>
                  <a:lnTo>
                    <a:pt x="1528594" y="662930"/>
                  </a:lnTo>
                  <a:lnTo>
                    <a:pt x="1567789" y="680377"/>
                  </a:lnTo>
                  <a:lnTo>
                    <a:pt x="1606984" y="697556"/>
                  </a:lnTo>
                  <a:lnTo>
                    <a:pt x="1646179" y="714458"/>
                  </a:lnTo>
                  <a:lnTo>
                    <a:pt x="1685373" y="731075"/>
                  </a:lnTo>
                  <a:lnTo>
                    <a:pt x="1724568" y="747403"/>
                  </a:lnTo>
                  <a:lnTo>
                    <a:pt x="1763763" y="763440"/>
                  </a:lnTo>
                  <a:lnTo>
                    <a:pt x="1802958" y="779188"/>
                  </a:lnTo>
                  <a:lnTo>
                    <a:pt x="1842152" y="794648"/>
                  </a:lnTo>
                  <a:lnTo>
                    <a:pt x="1881347" y="809827"/>
                  </a:lnTo>
                  <a:lnTo>
                    <a:pt x="1920542" y="824729"/>
                  </a:lnTo>
                  <a:lnTo>
                    <a:pt x="1959737" y="839363"/>
                  </a:lnTo>
                  <a:lnTo>
                    <a:pt x="1998931" y="853736"/>
                  </a:lnTo>
                  <a:lnTo>
                    <a:pt x="2038126" y="867859"/>
                  </a:lnTo>
                  <a:lnTo>
                    <a:pt x="2077321" y="881741"/>
                  </a:lnTo>
                  <a:lnTo>
                    <a:pt x="2116515" y="895392"/>
                  </a:lnTo>
                  <a:lnTo>
                    <a:pt x="2155710" y="908822"/>
                  </a:lnTo>
                  <a:lnTo>
                    <a:pt x="2194905" y="922041"/>
                  </a:lnTo>
                  <a:lnTo>
                    <a:pt x="2234100" y="935059"/>
                  </a:lnTo>
                  <a:lnTo>
                    <a:pt x="2273294" y="947885"/>
                  </a:lnTo>
                  <a:lnTo>
                    <a:pt x="2312489" y="960528"/>
                  </a:lnTo>
                  <a:lnTo>
                    <a:pt x="2351684" y="972998"/>
                  </a:lnTo>
                  <a:lnTo>
                    <a:pt x="2390879" y="985303"/>
                  </a:lnTo>
                  <a:lnTo>
                    <a:pt x="2430073" y="997450"/>
                  </a:lnTo>
                  <a:lnTo>
                    <a:pt x="2469268" y="1009448"/>
                  </a:lnTo>
                  <a:lnTo>
                    <a:pt x="2508463" y="1021302"/>
                  </a:lnTo>
                  <a:lnTo>
                    <a:pt x="2547658" y="1033019"/>
                  </a:lnTo>
                  <a:lnTo>
                    <a:pt x="2586852" y="1044607"/>
                  </a:lnTo>
                  <a:lnTo>
                    <a:pt x="2626047" y="1056069"/>
                  </a:lnTo>
                  <a:lnTo>
                    <a:pt x="2665242" y="1067411"/>
                  </a:lnTo>
                  <a:lnTo>
                    <a:pt x="2704437" y="1078639"/>
                  </a:lnTo>
                  <a:lnTo>
                    <a:pt x="2743631" y="1089755"/>
                  </a:lnTo>
                  <a:lnTo>
                    <a:pt x="2782826" y="1100766"/>
                  </a:lnTo>
                  <a:lnTo>
                    <a:pt x="2822021" y="1111673"/>
                  </a:lnTo>
                  <a:lnTo>
                    <a:pt x="2861216" y="1122482"/>
                  </a:lnTo>
                  <a:lnTo>
                    <a:pt x="2900410" y="1133194"/>
                  </a:lnTo>
                  <a:lnTo>
                    <a:pt x="2939605" y="1143813"/>
                  </a:lnTo>
                  <a:lnTo>
                    <a:pt x="2978800" y="1154341"/>
                  </a:lnTo>
                  <a:lnTo>
                    <a:pt x="3017995" y="1164781"/>
                  </a:lnTo>
                  <a:lnTo>
                    <a:pt x="3057189" y="1175135"/>
                  </a:lnTo>
                  <a:lnTo>
                    <a:pt x="3096384" y="11854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2147309" y="2414932"/>
              <a:ext cx="3096384" cy="1221147"/>
            </a:xfrm>
            <a:custGeom>
              <a:avLst/>
              <a:pathLst>
                <a:path w="3096384" h="1221147">
                  <a:moveTo>
                    <a:pt x="3096384" y="1221147"/>
                  </a:moveTo>
                  <a:lnTo>
                    <a:pt x="3057189" y="1207293"/>
                  </a:lnTo>
                  <a:lnTo>
                    <a:pt x="3017995" y="1193095"/>
                  </a:lnTo>
                  <a:lnTo>
                    <a:pt x="2978800" y="1178554"/>
                  </a:lnTo>
                  <a:lnTo>
                    <a:pt x="2939605" y="1163671"/>
                  </a:lnTo>
                  <a:lnTo>
                    <a:pt x="2900410" y="1148448"/>
                  </a:lnTo>
                  <a:lnTo>
                    <a:pt x="2861216" y="1132887"/>
                  </a:lnTo>
                  <a:lnTo>
                    <a:pt x="2822021" y="1116993"/>
                  </a:lnTo>
                  <a:lnTo>
                    <a:pt x="2782826" y="1100770"/>
                  </a:lnTo>
                  <a:lnTo>
                    <a:pt x="2743631" y="1084224"/>
                  </a:lnTo>
                  <a:lnTo>
                    <a:pt x="2704437" y="1067362"/>
                  </a:lnTo>
                  <a:lnTo>
                    <a:pt x="2665242" y="1050193"/>
                  </a:lnTo>
                  <a:lnTo>
                    <a:pt x="2626047" y="1032725"/>
                  </a:lnTo>
                  <a:lnTo>
                    <a:pt x="2586852" y="1014968"/>
                  </a:lnTo>
                  <a:lnTo>
                    <a:pt x="2547658" y="996934"/>
                  </a:lnTo>
                  <a:lnTo>
                    <a:pt x="2508463" y="978636"/>
                  </a:lnTo>
                  <a:lnTo>
                    <a:pt x="2469268" y="960089"/>
                  </a:lnTo>
                  <a:lnTo>
                    <a:pt x="2430073" y="941307"/>
                  </a:lnTo>
                  <a:lnTo>
                    <a:pt x="2390879" y="922308"/>
                  </a:lnTo>
                  <a:lnTo>
                    <a:pt x="2351684" y="903110"/>
                  </a:lnTo>
                  <a:lnTo>
                    <a:pt x="2312489" y="883732"/>
                  </a:lnTo>
                  <a:lnTo>
                    <a:pt x="2273294" y="864196"/>
                  </a:lnTo>
                  <a:lnTo>
                    <a:pt x="2234100" y="844524"/>
                  </a:lnTo>
                  <a:lnTo>
                    <a:pt x="2194905" y="824739"/>
                  </a:lnTo>
                  <a:lnTo>
                    <a:pt x="2155710" y="804867"/>
                  </a:lnTo>
                  <a:lnTo>
                    <a:pt x="2116515" y="784933"/>
                  </a:lnTo>
                  <a:lnTo>
                    <a:pt x="2077321" y="764963"/>
                  </a:lnTo>
                  <a:lnTo>
                    <a:pt x="2038126" y="744986"/>
                  </a:lnTo>
                  <a:lnTo>
                    <a:pt x="1998931" y="725030"/>
                  </a:lnTo>
                  <a:lnTo>
                    <a:pt x="1959737" y="705124"/>
                  </a:lnTo>
                  <a:lnTo>
                    <a:pt x="1920542" y="685296"/>
                  </a:lnTo>
                  <a:lnTo>
                    <a:pt x="1881347" y="665575"/>
                  </a:lnTo>
                  <a:lnTo>
                    <a:pt x="1842152" y="645989"/>
                  </a:lnTo>
                  <a:lnTo>
                    <a:pt x="1802958" y="626565"/>
                  </a:lnTo>
                  <a:lnTo>
                    <a:pt x="1763763" y="607330"/>
                  </a:lnTo>
                  <a:lnTo>
                    <a:pt x="1724568" y="588309"/>
                  </a:lnTo>
                  <a:lnTo>
                    <a:pt x="1685373" y="569524"/>
                  </a:lnTo>
                  <a:lnTo>
                    <a:pt x="1646179" y="550995"/>
                  </a:lnTo>
                  <a:lnTo>
                    <a:pt x="1606984" y="532741"/>
                  </a:lnTo>
                  <a:lnTo>
                    <a:pt x="1567789" y="514778"/>
                  </a:lnTo>
                  <a:lnTo>
                    <a:pt x="1528594" y="497117"/>
                  </a:lnTo>
                  <a:lnTo>
                    <a:pt x="1489400" y="479769"/>
                  </a:lnTo>
                  <a:lnTo>
                    <a:pt x="1450205" y="462740"/>
                  </a:lnTo>
                  <a:lnTo>
                    <a:pt x="1411010" y="446034"/>
                  </a:lnTo>
                  <a:lnTo>
                    <a:pt x="1371815" y="429652"/>
                  </a:lnTo>
                  <a:lnTo>
                    <a:pt x="1332621" y="413593"/>
                  </a:lnTo>
                  <a:lnTo>
                    <a:pt x="1293426" y="397854"/>
                  </a:lnTo>
                  <a:lnTo>
                    <a:pt x="1254231" y="382428"/>
                  </a:lnTo>
                  <a:lnTo>
                    <a:pt x="1215036" y="367310"/>
                  </a:lnTo>
                  <a:lnTo>
                    <a:pt x="1175842" y="352489"/>
                  </a:lnTo>
                  <a:lnTo>
                    <a:pt x="1136647" y="337958"/>
                  </a:lnTo>
                  <a:lnTo>
                    <a:pt x="1097452" y="323704"/>
                  </a:lnTo>
                  <a:lnTo>
                    <a:pt x="1058257" y="309719"/>
                  </a:lnTo>
                  <a:lnTo>
                    <a:pt x="1019063" y="295991"/>
                  </a:lnTo>
                  <a:lnTo>
                    <a:pt x="979868" y="282508"/>
                  </a:lnTo>
                  <a:lnTo>
                    <a:pt x="940673" y="269259"/>
                  </a:lnTo>
                  <a:lnTo>
                    <a:pt x="901479" y="256235"/>
                  </a:lnTo>
                  <a:lnTo>
                    <a:pt x="862284" y="243423"/>
                  </a:lnTo>
                  <a:lnTo>
                    <a:pt x="823089" y="230815"/>
                  </a:lnTo>
                  <a:lnTo>
                    <a:pt x="783894" y="218400"/>
                  </a:lnTo>
                  <a:lnTo>
                    <a:pt x="744700" y="206169"/>
                  </a:lnTo>
                  <a:lnTo>
                    <a:pt x="705505" y="194113"/>
                  </a:lnTo>
                  <a:lnTo>
                    <a:pt x="666310" y="182225"/>
                  </a:lnTo>
                  <a:lnTo>
                    <a:pt x="627115" y="170496"/>
                  </a:lnTo>
                  <a:lnTo>
                    <a:pt x="587921" y="158920"/>
                  </a:lnTo>
                  <a:lnTo>
                    <a:pt x="548726" y="147489"/>
                  </a:lnTo>
                  <a:lnTo>
                    <a:pt x="509531" y="136198"/>
                  </a:lnTo>
                  <a:lnTo>
                    <a:pt x="470336" y="125041"/>
                  </a:lnTo>
                  <a:lnTo>
                    <a:pt x="431142" y="114012"/>
                  </a:lnTo>
                  <a:lnTo>
                    <a:pt x="391947" y="103106"/>
                  </a:lnTo>
                  <a:lnTo>
                    <a:pt x="352752" y="92320"/>
                  </a:lnTo>
                  <a:lnTo>
                    <a:pt x="313557" y="81648"/>
                  </a:lnTo>
                  <a:lnTo>
                    <a:pt x="274363" y="71087"/>
                  </a:lnTo>
                  <a:lnTo>
                    <a:pt x="235168" y="60633"/>
                  </a:lnTo>
                  <a:lnTo>
                    <a:pt x="195973" y="50284"/>
                  </a:lnTo>
                  <a:lnTo>
                    <a:pt x="156778" y="40035"/>
                  </a:lnTo>
                  <a:lnTo>
                    <a:pt x="117584" y="29885"/>
                  </a:lnTo>
                  <a:lnTo>
                    <a:pt x="78389" y="19830"/>
                  </a:lnTo>
                  <a:lnTo>
                    <a:pt x="39194" y="986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2147309" y="2101404"/>
              <a:ext cx="3096384" cy="1286266"/>
            </a:xfrm>
            <a:custGeom>
              <a:avLst/>
              <a:pathLst>
                <a:path w="3096384" h="1286266">
                  <a:moveTo>
                    <a:pt x="0" y="0"/>
                  </a:moveTo>
                  <a:lnTo>
                    <a:pt x="39194" y="12885"/>
                  </a:lnTo>
                  <a:lnTo>
                    <a:pt x="78389" y="25965"/>
                  </a:lnTo>
                  <a:lnTo>
                    <a:pt x="117584" y="39239"/>
                  </a:lnTo>
                  <a:lnTo>
                    <a:pt x="156778" y="52705"/>
                  </a:lnTo>
                  <a:lnTo>
                    <a:pt x="195973" y="66363"/>
                  </a:lnTo>
                  <a:lnTo>
                    <a:pt x="235168" y="80209"/>
                  </a:lnTo>
                  <a:lnTo>
                    <a:pt x="274363" y="94244"/>
                  </a:lnTo>
                  <a:lnTo>
                    <a:pt x="313557" y="108465"/>
                  </a:lnTo>
                  <a:lnTo>
                    <a:pt x="352752" y="122869"/>
                  </a:lnTo>
                  <a:lnTo>
                    <a:pt x="391947" y="137455"/>
                  </a:lnTo>
                  <a:lnTo>
                    <a:pt x="431142" y="152219"/>
                  </a:lnTo>
                  <a:lnTo>
                    <a:pt x="470336" y="167160"/>
                  </a:lnTo>
                  <a:lnTo>
                    <a:pt x="509531" y="182274"/>
                  </a:lnTo>
                  <a:lnTo>
                    <a:pt x="548726" y="197557"/>
                  </a:lnTo>
                  <a:lnTo>
                    <a:pt x="587921" y="213007"/>
                  </a:lnTo>
                  <a:lnTo>
                    <a:pt x="627115" y="228620"/>
                  </a:lnTo>
                  <a:lnTo>
                    <a:pt x="666310" y="244392"/>
                  </a:lnTo>
                  <a:lnTo>
                    <a:pt x="705505" y="260319"/>
                  </a:lnTo>
                  <a:lnTo>
                    <a:pt x="744700" y="276397"/>
                  </a:lnTo>
                  <a:lnTo>
                    <a:pt x="783894" y="292621"/>
                  </a:lnTo>
                  <a:lnTo>
                    <a:pt x="823089" y="308987"/>
                  </a:lnTo>
                  <a:lnTo>
                    <a:pt x="862284" y="325490"/>
                  </a:lnTo>
                  <a:lnTo>
                    <a:pt x="901479" y="342125"/>
                  </a:lnTo>
                  <a:lnTo>
                    <a:pt x="940673" y="358886"/>
                  </a:lnTo>
                  <a:lnTo>
                    <a:pt x="979868" y="375768"/>
                  </a:lnTo>
                  <a:lnTo>
                    <a:pt x="1019063" y="392767"/>
                  </a:lnTo>
                  <a:lnTo>
                    <a:pt x="1058257" y="409875"/>
                  </a:lnTo>
                  <a:lnTo>
                    <a:pt x="1097452" y="427087"/>
                  </a:lnTo>
                  <a:lnTo>
                    <a:pt x="1136647" y="444397"/>
                  </a:lnTo>
                  <a:lnTo>
                    <a:pt x="1175842" y="461799"/>
                  </a:lnTo>
                  <a:lnTo>
                    <a:pt x="1215036" y="479286"/>
                  </a:lnTo>
                  <a:lnTo>
                    <a:pt x="1254231" y="496852"/>
                  </a:lnTo>
                  <a:lnTo>
                    <a:pt x="1293426" y="514491"/>
                  </a:lnTo>
                  <a:lnTo>
                    <a:pt x="1332621" y="532195"/>
                  </a:lnTo>
                  <a:lnTo>
                    <a:pt x="1371815" y="549958"/>
                  </a:lnTo>
                  <a:lnTo>
                    <a:pt x="1411010" y="567772"/>
                  </a:lnTo>
                  <a:lnTo>
                    <a:pt x="1450205" y="585631"/>
                  </a:lnTo>
                  <a:lnTo>
                    <a:pt x="1489400" y="603528"/>
                  </a:lnTo>
                  <a:lnTo>
                    <a:pt x="1528594" y="621456"/>
                  </a:lnTo>
                  <a:lnTo>
                    <a:pt x="1567789" y="639407"/>
                  </a:lnTo>
                  <a:lnTo>
                    <a:pt x="1606984" y="657374"/>
                  </a:lnTo>
                  <a:lnTo>
                    <a:pt x="1646179" y="675350"/>
                  </a:lnTo>
                  <a:lnTo>
                    <a:pt x="1685373" y="693328"/>
                  </a:lnTo>
                  <a:lnTo>
                    <a:pt x="1724568" y="711300"/>
                  </a:lnTo>
                  <a:lnTo>
                    <a:pt x="1763763" y="729260"/>
                  </a:lnTo>
                  <a:lnTo>
                    <a:pt x="1802958" y="747199"/>
                  </a:lnTo>
                  <a:lnTo>
                    <a:pt x="1842152" y="765111"/>
                  </a:lnTo>
                  <a:lnTo>
                    <a:pt x="1881347" y="782988"/>
                  </a:lnTo>
                  <a:lnTo>
                    <a:pt x="1920542" y="800824"/>
                  </a:lnTo>
                  <a:lnTo>
                    <a:pt x="1959737" y="818612"/>
                  </a:lnTo>
                  <a:lnTo>
                    <a:pt x="1998931" y="836344"/>
                  </a:lnTo>
                  <a:lnTo>
                    <a:pt x="2038126" y="854013"/>
                  </a:lnTo>
                  <a:lnTo>
                    <a:pt x="2077321" y="871614"/>
                  </a:lnTo>
                  <a:lnTo>
                    <a:pt x="2116515" y="889138"/>
                  </a:lnTo>
                  <a:lnTo>
                    <a:pt x="2155710" y="906580"/>
                  </a:lnTo>
                  <a:lnTo>
                    <a:pt x="2194905" y="923933"/>
                  </a:lnTo>
                  <a:lnTo>
                    <a:pt x="2234100" y="941191"/>
                  </a:lnTo>
                  <a:lnTo>
                    <a:pt x="2273294" y="958348"/>
                  </a:lnTo>
                  <a:lnTo>
                    <a:pt x="2312489" y="975398"/>
                  </a:lnTo>
                  <a:lnTo>
                    <a:pt x="2351684" y="992335"/>
                  </a:lnTo>
                  <a:lnTo>
                    <a:pt x="2390879" y="1009152"/>
                  </a:lnTo>
                  <a:lnTo>
                    <a:pt x="2430073" y="1025846"/>
                  </a:lnTo>
                  <a:lnTo>
                    <a:pt x="2469268" y="1042410"/>
                  </a:lnTo>
                  <a:lnTo>
                    <a:pt x="2508463" y="1058840"/>
                  </a:lnTo>
                  <a:lnTo>
                    <a:pt x="2547658" y="1075130"/>
                  </a:lnTo>
                  <a:lnTo>
                    <a:pt x="2586852" y="1091276"/>
                  </a:lnTo>
                  <a:lnTo>
                    <a:pt x="2626047" y="1107273"/>
                  </a:lnTo>
                  <a:lnTo>
                    <a:pt x="2665242" y="1123117"/>
                  </a:lnTo>
                  <a:lnTo>
                    <a:pt x="2704437" y="1138804"/>
                  </a:lnTo>
                  <a:lnTo>
                    <a:pt x="2743631" y="1154330"/>
                  </a:lnTo>
                  <a:lnTo>
                    <a:pt x="2782826" y="1169690"/>
                  </a:lnTo>
                  <a:lnTo>
                    <a:pt x="2822021" y="1184883"/>
                  </a:lnTo>
                  <a:lnTo>
                    <a:pt x="2861216" y="1199904"/>
                  </a:lnTo>
                  <a:lnTo>
                    <a:pt x="2900410" y="1214750"/>
                  </a:lnTo>
                  <a:lnTo>
                    <a:pt x="2939605" y="1229418"/>
                  </a:lnTo>
                  <a:lnTo>
                    <a:pt x="2978800" y="1243906"/>
                  </a:lnTo>
                  <a:lnTo>
                    <a:pt x="3017995" y="1258212"/>
                  </a:lnTo>
                  <a:lnTo>
                    <a:pt x="3057189" y="1272333"/>
                  </a:lnTo>
                  <a:lnTo>
                    <a:pt x="3096384" y="1286266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tx412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406520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498030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589540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4649960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2835292" y="4372931"/>
              <a:ext cx="14756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4" name="pt424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tx430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1428519" y="1165040"/>
              <a:ext cx="1769181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62802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60362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57922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5548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3730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363839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69037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016909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61582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259142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456702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5426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20794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03416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03416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12400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12073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11779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12500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21683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411779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78122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29815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27191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77728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260072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82720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59974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427564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300895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329422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295061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00394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311986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282720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294948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522866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266810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671857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40500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02464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90831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6069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522866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81725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47187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0831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93219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81744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08162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177233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92287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681583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6078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02464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28991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40510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08073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477608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17744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303132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281817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273213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81817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317195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326334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296068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416763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428478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273574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316761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294862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303132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308522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312668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417015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296231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259230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309030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312668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325979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259230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294794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428742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67870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40125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89612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393132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338213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12880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20295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91139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347241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19811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89612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11924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19811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11950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03337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423466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20328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03337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252346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132365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424000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67870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91007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252023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57847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187782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1945717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771975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197812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076242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77189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878233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1944916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76424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127361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139679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952931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94735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03037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08064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949893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2218640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57833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03037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1763517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3124163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210692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12314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79425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817509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817579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239560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677397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61720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260106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617222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74712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920821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774387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79425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47189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275053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67849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924765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47297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918317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25727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60222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25727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239914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77298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917188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383810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37632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424297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430362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402434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431924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376481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384205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437961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421488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414454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409287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376446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32374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431924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32560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430740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421087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409081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402434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424269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414481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438641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377527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274969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247056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225999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233132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274707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284445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267071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232837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377527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386912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247008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254323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276953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386593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259702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259660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267136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267378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254363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225787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267334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276651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284445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1623483" y="2620880"/>
              <a:ext cx="3899276" cy="1284274"/>
            </a:xfrm>
            <a:custGeom>
              <a:avLst/>
              <a:pathLst>
                <a:path w="3899276" h="1284274">
                  <a:moveTo>
                    <a:pt x="0" y="0"/>
                  </a:moveTo>
                  <a:lnTo>
                    <a:pt x="49357" y="14151"/>
                  </a:lnTo>
                  <a:lnTo>
                    <a:pt x="98715" y="28241"/>
                  </a:lnTo>
                  <a:lnTo>
                    <a:pt x="148073" y="42264"/>
                  </a:lnTo>
                  <a:lnTo>
                    <a:pt x="197431" y="56217"/>
                  </a:lnTo>
                  <a:lnTo>
                    <a:pt x="246789" y="70092"/>
                  </a:lnTo>
                  <a:lnTo>
                    <a:pt x="296147" y="83884"/>
                  </a:lnTo>
                  <a:lnTo>
                    <a:pt x="345505" y="97586"/>
                  </a:lnTo>
                  <a:lnTo>
                    <a:pt x="394863" y="111191"/>
                  </a:lnTo>
                  <a:lnTo>
                    <a:pt x="444221" y="124689"/>
                  </a:lnTo>
                  <a:lnTo>
                    <a:pt x="493579" y="138073"/>
                  </a:lnTo>
                  <a:lnTo>
                    <a:pt x="542937" y="151332"/>
                  </a:lnTo>
                  <a:lnTo>
                    <a:pt x="592295" y="164455"/>
                  </a:lnTo>
                  <a:lnTo>
                    <a:pt x="641653" y="177429"/>
                  </a:lnTo>
                  <a:lnTo>
                    <a:pt x="691011" y="190242"/>
                  </a:lnTo>
                  <a:lnTo>
                    <a:pt x="740368" y="202877"/>
                  </a:lnTo>
                  <a:lnTo>
                    <a:pt x="789726" y="215320"/>
                  </a:lnTo>
                  <a:lnTo>
                    <a:pt x="839084" y="227551"/>
                  </a:lnTo>
                  <a:lnTo>
                    <a:pt x="888442" y="239552"/>
                  </a:lnTo>
                  <a:lnTo>
                    <a:pt x="937800" y="251299"/>
                  </a:lnTo>
                  <a:lnTo>
                    <a:pt x="987158" y="262771"/>
                  </a:lnTo>
                  <a:lnTo>
                    <a:pt x="1036516" y="273942"/>
                  </a:lnTo>
                  <a:lnTo>
                    <a:pt x="1085874" y="284784"/>
                  </a:lnTo>
                  <a:lnTo>
                    <a:pt x="1135232" y="295268"/>
                  </a:lnTo>
                  <a:lnTo>
                    <a:pt x="1184590" y="305364"/>
                  </a:lnTo>
                  <a:lnTo>
                    <a:pt x="1233948" y="315039"/>
                  </a:lnTo>
                  <a:lnTo>
                    <a:pt x="1283306" y="324262"/>
                  </a:lnTo>
                  <a:lnTo>
                    <a:pt x="1332664" y="333000"/>
                  </a:lnTo>
                  <a:lnTo>
                    <a:pt x="1382022" y="341221"/>
                  </a:lnTo>
                  <a:lnTo>
                    <a:pt x="1431379" y="348894"/>
                  </a:lnTo>
                  <a:lnTo>
                    <a:pt x="1480737" y="355993"/>
                  </a:lnTo>
                  <a:lnTo>
                    <a:pt x="1530095" y="362492"/>
                  </a:lnTo>
                  <a:lnTo>
                    <a:pt x="1579453" y="368374"/>
                  </a:lnTo>
                  <a:lnTo>
                    <a:pt x="1628811" y="373624"/>
                  </a:lnTo>
                  <a:lnTo>
                    <a:pt x="1678169" y="378236"/>
                  </a:lnTo>
                  <a:lnTo>
                    <a:pt x="1727527" y="382210"/>
                  </a:lnTo>
                  <a:lnTo>
                    <a:pt x="1776885" y="385551"/>
                  </a:lnTo>
                  <a:lnTo>
                    <a:pt x="1826243" y="388273"/>
                  </a:lnTo>
                  <a:lnTo>
                    <a:pt x="1875601" y="390395"/>
                  </a:lnTo>
                  <a:lnTo>
                    <a:pt x="1924959" y="391939"/>
                  </a:lnTo>
                  <a:lnTo>
                    <a:pt x="1974317" y="392934"/>
                  </a:lnTo>
                  <a:lnTo>
                    <a:pt x="2023675" y="393408"/>
                  </a:lnTo>
                  <a:lnTo>
                    <a:pt x="2073033" y="393395"/>
                  </a:lnTo>
                  <a:lnTo>
                    <a:pt x="2122390" y="392926"/>
                  </a:lnTo>
                  <a:lnTo>
                    <a:pt x="2171748" y="392035"/>
                  </a:lnTo>
                  <a:lnTo>
                    <a:pt x="2221106" y="390752"/>
                  </a:lnTo>
                  <a:lnTo>
                    <a:pt x="2270464" y="389109"/>
                  </a:lnTo>
                  <a:lnTo>
                    <a:pt x="2319822" y="387135"/>
                  </a:lnTo>
                  <a:lnTo>
                    <a:pt x="2369180" y="384858"/>
                  </a:lnTo>
                  <a:lnTo>
                    <a:pt x="2418538" y="382302"/>
                  </a:lnTo>
                  <a:lnTo>
                    <a:pt x="2467896" y="379492"/>
                  </a:lnTo>
                  <a:lnTo>
                    <a:pt x="2517254" y="376450"/>
                  </a:lnTo>
                  <a:lnTo>
                    <a:pt x="2566612" y="373194"/>
                  </a:lnTo>
                  <a:lnTo>
                    <a:pt x="2615970" y="369744"/>
                  </a:lnTo>
                  <a:lnTo>
                    <a:pt x="2665328" y="366116"/>
                  </a:lnTo>
                  <a:lnTo>
                    <a:pt x="2714686" y="362324"/>
                  </a:lnTo>
                  <a:lnTo>
                    <a:pt x="2764044" y="358383"/>
                  </a:lnTo>
                  <a:lnTo>
                    <a:pt x="2813401" y="354305"/>
                  </a:lnTo>
                  <a:lnTo>
                    <a:pt x="2862759" y="350102"/>
                  </a:lnTo>
                  <a:lnTo>
                    <a:pt x="2912117" y="345782"/>
                  </a:lnTo>
                  <a:lnTo>
                    <a:pt x="2961475" y="341356"/>
                  </a:lnTo>
                  <a:lnTo>
                    <a:pt x="3010833" y="336831"/>
                  </a:lnTo>
                  <a:lnTo>
                    <a:pt x="3060191" y="332217"/>
                  </a:lnTo>
                  <a:lnTo>
                    <a:pt x="3109549" y="327518"/>
                  </a:lnTo>
                  <a:lnTo>
                    <a:pt x="3158907" y="322742"/>
                  </a:lnTo>
                  <a:lnTo>
                    <a:pt x="3208265" y="317894"/>
                  </a:lnTo>
                  <a:lnTo>
                    <a:pt x="3257623" y="312979"/>
                  </a:lnTo>
                  <a:lnTo>
                    <a:pt x="3306981" y="308002"/>
                  </a:lnTo>
                  <a:lnTo>
                    <a:pt x="3356339" y="302968"/>
                  </a:lnTo>
                  <a:lnTo>
                    <a:pt x="3405697" y="297880"/>
                  </a:lnTo>
                  <a:lnTo>
                    <a:pt x="3455055" y="292743"/>
                  </a:lnTo>
                  <a:lnTo>
                    <a:pt x="3504412" y="287558"/>
                  </a:lnTo>
                  <a:lnTo>
                    <a:pt x="3553770" y="282330"/>
                  </a:lnTo>
                  <a:lnTo>
                    <a:pt x="3603128" y="277061"/>
                  </a:lnTo>
                  <a:lnTo>
                    <a:pt x="3652486" y="271754"/>
                  </a:lnTo>
                  <a:lnTo>
                    <a:pt x="3701844" y="266411"/>
                  </a:lnTo>
                  <a:lnTo>
                    <a:pt x="3751202" y="261034"/>
                  </a:lnTo>
                  <a:lnTo>
                    <a:pt x="3800560" y="255625"/>
                  </a:lnTo>
                  <a:lnTo>
                    <a:pt x="3849918" y="250187"/>
                  </a:lnTo>
                  <a:lnTo>
                    <a:pt x="3899276" y="244720"/>
                  </a:lnTo>
                  <a:lnTo>
                    <a:pt x="3899276" y="1284274"/>
                  </a:lnTo>
                  <a:lnTo>
                    <a:pt x="3849918" y="1269637"/>
                  </a:lnTo>
                  <a:lnTo>
                    <a:pt x="3800560" y="1255029"/>
                  </a:lnTo>
                  <a:lnTo>
                    <a:pt x="3751202" y="1240451"/>
                  </a:lnTo>
                  <a:lnTo>
                    <a:pt x="3701844" y="1225904"/>
                  </a:lnTo>
                  <a:lnTo>
                    <a:pt x="3652486" y="1211391"/>
                  </a:lnTo>
                  <a:lnTo>
                    <a:pt x="3603128" y="1196914"/>
                  </a:lnTo>
                  <a:lnTo>
                    <a:pt x="3553770" y="1182476"/>
                  </a:lnTo>
                  <a:lnTo>
                    <a:pt x="3504412" y="1168078"/>
                  </a:lnTo>
                  <a:lnTo>
                    <a:pt x="3455055" y="1153724"/>
                  </a:lnTo>
                  <a:lnTo>
                    <a:pt x="3405697" y="1139416"/>
                  </a:lnTo>
                  <a:lnTo>
                    <a:pt x="3356339" y="1125159"/>
                  </a:lnTo>
                  <a:lnTo>
                    <a:pt x="3306981" y="1110955"/>
                  </a:lnTo>
                  <a:lnTo>
                    <a:pt x="3257623" y="1096808"/>
                  </a:lnTo>
                  <a:lnTo>
                    <a:pt x="3208265" y="1082724"/>
                  </a:lnTo>
                  <a:lnTo>
                    <a:pt x="3158907" y="1068706"/>
                  </a:lnTo>
                  <a:lnTo>
                    <a:pt x="3109549" y="1054760"/>
                  </a:lnTo>
                  <a:lnTo>
                    <a:pt x="3060191" y="1040892"/>
                  </a:lnTo>
                  <a:lnTo>
                    <a:pt x="3010833" y="1027107"/>
                  </a:lnTo>
                  <a:lnTo>
                    <a:pt x="2961475" y="1013413"/>
                  </a:lnTo>
                  <a:lnTo>
                    <a:pt x="2912117" y="999817"/>
                  </a:lnTo>
                  <a:lnTo>
                    <a:pt x="2862759" y="986328"/>
                  </a:lnTo>
                  <a:lnTo>
                    <a:pt x="2813401" y="972954"/>
                  </a:lnTo>
                  <a:lnTo>
                    <a:pt x="2764044" y="959707"/>
                  </a:lnTo>
                  <a:lnTo>
                    <a:pt x="2714686" y="946596"/>
                  </a:lnTo>
                  <a:lnTo>
                    <a:pt x="2665328" y="933635"/>
                  </a:lnTo>
                  <a:lnTo>
                    <a:pt x="2615970" y="920837"/>
                  </a:lnTo>
                  <a:lnTo>
                    <a:pt x="2566612" y="908217"/>
                  </a:lnTo>
                  <a:lnTo>
                    <a:pt x="2517254" y="895792"/>
                  </a:lnTo>
                  <a:lnTo>
                    <a:pt x="2467896" y="883579"/>
                  </a:lnTo>
                  <a:lnTo>
                    <a:pt x="2418538" y="871599"/>
                  </a:lnTo>
                  <a:lnTo>
                    <a:pt x="2369180" y="859874"/>
                  </a:lnTo>
                  <a:lnTo>
                    <a:pt x="2319822" y="848427"/>
                  </a:lnTo>
                  <a:lnTo>
                    <a:pt x="2270464" y="837283"/>
                  </a:lnTo>
                  <a:lnTo>
                    <a:pt x="2221106" y="826471"/>
                  </a:lnTo>
                  <a:lnTo>
                    <a:pt x="2171748" y="816019"/>
                  </a:lnTo>
                  <a:lnTo>
                    <a:pt x="2122390" y="805957"/>
                  </a:lnTo>
                  <a:lnTo>
                    <a:pt x="2073033" y="796319"/>
                  </a:lnTo>
                  <a:lnTo>
                    <a:pt x="2023675" y="787136"/>
                  </a:lnTo>
                  <a:lnTo>
                    <a:pt x="1974317" y="778440"/>
                  </a:lnTo>
                  <a:lnTo>
                    <a:pt x="1924959" y="770265"/>
                  </a:lnTo>
                  <a:lnTo>
                    <a:pt x="1875601" y="762640"/>
                  </a:lnTo>
                  <a:lnTo>
                    <a:pt x="1826243" y="755592"/>
                  </a:lnTo>
                  <a:lnTo>
                    <a:pt x="1776885" y="749144"/>
                  </a:lnTo>
                  <a:lnTo>
                    <a:pt x="1727527" y="743316"/>
                  </a:lnTo>
                  <a:lnTo>
                    <a:pt x="1678169" y="738120"/>
                  </a:lnTo>
                  <a:lnTo>
                    <a:pt x="1628811" y="733562"/>
                  </a:lnTo>
                  <a:lnTo>
                    <a:pt x="1579453" y="729642"/>
                  </a:lnTo>
                  <a:lnTo>
                    <a:pt x="1530095" y="726354"/>
                  </a:lnTo>
                  <a:lnTo>
                    <a:pt x="1480737" y="723684"/>
                  </a:lnTo>
                  <a:lnTo>
                    <a:pt x="1431379" y="721613"/>
                  </a:lnTo>
                  <a:lnTo>
                    <a:pt x="1382022" y="720116"/>
                  </a:lnTo>
                  <a:lnTo>
                    <a:pt x="1332664" y="719167"/>
                  </a:lnTo>
                  <a:lnTo>
                    <a:pt x="1283306" y="718735"/>
                  </a:lnTo>
                  <a:lnTo>
                    <a:pt x="1233948" y="718789"/>
                  </a:lnTo>
                  <a:lnTo>
                    <a:pt x="1184590" y="719295"/>
                  </a:lnTo>
                  <a:lnTo>
                    <a:pt x="1135232" y="720221"/>
                  </a:lnTo>
                  <a:lnTo>
                    <a:pt x="1085874" y="721535"/>
                  </a:lnTo>
                  <a:lnTo>
                    <a:pt x="1036516" y="723207"/>
                  </a:lnTo>
                  <a:lnTo>
                    <a:pt x="987158" y="725208"/>
                  </a:lnTo>
                  <a:lnTo>
                    <a:pt x="937800" y="727510"/>
                  </a:lnTo>
                  <a:lnTo>
                    <a:pt x="888442" y="730088"/>
                  </a:lnTo>
                  <a:lnTo>
                    <a:pt x="839084" y="732919"/>
                  </a:lnTo>
                  <a:lnTo>
                    <a:pt x="789726" y="735981"/>
                  </a:lnTo>
                  <a:lnTo>
                    <a:pt x="740368" y="739253"/>
                  </a:lnTo>
                  <a:lnTo>
                    <a:pt x="691011" y="742719"/>
                  </a:lnTo>
                  <a:lnTo>
                    <a:pt x="641653" y="746362"/>
                  </a:lnTo>
                  <a:lnTo>
                    <a:pt x="592295" y="750167"/>
                  </a:lnTo>
                  <a:lnTo>
                    <a:pt x="542937" y="754120"/>
                  </a:lnTo>
                  <a:lnTo>
                    <a:pt x="493579" y="758209"/>
                  </a:lnTo>
                  <a:lnTo>
                    <a:pt x="444221" y="762423"/>
                  </a:lnTo>
                  <a:lnTo>
                    <a:pt x="394863" y="766752"/>
                  </a:lnTo>
                  <a:lnTo>
                    <a:pt x="345505" y="771187"/>
                  </a:lnTo>
                  <a:lnTo>
                    <a:pt x="296147" y="775719"/>
                  </a:lnTo>
                  <a:lnTo>
                    <a:pt x="246789" y="780341"/>
                  </a:lnTo>
                  <a:lnTo>
                    <a:pt x="197431" y="785047"/>
                  </a:lnTo>
                  <a:lnTo>
                    <a:pt x="148073" y="789830"/>
                  </a:lnTo>
                  <a:lnTo>
                    <a:pt x="98715" y="794683"/>
                  </a:lnTo>
                  <a:lnTo>
                    <a:pt x="49357" y="799604"/>
                  </a:lnTo>
                  <a:lnTo>
                    <a:pt x="0" y="804585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623483" y="2620880"/>
              <a:ext cx="3899276" cy="393408"/>
            </a:xfrm>
            <a:custGeom>
              <a:avLst/>
              <a:pathLst>
                <a:path w="3899276" h="393408">
                  <a:moveTo>
                    <a:pt x="0" y="0"/>
                  </a:moveTo>
                  <a:lnTo>
                    <a:pt x="49357" y="14151"/>
                  </a:lnTo>
                  <a:lnTo>
                    <a:pt x="98715" y="28241"/>
                  </a:lnTo>
                  <a:lnTo>
                    <a:pt x="148073" y="42264"/>
                  </a:lnTo>
                  <a:lnTo>
                    <a:pt x="197431" y="56217"/>
                  </a:lnTo>
                  <a:lnTo>
                    <a:pt x="246789" y="70092"/>
                  </a:lnTo>
                  <a:lnTo>
                    <a:pt x="296147" y="83884"/>
                  </a:lnTo>
                  <a:lnTo>
                    <a:pt x="345505" y="97586"/>
                  </a:lnTo>
                  <a:lnTo>
                    <a:pt x="394863" y="111191"/>
                  </a:lnTo>
                  <a:lnTo>
                    <a:pt x="444221" y="124689"/>
                  </a:lnTo>
                  <a:lnTo>
                    <a:pt x="493579" y="138073"/>
                  </a:lnTo>
                  <a:lnTo>
                    <a:pt x="542937" y="151332"/>
                  </a:lnTo>
                  <a:lnTo>
                    <a:pt x="592295" y="164455"/>
                  </a:lnTo>
                  <a:lnTo>
                    <a:pt x="641653" y="177429"/>
                  </a:lnTo>
                  <a:lnTo>
                    <a:pt x="691011" y="190242"/>
                  </a:lnTo>
                  <a:lnTo>
                    <a:pt x="740368" y="202877"/>
                  </a:lnTo>
                  <a:lnTo>
                    <a:pt x="789726" y="215320"/>
                  </a:lnTo>
                  <a:lnTo>
                    <a:pt x="839084" y="227551"/>
                  </a:lnTo>
                  <a:lnTo>
                    <a:pt x="888442" y="239552"/>
                  </a:lnTo>
                  <a:lnTo>
                    <a:pt x="937800" y="251299"/>
                  </a:lnTo>
                  <a:lnTo>
                    <a:pt x="987158" y="262771"/>
                  </a:lnTo>
                  <a:lnTo>
                    <a:pt x="1036516" y="273942"/>
                  </a:lnTo>
                  <a:lnTo>
                    <a:pt x="1085874" y="284784"/>
                  </a:lnTo>
                  <a:lnTo>
                    <a:pt x="1135232" y="295268"/>
                  </a:lnTo>
                  <a:lnTo>
                    <a:pt x="1184590" y="305364"/>
                  </a:lnTo>
                  <a:lnTo>
                    <a:pt x="1233948" y="315039"/>
                  </a:lnTo>
                  <a:lnTo>
                    <a:pt x="1283306" y="324262"/>
                  </a:lnTo>
                  <a:lnTo>
                    <a:pt x="1332664" y="333000"/>
                  </a:lnTo>
                  <a:lnTo>
                    <a:pt x="1382022" y="341221"/>
                  </a:lnTo>
                  <a:lnTo>
                    <a:pt x="1431379" y="348894"/>
                  </a:lnTo>
                  <a:lnTo>
                    <a:pt x="1480737" y="355993"/>
                  </a:lnTo>
                  <a:lnTo>
                    <a:pt x="1530095" y="362492"/>
                  </a:lnTo>
                  <a:lnTo>
                    <a:pt x="1579453" y="368374"/>
                  </a:lnTo>
                  <a:lnTo>
                    <a:pt x="1628811" y="373624"/>
                  </a:lnTo>
                  <a:lnTo>
                    <a:pt x="1678169" y="378236"/>
                  </a:lnTo>
                  <a:lnTo>
                    <a:pt x="1727527" y="382210"/>
                  </a:lnTo>
                  <a:lnTo>
                    <a:pt x="1776885" y="385551"/>
                  </a:lnTo>
                  <a:lnTo>
                    <a:pt x="1826243" y="388273"/>
                  </a:lnTo>
                  <a:lnTo>
                    <a:pt x="1875601" y="390395"/>
                  </a:lnTo>
                  <a:lnTo>
                    <a:pt x="1924959" y="391939"/>
                  </a:lnTo>
                  <a:lnTo>
                    <a:pt x="1974317" y="392934"/>
                  </a:lnTo>
                  <a:lnTo>
                    <a:pt x="2023675" y="393408"/>
                  </a:lnTo>
                  <a:lnTo>
                    <a:pt x="2073033" y="393395"/>
                  </a:lnTo>
                  <a:lnTo>
                    <a:pt x="2122390" y="392926"/>
                  </a:lnTo>
                  <a:lnTo>
                    <a:pt x="2171748" y="392035"/>
                  </a:lnTo>
                  <a:lnTo>
                    <a:pt x="2221106" y="390752"/>
                  </a:lnTo>
                  <a:lnTo>
                    <a:pt x="2270464" y="389109"/>
                  </a:lnTo>
                  <a:lnTo>
                    <a:pt x="2319822" y="387135"/>
                  </a:lnTo>
                  <a:lnTo>
                    <a:pt x="2369180" y="384858"/>
                  </a:lnTo>
                  <a:lnTo>
                    <a:pt x="2418538" y="382302"/>
                  </a:lnTo>
                  <a:lnTo>
                    <a:pt x="2467896" y="379492"/>
                  </a:lnTo>
                  <a:lnTo>
                    <a:pt x="2517254" y="376450"/>
                  </a:lnTo>
                  <a:lnTo>
                    <a:pt x="2566612" y="373194"/>
                  </a:lnTo>
                  <a:lnTo>
                    <a:pt x="2615970" y="369744"/>
                  </a:lnTo>
                  <a:lnTo>
                    <a:pt x="2665328" y="366116"/>
                  </a:lnTo>
                  <a:lnTo>
                    <a:pt x="2714686" y="362324"/>
                  </a:lnTo>
                  <a:lnTo>
                    <a:pt x="2764044" y="358383"/>
                  </a:lnTo>
                  <a:lnTo>
                    <a:pt x="2813401" y="354305"/>
                  </a:lnTo>
                  <a:lnTo>
                    <a:pt x="2862759" y="350102"/>
                  </a:lnTo>
                  <a:lnTo>
                    <a:pt x="2912117" y="345782"/>
                  </a:lnTo>
                  <a:lnTo>
                    <a:pt x="2961475" y="341356"/>
                  </a:lnTo>
                  <a:lnTo>
                    <a:pt x="3010833" y="336831"/>
                  </a:lnTo>
                  <a:lnTo>
                    <a:pt x="3060191" y="332217"/>
                  </a:lnTo>
                  <a:lnTo>
                    <a:pt x="3109549" y="327518"/>
                  </a:lnTo>
                  <a:lnTo>
                    <a:pt x="3158907" y="322742"/>
                  </a:lnTo>
                  <a:lnTo>
                    <a:pt x="3208265" y="317894"/>
                  </a:lnTo>
                  <a:lnTo>
                    <a:pt x="3257623" y="312979"/>
                  </a:lnTo>
                  <a:lnTo>
                    <a:pt x="3306981" y="308002"/>
                  </a:lnTo>
                  <a:lnTo>
                    <a:pt x="3356339" y="302968"/>
                  </a:lnTo>
                  <a:lnTo>
                    <a:pt x="3405697" y="297880"/>
                  </a:lnTo>
                  <a:lnTo>
                    <a:pt x="3455055" y="292743"/>
                  </a:lnTo>
                  <a:lnTo>
                    <a:pt x="3504412" y="287558"/>
                  </a:lnTo>
                  <a:lnTo>
                    <a:pt x="3553770" y="282330"/>
                  </a:lnTo>
                  <a:lnTo>
                    <a:pt x="3603128" y="277061"/>
                  </a:lnTo>
                  <a:lnTo>
                    <a:pt x="3652486" y="271754"/>
                  </a:lnTo>
                  <a:lnTo>
                    <a:pt x="3701844" y="266411"/>
                  </a:lnTo>
                  <a:lnTo>
                    <a:pt x="3751202" y="261034"/>
                  </a:lnTo>
                  <a:lnTo>
                    <a:pt x="3800560" y="255625"/>
                  </a:lnTo>
                  <a:lnTo>
                    <a:pt x="3849918" y="250187"/>
                  </a:lnTo>
                  <a:lnTo>
                    <a:pt x="3899276" y="2447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623483" y="3339616"/>
              <a:ext cx="3899276" cy="565538"/>
            </a:xfrm>
            <a:custGeom>
              <a:avLst/>
              <a:pathLst>
                <a:path w="3899276" h="565538">
                  <a:moveTo>
                    <a:pt x="3899276" y="565538"/>
                  </a:moveTo>
                  <a:lnTo>
                    <a:pt x="3849918" y="550901"/>
                  </a:lnTo>
                  <a:lnTo>
                    <a:pt x="3800560" y="536293"/>
                  </a:lnTo>
                  <a:lnTo>
                    <a:pt x="3751202" y="521715"/>
                  </a:lnTo>
                  <a:lnTo>
                    <a:pt x="3701844" y="507168"/>
                  </a:lnTo>
                  <a:lnTo>
                    <a:pt x="3652486" y="492655"/>
                  </a:lnTo>
                  <a:lnTo>
                    <a:pt x="3603128" y="478178"/>
                  </a:lnTo>
                  <a:lnTo>
                    <a:pt x="3553770" y="463740"/>
                  </a:lnTo>
                  <a:lnTo>
                    <a:pt x="3504412" y="449342"/>
                  </a:lnTo>
                  <a:lnTo>
                    <a:pt x="3455055" y="434988"/>
                  </a:lnTo>
                  <a:lnTo>
                    <a:pt x="3405697" y="420680"/>
                  </a:lnTo>
                  <a:lnTo>
                    <a:pt x="3356339" y="406423"/>
                  </a:lnTo>
                  <a:lnTo>
                    <a:pt x="3306981" y="392219"/>
                  </a:lnTo>
                  <a:lnTo>
                    <a:pt x="3257623" y="378073"/>
                  </a:lnTo>
                  <a:lnTo>
                    <a:pt x="3208265" y="363988"/>
                  </a:lnTo>
                  <a:lnTo>
                    <a:pt x="3158907" y="349970"/>
                  </a:lnTo>
                  <a:lnTo>
                    <a:pt x="3109549" y="336024"/>
                  </a:lnTo>
                  <a:lnTo>
                    <a:pt x="3060191" y="322156"/>
                  </a:lnTo>
                  <a:lnTo>
                    <a:pt x="3010833" y="308371"/>
                  </a:lnTo>
                  <a:lnTo>
                    <a:pt x="2961475" y="294677"/>
                  </a:lnTo>
                  <a:lnTo>
                    <a:pt x="2912117" y="281081"/>
                  </a:lnTo>
                  <a:lnTo>
                    <a:pt x="2862759" y="267592"/>
                  </a:lnTo>
                  <a:lnTo>
                    <a:pt x="2813401" y="254218"/>
                  </a:lnTo>
                  <a:lnTo>
                    <a:pt x="2764044" y="240971"/>
                  </a:lnTo>
                  <a:lnTo>
                    <a:pt x="2714686" y="227860"/>
                  </a:lnTo>
                  <a:lnTo>
                    <a:pt x="2665328" y="214899"/>
                  </a:lnTo>
                  <a:lnTo>
                    <a:pt x="2615970" y="202101"/>
                  </a:lnTo>
                  <a:lnTo>
                    <a:pt x="2566612" y="189481"/>
                  </a:lnTo>
                  <a:lnTo>
                    <a:pt x="2517254" y="177056"/>
                  </a:lnTo>
                  <a:lnTo>
                    <a:pt x="2467896" y="164843"/>
                  </a:lnTo>
                  <a:lnTo>
                    <a:pt x="2418538" y="152863"/>
                  </a:lnTo>
                  <a:lnTo>
                    <a:pt x="2369180" y="141138"/>
                  </a:lnTo>
                  <a:lnTo>
                    <a:pt x="2319822" y="129691"/>
                  </a:lnTo>
                  <a:lnTo>
                    <a:pt x="2270464" y="118547"/>
                  </a:lnTo>
                  <a:lnTo>
                    <a:pt x="2221106" y="107735"/>
                  </a:lnTo>
                  <a:lnTo>
                    <a:pt x="2171748" y="97283"/>
                  </a:lnTo>
                  <a:lnTo>
                    <a:pt x="2122390" y="87221"/>
                  </a:lnTo>
                  <a:lnTo>
                    <a:pt x="2073033" y="77583"/>
                  </a:lnTo>
                  <a:lnTo>
                    <a:pt x="2023675" y="68400"/>
                  </a:lnTo>
                  <a:lnTo>
                    <a:pt x="1974317" y="59705"/>
                  </a:lnTo>
                  <a:lnTo>
                    <a:pt x="1924959" y="51529"/>
                  </a:lnTo>
                  <a:lnTo>
                    <a:pt x="1875601" y="43904"/>
                  </a:lnTo>
                  <a:lnTo>
                    <a:pt x="1826243" y="36856"/>
                  </a:lnTo>
                  <a:lnTo>
                    <a:pt x="1776885" y="30408"/>
                  </a:lnTo>
                  <a:lnTo>
                    <a:pt x="1727527" y="24580"/>
                  </a:lnTo>
                  <a:lnTo>
                    <a:pt x="1678169" y="19384"/>
                  </a:lnTo>
                  <a:lnTo>
                    <a:pt x="1628811" y="14826"/>
                  </a:lnTo>
                  <a:lnTo>
                    <a:pt x="1579453" y="10907"/>
                  </a:lnTo>
                  <a:lnTo>
                    <a:pt x="1530095" y="7618"/>
                  </a:lnTo>
                  <a:lnTo>
                    <a:pt x="1480737" y="4948"/>
                  </a:lnTo>
                  <a:lnTo>
                    <a:pt x="1431379" y="2877"/>
                  </a:lnTo>
                  <a:lnTo>
                    <a:pt x="1382022" y="1380"/>
                  </a:lnTo>
                  <a:lnTo>
                    <a:pt x="1332664" y="431"/>
                  </a:lnTo>
                  <a:lnTo>
                    <a:pt x="1283306" y="0"/>
                  </a:lnTo>
                  <a:lnTo>
                    <a:pt x="1233948" y="53"/>
                  </a:lnTo>
                  <a:lnTo>
                    <a:pt x="1184590" y="559"/>
                  </a:lnTo>
                  <a:lnTo>
                    <a:pt x="1135232" y="1485"/>
                  </a:lnTo>
                  <a:lnTo>
                    <a:pt x="1085874" y="2799"/>
                  </a:lnTo>
                  <a:lnTo>
                    <a:pt x="1036516" y="4471"/>
                  </a:lnTo>
                  <a:lnTo>
                    <a:pt x="987158" y="6472"/>
                  </a:lnTo>
                  <a:lnTo>
                    <a:pt x="937800" y="8774"/>
                  </a:lnTo>
                  <a:lnTo>
                    <a:pt x="888442" y="11352"/>
                  </a:lnTo>
                  <a:lnTo>
                    <a:pt x="839084" y="14183"/>
                  </a:lnTo>
                  <a:lnTo>
                    <a:pt x="789726" y="17245"/>
                  </a:lnTo>
                  <a:lnTo>
                    <a:pt x="740368" y="20518"/>
                  </a:lnTo>
                  <a:lnTo>
                    <a:pt x="691011" y="23983"/>
                  </a:lnTo>
                  <a:lnTo>
                    <a:pt x="641653" y="27626"/>
                  </a:lnTo>
                  <a:lnTo>
                    <a:pt x="592295" y="31431"/>
                  </a:lnTo>
                  <a:lnTo>
                    <a:pt x="542937" y="35384"/>
                  </a:lnTo>
                  <a:lnTo>
                    <a:pt x="493579" y="39473"/>
                  </a:lnTo>
                  <a:lnTo>
                    <a:pt x="444221" y="43687"/>
                  </a:lnTo>
                  <a:lnTo>
                    <a:pt x="394863" y="48016"/>
                  </a:lnTo>
                  <a:lnTo>
                    <a:pt x="345505" y="52451"/>
                  </a:lnTo>
                  <a:lnTo>
                    <a:pt x="296147" y="56983"/>
                  </a:lnTo>
                  <a:lnTo>
                    <a:pt x="246789" y="61606"/>
                  </a:lnTo>
                  <a:lnTo>
                    <a:pt x="197431" y="66311"/>
                  </a:lnTo>
                  <a:lnTo>
                    <a:pt x="148073" y="71094"/>
                  </a:lnTo>
                  <a:lnTo>
                    <a:pt x="98715" y="75948"/>
                  </a:lnTo>
                  <a:lnTo>
                    <a:pt x="49357" y="80868"/>
                  </a:lnTo>
                  <a:lnTo>
                    <a:pt x="0" y="858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623483" y="3023173"/>
              <a:ext cx="3899276" cy="362204"/>
            </a:xfrm>
            <a:custGeom>
              <a:avLst/>
              <a:pathLst>
                <a:path w="3899276" h="362204">
                  <a:moveTo>
                    <a:pt x="0" y="0"/>
                  </a:moveTo>
                  <a:lnTo>
                    <a:pt x="49357" y="4584"/>
                  </a:lnTo>
                  <a:lnTo>
                    <a:pt x="98715" y="9169"/>
                  </a:lnTo>
                  <a:lnTo>
                    <a:pt x="148073" y="13754"/>
                  </a:lnTo>
                  <a:lnTo>
                    <a:pt x="197431" y="18339"/>
                  </a:lnTo>
                  <a:lnTo>
                    <a:pt x="246789" y="22924"/>
                  </a:lnTo>
                  <a:lnTo>
                    <a:pt x="296147" y="27509"/>
                  </a:lnTo>
                  <a:lnTo>
                    <a:pt x="345505" y="32094"/>
                  </a:lnTo>
                  <a:lnTo>
                    <a:pt x="394863" y="36678"/>
                  </a:lnTo>
                  <a:lnTo>
                    <a:pt x="444221" y="41263"/>
                  </a:lnTo>
                  <a:lnTo>
                    <a:pt x="493579" y="45848"/>
                  </a:lnTo>
                  <a:lnTo>
                    <a:pt x="542937" y="50433"/>
                  </a:lnTo>
                  <a:lnTo>
                    <a:pt x="592295" y="55018"/>
                  </a:lnTo>
                  <a:lnTo>
                    <a:pt x="641653" y="59603"/>
                  </a:lnTo>
                  <a:lnTo>
                    <a:pt x="691011" y="64188"/>
                  </a:lnTo>
                  <a:lnTo>
                    <a:pt x="740368" y="68773"/>
                  </a:lnTo>
                  <a:lnTo>
                    <a:pt x="789726" y="73357"/>
                  </a:lnTo>
                  <a:lnTo>
                    <a:pt x="839084" y="77942"/>
                  </a:lnTo>
                  <a:lnTo>
                    <a:pt x="888442" y="82527"/>
                  </a:lnTo>
                  <a:lnTo>
                    <a:pt x="937800" y="87112"/>
                  </a:lnTo>
                  <a:lnTo>
                    <a:pt x="987158" y="91697"/>
                  </a:lnTo>
                  <a:lnTo>
                    <a:pt x="1036516" y="96282"/>
                  </a:lnTo>
                  <a:lnTo>
                    <a:pt x="1085874" y="100867"/>
                  </a:lnTo>
                  <a:lnTo>
                    <a:pt x="1135232" y="105451"/>
                  </a:lnTo>
                  <a:lnTo>
                    <a:pt x="1184590" y="110036"/>
                  </a:lnTo>
                  <a:lnTo>
                    <a:pt x="1233948" y="114621"/>
                  </a:lnTo>
                  <a:lnTo>
                    <a:pt x="1283306" y="119206"/>
                  </a:lnTo>
                  <a:lnTo>
                    <a:pt x="1332664" y="123791"/>
                  </a:lnTo>
                  <a:lnTo>
                    <a:pt x="1382022" y="128376"/>
                  </a:lnTo>
                  <a:lnTo>
                    <a:pt x="1431379" y="132961"/>
                  </a:lnTo>
                  <a:lnTo>
                    <a:pt x="1480737" y="137546"/>
                  </a:lnTo>
                  <a:lnTo>
                    <a:pt x="1530095" y="142130"/>
                  </a:lnTo>
                  <a:lnTo>
                    <a:pt x="1579453" y="146715"/>
                  </a:lnTo>
                  <a:lnTo>
                    <a:pt x="1628811" y="151300"/>
                  </a:lnTo>
                  <a:lnTo>
                    <a:pt x="1678169" y="155885"/>
                  </a:lnTo>
                  <a:lnTo>
                    <a:pt x="1727527" y="160470"/>
                  </a:lnTo>
                  <a:lnTo>
                    <a:pt x="1776885" y="165055"/>
                  </a:lnTo>
                  <a:lnTo>
                    <a:pt x="1826243" y="169640"/>
                  </a:lnTo>
                  <a:lnTo>
                    <a:pt x="1875601" y="174225"/>
                  </a:lnTo>
                  <a:lnTo>
                    <a:pt x="1924959" y="178809"/>
                  </a:lnTo>
                  <a:lnTo>
                    <a:pt x="1974317" y="183394"/>
                  </a:lnTo>
                  <a:lnTo>
                    <a:pt x="2023675" y="187979"/>
                  </a:lnTo>
                  <a:lnTo>
                    <a:pt x="2073033" y="192564"/>
                  </a:lnTo>
                  <a:lnTo>
                    <a:pt x="2122390" y="197149"/>
                  </a:lnTo>
                  <a:lnTo>
                    <a:pt x="2171748" y="201734"/>
                  </a:lnTo>
                  <a:lnTo>
                    <a:pt x="2221106" y="206319"/>
                  </a:lnTo>
                  <a:lnTo>
                    <a:pt x="2270464" y="210903"/>
                  </a:lnTo>
                  <a:lnTo>
                    <a:pt x="2319822" y="215488"/>
                  </a:lnTo>
                  <a:lnTo>
                    <a:pt x="2369180" y="220073"/>
                  </a:lnTo>
                  <a:lnTo>
                    <a:pt x="2418538" y="224658"/>
                  </a:lnTo>
                  <a:lnTo>
                    <a:pt x="2467896" y="229243"/>
                  </a:lnTo>
                  <a:lnTo>
                    <a:pt x="2517254" y="233828"/>
                  </a:lnTo>
                  <a:lnTo>
                    <a:pt x="2566612" y="238413"/>
                  </a:lnTo>
                  <a:lnTo>
                    <a:pt x="2615970" y="242998"/>
                  </a:lnTo>
                  <a:lnTo>
                    <a:pt x="2665328" y="247582"/>
                  </a:lnTo>
                  <a:lnTo>
                    <a:pt x="2714686" y="252167"/>
                  </a:lnTo>
                  <a:lnTo>
                    <a:pt x="2764044" y="256752"/>
                  </a:lnTo>
                  <a:lnTo>
                    <a:pt x="2813401" y="261337"/>
                  </a:lnTo>
                  <a:lnTo>
                    <a:pt x="2862759" y="265922"/>
                  </a:lnTo>
                  <a:lnTo>
                    <a:pt x="2912117" y="270507"/>
                  </a:lnTo>
                  <a:lnTo>
                    <a:pt x="2961475" y="275092"/>
                  </a:lnTo>
                  <a:lnTo>
                    <a:pt x="3010833" y="279676"/>
                  </a:lnTo>
                  <a:lnTo>
                    <a:pt x="3060191" y="284261"/>
                  </a:lnTo>
                  <a:lnTo>
                    <a:pt x="3109549" y="288846"/>
                  </a:lnTo>
                  <a:lnTo>
                    <a:pt x="3158907" y="293431"/>
                  </a:lnTo>
                  <a:lnTo>
                    <a:pt x="3208265" y="298016"/>
                  </a:lnTo>
                  <a:lnTo>
                    <a:pt x="3257623" y="302601"/>
                  </a:lnTo>
                  <a:lnTo>
                    <a:pt x="3306981" y="307186"/>
                  </a:lnTo>
                  <a:lnTo>
                    <a:pt x="3356339" y="311771"/>
                  </a:lnTo>
                  <a:lnTo>
                    <a:pt x="3405697" y="316355"/>
                  </a:lnTo>
                  <a:lnTo>
                    <a:pt x="3455055" y="320940"/>
                  </a:lnTo>
                  <a:lnTo>
                    <a:pt x="3504412" y="325525"/>
                  </a:lnTo>
                  <a:lnTo>
                    <a:pt x="3553770" y="330110"/>
                  </a:lnTo>
                  <a:lnTo>
                    <a:pt x="3603128" y="334695"/>
                  </a:lnTo>
                  <a:lnTo>
                    <a:pt x="3652486" y="339280"/>
                  </a:lnTo>
                  <a:lnTo>
                    <a:pt x="3701844" y="343865"/>
                  </a:lnTo>
                  <a:lnTo>
                    <a:pt x="3751202" y="348450"/>
                  </a:lnTo>
                  <a:lnTo>
                    <a:pt x="3800560" y="353034"/>
                  </a:lnTo>
                  <a:lnTo>
                    <a:pt x="3849918" y="357619"/>
                  </a:lnTo>
                  <a:lnTo>
                    <a:pt x="3899276" y="36220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921679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3119239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4316798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5514358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3240326" y="4372931"/>
              <a:ext cx="66559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227" name="tx227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29" name="pt229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tx231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4" name="pt234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242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1428519" y="983989"/>
              <a:ext cx="2184958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LEA Offset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75223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02766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30308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5785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3730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363839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69037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016909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6145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88994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516537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544080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571623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63979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63979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30554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29957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78270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234844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78270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21370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33754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66467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32097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30990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235159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18728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29060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364261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233632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362996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364561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62064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31774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65536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65523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364261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72878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63452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416054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65516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569132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64501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72878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42226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64095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64674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63738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60461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58379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635081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64598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64598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55727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63145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590204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54660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65516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69061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55756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59950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380828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382441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382092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203026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216252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216561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396731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380828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216486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213860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402367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382441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214445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213856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384930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218250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381457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212491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214788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384930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381457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381161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207132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215154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62868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34038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200872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361152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33812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64879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79301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167138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34038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65959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385114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365929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23889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167664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79301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165484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66712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67138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408541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336550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347306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157833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345863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62868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1924419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192072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287123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412573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410106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89352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903015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1987595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08914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401839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022349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091758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1906695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906575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412199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191454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902445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88878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172682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4013580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3990989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97243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07022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191454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741921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16854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793849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20341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192519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78455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72075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169766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31742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18825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218437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186959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64995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21097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82040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812825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31742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82083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19412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697121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73976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75121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18437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784532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219812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214931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29315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221289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234779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223062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43363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29641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28392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222600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226167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1773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31773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221694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6195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221258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226001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29903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1215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29641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225081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30293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31803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472686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173200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472959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472372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485557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474266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188197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475772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471433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484593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188197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171287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172506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475772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174692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74271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175320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73620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174618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174316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172651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174998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74858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173996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1623483" y="2791886"/>
              <a:ext cx="3899276" cy="907403"/>
            </a:xfrm>
            <a:custGeom>
              <a:avLst/>
              <a:pathLst>
                <a:path w="3899276" h="907403">
                  <a:moveTo>
                    <a:pt x="0" y="0"/>
                  </a:moveTo>
                  <a:lnTo>
                    <a:pt x="49357" y="8572"/>
                  </a:lnTo>
                  <a:lnTo>
                    <a:pt x="98715" y="17073"/>
                  </a:lnTo>
                  <a:lnTo>
                    <a:pt x="148073" y="25498"/>
                  </a:lnTo>
                  <a:lnTo>
                    <a:pt x="197431" y="33842"/>
                  </a:lnTo>
                  <a:lnTo>
                    <a:pt x="246789" y="42100"/>
                  </a:lnTo>
                  <a:lnTo>
                    <a:pt x="296147" y="50267"/>
                  </a:lnTo>
                  <a:lnTo>
                    <a:pt x="345505" y="58337"/>
                  </a:lnTo>
                  <a:lnTo>
                    <a:pt x="394863" y="66305"/>
                  </a:lnTo>
                  <a:lnTo>
                    <a:pt x="444221" y="74163"/>
                  </a:lnTo>
                  <a:lnTo>
                    <a:pt x="493579" y="81905"/>
                  </a:lnTo>
                  <a:lnTo>
                    <a:pt x="542937" y="89524"/>
                  </a:lnTo>
                  <a:lnTo>
                    <a:pt x="592295" y="97013"/>
                  </a:lnTo>
                  <a:lnTo>
                    <a:pt x="641653" y="104363"/>
                  </a:lnTo>
                  <a:lnTo>
                    <a:pt x="691011" y="111565"/>
                  </a:lnTo>
                  <a:lnTo>
                    <a:pt x="740368" y="118613"/>
                  </a:lnTo>
                  <a:lnTo>
                    <a:pt x="789726" y="125495"/>
                  </a:lnTo>
                  <a:lnTo>
                    <a:pt x="839084" y="132203"/>
                  </a:lnTo>
                  <a:lnTo>
                    <a:pt x="888442" y="138728"/>
                  </a:lnTo>
                  <a:lnTo>
                    <a:pt x="937800" y="145059"/>
                  </a:lnTo>
                  <a:lnTo>
                    <a:pt x="987158" y="151186"/>
                  </a:lnTo>
                  <a:lnTo>
                    <a:pt x="1036516" y="157100"/>
                  </a:lnTo>
                  <a:lnTo>
                    <a:pt x="1085874" y="162790"/>
                  </a:lnTo>
                  <a:lnTo>
                    <a:pt x="1135232" y="168247"/>
                  </a:lnTo>
                  <a:lnTo>
                    <a:pt x="1184590" y="173461"/>
                  </a:lnTo>
                  <a:lnTo>
                    <a:pt x="1233948" y="178423"/>
                  </a:lnTo>
                  <a:lnTo>
                    <a:pt x="1283306" y="183126"/>
                  </a:lnTo>
                  <a:lnTo>
                    <a:pt x="1332664" y="187560"/>
                  </a:lnTo>
                  <a:lnTo>
                    <a:pt x="1382022" y="191720"/>
                  </a:lnTo>
                  <a:lnTo>
                    <a:pt x="1431379" y="195600"/>
                  </a:lnTo>
                  <a:lnTo>
                    <a:pt x="1480737" y="199195"/>
                  </a:lnTo>
                  <a:lnTo>
                    <a:pt x="1530095" y="202501"/>
                  </a:lnTo>
                  <a:lnTo>
                    <a:pt x="1579453" y="205518"/>
                  </a:lnTo>
                  <a:lnTo>
                    <a:pt x="1628811" y="208245"/>
                  </a:lnTo>
                  <a:lnTo>
                    <a:pt x="1678169" y="210682"/>
                  </a:lnTo>
                  <a:lnTo>
                    <a:pt x="1727527" y="212831"/>
                  </a:lnTo>
                  <a:lnTo>
                    <a:pt x="1776885" y="214697"/>
                  </a:lnTo>
                  <a:lnTo>
                    <a:pt x="1826243" y="216284"/>
                  </a:lnTo>
                  <a:lnTo>
                    <a:pt x="1875601" y="217598"/>
                  </a:lnTo>
                  <a:lnTo>
                    <a:pt x="1924959" y="218645"/>
                  </a:lnTo>
                  <a:lnTo>
                    <a:pt x="1974317" y="219435"/>
                  </a:lnTo>
                  <a:lnTo>
                    <a:pt x="2023675" y="219975"/>
                  </a:lnTo>
                  <a:lnTo>
                    <a:pt x="2073033" y="220275"/>
                  </a:lnTo>
                  <a:lnTo>
                    <a:pt x="2122390" y="220344"/>
                  </a:lnTo>
                  <a:lnTo>
                    <a:pt x="2171748" y="220191"/>
                  </a:lnTo>
                  <a:lnTo>
                    <a:pt x="2221106" y="219828"/>
                  </a:lnTo>
                  <a:lnTo>
                    <a:pt x="2270464" y="219263"/>
                  </a:lnTo>
                  <a:lnTo>
                    <a:pt x="2319822" y="218507"/>
                  </a:lnTo>
                  <a:lnTo>
                    <a:pt x="2369180" y="217570"/>
                  </a:lnTo>
                  <a:lnTo>
                    <a:pt x="2418538" y="216462"/>
                  </a:lnTo>
                  <a:lnTo>
                    <a:pt x="2467896" y="215190"/>
                  </a:lnTo>
                  <a:lnTo>
                    <a:pt x="2517254" y="213765"/>
                  </a:lnTo>
                  <a:lnTo>
                    <a:pt x="2566612" y="212196"/>
                  </a:lnTo>
                  <a:lnTo>
                    <a:pt x="2615970" y="210489"/>
                  </a:lnTo>
                  <a:lnTo>
                    <a:pt x="2665328" y="208654"/>
                  </a:lnTo>
                  <a:lnTo>
                    <a:pt x="2714686" y="206698"/>
                  </a:lnTo>
                  <a:lnTo>
                    <a:pt x="2764044" y="204627"/>
                  </a:lnTo>
                  <a:lnTo>
                    <a:pt x="2813401" y="202449"/>
                  </a:lnTo>
                  <a:lnTo>
                    <a:pt x="2862759" y="200169"/>
                  </a:lnTo>
                  <a:lnTo>
                    <a:pt x="2912117" y="197794"/>
                  </a:lnTo>
                  <a:lnTo>
                    <a:pt x="2961475" y="195329"/>
                  </a:lnTo>
                  <a:lnTo>
                    <a:pt x="3010833" y="192780"/>
                  </a:lnTo>
                  <a:lnTo>
                    <a:pt x="3060191" y="190151"/>
                  </a:lnTo>
                  <a:lnTo>
                    <a:pt x="3109549" y="187447"/>
                  </a:lnTo>
                  <a:lnTo>
                    <a:pt x="3158907" y="184672"/>
                  </a:lnTo>
                  <a:lnTo>
                    <a:pt x="3208265" y="181830"/>
                  </a:lnTo>
                  <a:lnTo>
                    <a:pt x="3257623" y="178926"/>
                  </a:lnTo>
                  <a:lnTo>
                    <a:pt x="3306981" y="175962"/>
                  </a:lnTo>
                  <a:lnTo>
                    <a:pt x="3356339" y="172942"/>
                  </a:lnTo>
                  <a:lnTo>
                    <a:pt x="3405697" y="169868"/>
                  </a:lnTo>
                  <a:lnTo>
                    <a:pt x="3455055" y="166745"/>
                  </a:lnTo>
                  <a:lnTo>
                    <a:pt x="3504412" y="163574"/>
                  </a:lnTo>
                  <a:lnTo>
                    <a:pt x="3553770" y="160358"/>
                  </a:lnTo>
                  <a:lnTo>
                    <a:pt x="3603128" y="157100"/>
                  </a:lnTo>
                  <a:lnTo>
                    <a:pt x="3652486" y="153801"/>
                  </a:lnTo>
                  <a:lnTo>
                    <a:pt x="3701844" y="150464"/>
                  </a:lnTo>
                  <a:lnTo>
                    <a:pt x="3751202" y="147091"/>
                  </a:lnTo>
                  <a:lnTo>
                    <a:pt x="3800560" y="143683"/>
                  </a:lnTo>
                  <a:lnTo>
                    <a:pt x="3849918" y="140243"/>
                  </a:lnTo>
                  <a:lnTo>
                    <a:pt x="3899276" y="136771"/>
                  </a:lnTo>
                  <a:lnTo>
                    <a:pt x="3899276" y="907403"/>
                  </a:lnTo>
                  <a:lnTo>
                    <a:pt x="3849918" y="898117"/>
                  </a:lnTo>
                  <a:lnTo>
                    <a:pt x="3800560" y="888862"/>
                  </a:lnTo>
                  <a:lnTo>
                    <a:pt x="3751202" y="879639"/>
                  </a:lnTo>
                  <a:lnTo>
                    <a:pt x="3701844" y="870451"/>
                  </a:lnTo>
                  <a:lnTo>
                    <a:pt x="3652486" y="861299"/>
                  </a:lnTo>
                  <a:lnTo>
                    <a:pt x="3603128" y="852185"/>
                  </a:lnTo>
                  <a:lnTo>
                    <a:pt x="3553770" y="843111"/>
                  </a:lnTo>
                  <a:lnTo>
                    <a:pt x="3504412" y="834081"/>
                  </a:lnTo>
                  <a:lnTo>
                    <a:pt x="3455055" y="825095"/>
                  </a:lnTo>
                  <a:lnTo>
                    <a:pt x="3405697" y="816156"/>
                  </a:lnTo>
                  <a:lnTo>
                    <a:pt x="3356339" y="807268"/>
                  </a:lnTo>
                  <a:lnTo>
                    <a:pt x="3306981" y="798433"/>
                  </a:lnTo>
                  <a:lnTo>
                    <a:pt x="3257623" y="789654"/>
                  </a:lnTo>
                  <a:lnTo>
                    <a:pt x="3208265" y="780934"/>
                  </a:lnTo>
                  <a:lnTo>
                    <a:pt x="3158907" y="772277"/>
                  </a:lnTo>
                  <a:lnTo>
                    <a:pt x="3109549" y="763687"/>
                  </a:lnTo>
                  <a:lnTo>
                    <a:pt x="3060191" y="755168"/>
                  </a:lnTo>
                  <a:lnTo>
                    <a:pt x="3010833" y="746724"/>
                  </a:lnTo>
                  <a:lnTo>
                    <a:pt x="2961475" y="738360"/>
                  </a:lnTo>
                  <a:lnTo>
                    <a:pt x="2912117" y="730080"/>
                  </a:lnTo>
                  <a:lnTo>
                    <a:pt x="2862759" y="721890"/>
                  </a:lnTo>
                  <a:lnTo>
                    <a:pt x="2813401" y="713795"/>
                  </a:lnTo>
                  <a:lnTo>
                    <a:pt x="2764044" y="705802"/>
                  </a:lnTo>
                  <a:lnTo>
                    <a:pt x="2714686" y="697916"/>
                  </a:lnTo>
                  <a:lnTo>
                    <a:pt x="2665328" y="690145"/>
                  </a:lnTo>
                  <a:lnTo>
                    <a:pt x="2615970" y="682495"/>
                  </a:lnTo>
                  <a:lnTo>
                    <a:pt x="2566612" y="674973"/>
                  </a:lnTo>
                  <a:lnTo>
                    <a:pt x="2517254" y="667588"/>
                  </a:lnTo>
                  <a:lnTo>
                    <a:pt x="2467896" y="660348"/>
                  </a:lnTo>
                  <a:lnTo>
                    <a:pt x="2418538" y="653262"/>
                  </a:lnTo>
                  <a:lnTo>
                    <a:pt x="2369180" y="646338"/>
                  </a:lnTo>
                  <a:lnTo>
                    <a:pt x="2319822" y="639586"/>
                  </a:lnTo>
                  <a:lnTo>
                    <a:pt x="2270464" y="633015"/>
                  </a:lnTo>
                  <a:lnTo>
                    <a:pt x="2221106" y="626636"/>
                  </a:lnTo>
                  <a:lnTo>
                    <a:pt x="2171748" y="620457"/>
                  </a:lnTo>
                  <a:lnTo>
                    <a:pt x="2122390" y="614490"/>
                  </a:lnTo>
                  <a:lnTo>
                    <a:pt x="2073033" y="608743"/>
                  </a:lnTo>
                  <a:lnTo>
                    <a:pt x="2023675" y="603228"/>
                  </a:lnTo>
                  <a:lnTo>
                    <a:pt x="1974317" y="597953"/>
                  </a:lnTo>
                  <a:lnTo>
                    <a:pt x="1924959" y="592928"/>
                  </a:lnTo>
                  <a:lnTo>
                    <a:pt x="1875601" y="588161"/>
                  </a:lnTo>
                  <a:lnTo>
                    <a:pt x="1826243" y="583659"/>
                  </a:lnTo>
                  <a:lnTo>
                    <a:pt x="1776885" y="579431"/>
                  </a:lnTo>
                  <a:lnTo>
                    <a:pt x="1727527" y="575482"/>
                  </a:lnTo>
                  <a:lnTo>
                    <a:pt x="1678169" y="571816"/>
                  </a:lnTo>
                  <a:lnTo>
                    <a:pt x="1628811" y="568438"/>
                  </a:lnTo>
                  <a:lnTo>
                    <a:pt x="1579453" y="565350"/>
                  </a:lnTo>
                  <a:lnTo>
                    <a:pt x="1530095" y="562551"/>
                  </a:lnTo>
                  <a:lnTo>
                    <a:pt x="1480737" y="560043"/>
                  </a:lnTo>
                  <a:lnTo>
                    <a:pt x="1431379" y="557823"/>
                  </a:lnTo>
                  <a:lnTo>
                    <a:pt x="1382022" y="555888"/>
                  </a:lnTo>
                  <a:lnTo>
                    <a:pt x="1332664" y="554233"/>
                  </a:lnTo>
                  <a:lnTo>
                    <a:pt x="1283306" y="552852"/>
                  </a:lnTo>
                  <a:lnTo>
                    <a:pt x="1233948" y="551739"/>
                  </a:lnTo>
                  <a:lnTo>
                    <a:pt x="1184590" y="550886"/>
                  </a:lnTo>
                  <a:lnTo>
                    <a:pt x="1135232" y="550286"/>
                  </a:lnTo>
                  <a:lnTo>
                    <a:pt x="1085874" y="549927"/>
                  </a:lnTo>
                  <a:lnTo>
                    <a:pt x="1036516" y="549803"/>
                  </a:lnTo>
                  <a:lnTo>
                    <a:pt x="987158" y="549901"/>
                  </a:lnTo>
                  <a:lnTo>
                    <a:pt x="937800" y="550214"/>
                  </a:lnTo>
                  <a:lnTo>
                    <a:pt x="888442" y="550730"/>
                  </a:lnTo>
                  <a:lnTo>
                    <a:pt x="839084" y="551439"/>
                  </a:lnTo>
                  <a:lnTo>
                    <a:pt x="789726" y="552332"/>
                  </a:lnTo>
                  <a:lnTo>
                    <a:pt x="740368" y="553400"/>
                  </a:lnTo>
                  <a:lnTo>
                    <a:pt x="691011" y="554632"/>
                  </a:lnTo>
                  <a:lnTo>
                    <a:pt x="641653" y="556019"/>
                  </a:lnTo>
                  <a:lnTo>
                    <a:pt x="592295" y="557554"/>
                  </a:lnTo>
                  <a:lnTo>
                    <a:pt x="542937" y="559228"/>
                  </a:lnTo>
                  <a:lnTo>
                    <a:pt x="493579" y="561032"/>
                  </a:lnTo>
                  <a:lnTo>
                    <a:pt x="444221" y="562959"/>
                  </a:lnTo>
                  <a:lnTo>
                    <a:pt x="394863" y="565002"/>
                  </a:lnTo>
                  <a:lnTo>
                    <a:pt x="345505" y="567154"/>
                  </a:lnTo>
                  <a:lnTo>
                    <a:pt x="296147" y="569409"/>
                  </a:lnTo>
                  <a:lnTo>
                    <a:pt x="246789" y="571761"/>
                  </a:lnTo>
                  <a:lnTo>
                    <a:pt x="197431" y="574205"/>
                  </a:lnTo>
                  <a:lnTo>
                    <a:pt x="148073" y="576733"/>
                  </a:lnTo>
                  <a:lnTo>
                    <a:pt x="98715" y="579343"/>
                  </a:lnTo>
                  <a:lnTo>
                    <a:pt x="49357" y="582029"/>
                  </a:lnTo>
                  <a:lnTo>
                    <a:pt x="0" y="58478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623483" y="2791886"/>
              <a:ext cx="3899276" cy="220344"/>
            </a:xfrm>
            <a:custGeom>
              <a:avLst/>
              <a:pathLst>
                <a:path w="3899276" h="220344">
                  <a:moveTo>
                    <a:pt x="0" y="0"/>
                  </a:moveTo>
                  <a:lnTo>
                    <a:pt x="49357" y="8572"/>
                  </a:lnTo>
                  <a:lnTo>
                    <a:pt x="98715" y="17073"/>
                  </a:lnTo>
                  <a:lnTo>
                    <a:pt x="148073" y="25498"/>
                  </a:lnTo>
                  <a:lnTo>
                    <a:pt x="197431" y="33842"/>
                  </a:lnTo>
                  <a:lnTo>
                    <a:pt x="246789" y="42100"/>
                  </a:lnTo>
                  <a:lnTo>
                    <a:pt x="296147" y="50267"/>
                  </a:lnTo>
                  <a:lnTo>
                    <a:pt x="345505" y="58337"/>
                  </a:lnTo>
                  <a:lnTo>
                    <a:pt x="394863" y="66305"/>
                  </a:lnTo>
                  <a:lnTo>
                    <a:pt x="444221" y="74163"/>
                  </a:lnTo>
                  <a:lnTo>
                    <a:pt x="493579" y="81905"/>
                  </a:lnTo>
                  <a:lnTo>
                    <a:pt x="542937" y="89524"/>
                  </a:lnTo>
                  <a:lnTo>
                    <a:pt x="592295" y="97013"/>
                  </a:lnTo>
                  <a:lnTo>
                    <a:pt x="641653" y="104363"/>
                  </a:lnTo>
                  <a:lnTo>
                    <a:pt x="691011" y="111565"/>
                  </a:lnTo>
                  <a:lnTo>
                    <a:pt x="740368" y="118613"/>
                  </a:lnTo>
                  <a:lnTo>
                    <a:pt x="789726" y="125495"/>
                  </a:lnTo>
                  <a:lnTo>
                    <a:pt x="839084" y="132203"/>
                  </a:lnTo>
                  <a:lnTo>
                    <a:pt x="888442" y="138728"/>
                  </a:lnTo>
                  <a:lnTo>
                    <a:pt x="937800" y="145059"/>
                  </a:lnTo>
                  <a:lnTo>
                    <a:pt x="987158" y="151186"/>
                  </a:lnTo>
                  <a:lnTo>
                    <a:pt x="1036516" y="157100"/>
                  </a:lnTo>
                  <a:lnTo>
                    <a:pt x="1085874" y="162790"/>
                  </a:lnTo>
                  <a:lnTo>
                    <a:pt x="1135232" y="168247"/>
                  </a:lnTo>
                  <a:lnTo>
                    <a:pt x="1184590" y="173461"/>
                  </a:lnTo>
                  <a:lnTo>
                    <a:pt x="1233948" y="178423"/>
                  </a:lnTo>
                  <a:lnTo>
                    <a:pt x="1283306" y="183126"/>
                  </a:lnTo>
                  <a:lnTo>
                    <a:pt x="1332664" y="187560"/>
                  </a:lnTo>
                  <a:lnTo>
                    <a:pt x="1382022" y="191720"/>
                  </a:lnTo>
                  <a:lnTo>
                    <a:pt x="1431379" y="195600"/>
                  </a:lnTo>
                  <a:lnTo>
                    <a:pt x="1480737" y="199195"/>
                  </a:lnTo>
                  <a:lnTo>
                    <a:pt x="1530095" y="202501"/>
                  </a:lnTo>
                  <a:lnTo>
                    <a:pt x="1579453" y="205518"/>
                  </a:lnTo>
                  <a:lnTo>
                    <a:pt x="1628811" y="208245"/>
                  </a:lnTo>
                  <a:lnTo>
                    <a:pt x="1678169" y="210682"/>
                  </a:lnTo>
                  <a:lnTo>
                    <a:pt x="1727527" y="212831"/>
                  </a:lnTo>
                  <a:lnTo>
                    <a:pt x="1776885" y="214697"/>
                  </a:lnTo>
                  <a:lnTo>
                    <a:pt x="1826243" y="216284"/>
                  </a:lnTo>
                  <a:lnTo>
                    <a:pt x="1875601" y="217598"/>
                  </a:lnTo>
                  <a:lnTo>
                    <a:pt x="1924959" y="218645"/>
                  </a:lnTo>
                  <a:lnTo>
                    <a:pt x="1974317" y="219435"/>
                  </a:lnTo>
                  <a:lnTo>
                    <a:pt x="2023675" y="219975"/>
                  </a:lnTo>
                  <a:lnTo>
                    <a:pt x="2073033" y="220275"/>
                  </a:lnTo>
                  <a:lnTo>
                    <a:pt x="2122390" y="220344"/>
                  </a:lnTo>
                  <a:lnTo>
                    <a:pt x="2171748" y="220191"/>
                  </a:lnTo>
                  <a:lnTo>
                    <a:pt x="2221106" y="219828"/>
                  </a:lnTo>
                  <a:lnTo>
                    <a:pt x="2270464" y="219263"/>
                  </a:lnTo>
                  <a:lnTo>
                    <a:pt x="2319822" y="218507"/>
                  </a:lnTo>
                  <a:lnTo>
                    <a:pt x="2369180" y="217570"/>
                  </a:lnTo>
                  <a:lnTo>
                    <a:pt x="2418538" y="216462"/>
                  </a:lnTo>
                  <a:lnTo>
                    <a:pt x="2467896" y="215190"/>
                  </a:lnTo>
                  <a:lnTo>
                    <a:pt x="2517254" y="213765"/>
                  </a:lnTo>
                  <a:lnTo>
                    <a:pt x="2566612" y="212196"/>
                  </a:lnTo>
                  <a:lnTo>
                    <a:pt x="2615970" y="210489"/>
                  </a:lnTo>
                  <a:lnTo>
                    <a:pt x="2665328" y="208654"/>
                  </a:lnTo>
                  <a:lnTo>
                    <a:pt x="2714686" y="206698"/>
                  </a:lnTo>
                  <a:lnTo>
                    <a:pt x="2764044" y="204627"/>
                  </a:lnTo>
                  <a:lnTo>
                    <a:pt x="2813401" y="202449"/>
                  </a:lnTo>
                  <a:lnTo>
                    <a:pt x="2862759" y="200169"/>
                  </a:lnTo>
                  <a:lnTo>
                    <a:pt x="2912117" y="197794"/>
                  </a:lnTo>
                  <a:lnTo>
                    <a:pt x="2961475" y="195329"/>
                  </a:lnTo>
                  <a:lnTo>
                    <a:pt x="3010833" y="192780"/>
                  </a:lnTo>
                  <a:lnTo>
                    <a:pt x="3060191" y="190151"/>
                  </a:lnTo>
                  <a:lnTo>
                    <a:pt x="3109549" y="187447"/>
                  </a:lnTo>
                  <a:lnTo>
                    <a:pt x="3158907" y="184672"/>
                  </a:lnTo>
                  <a:lnTo>
                    <a:pt x="3208265" y="181830"/>
                  </a:lnTo>
                  <a:lnTo>
                    <a:pt x="3257623" y="178926"/>
                  </a:lnTo>
                  <a:lnTo>
                    <a:pt x="3306981" y="175962"/>
                  </a:lnTo>
                  <a:lnTo>
                    <a:pt x="3356339" y="172942"/>
                  </a:lnTo>
                  <a:lnTo>
                    <a:pt x="3405697" y="169868"/>
                  </a:lnTo>
                  <a:lnTo>
                    <a:pt x="3455055" y="166745"/>
                  </a:lnTo>
                  <a:lnTo>
                    <a:pt x="3504412" y="163574"/>
                  </a:lnTo>
                  <a:lnTo>
                    <a:pt x="3553770" y="160358"/>
                  </a:lnTo>
                  <a:lnTo>
                    <a:pt x="3603128" y="157100"/>
                  </a:lnTo>
                  <a:lnTo>
                    <a:pt x="3652486" y="153801"/>
                  </a:lnTo>
                  <a:lnTo>
                    <a:pt x="3701844" y="150464"/>
                  </a:lnTo>
                  <a:lnTo>
                    <a:pt x="3751202" y="147091"/>
                  </a:lnTo>
                  <a:lnTo>
                    <a:pt x="3800560" y="143683"/>
                  </a:lnTo>
                  <a:lnTo>
                    <a:pt x="3849918" y="140243"/>
                  </a:lnTo>
                  <a:lnTo>
                    <a:pt x="3899276" y="1367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623483" y="3341689"/>
              <a:ext cx="3899276" cy="357600"/>
            </a:xfrm>
            <a:custGeom>
              <a:avLst/>
              <a:pathLst>
                <a:path w="3899276" h="357600">
                  <a:moveTo>
                    <a:pt x="3899276" y="357600"/>
                  </a:moveTo>
                  <a:lnTo>
                    <a:pt x="3849918" y="348314"/>
                  </a:lnTo>
                  <a:lnTo>
                    <a:pt x="3800560" y="339058"/>
                  </a:lnTo>
                  <a:lnTo>
                    <a:pt x="3751202" y="329836"/>
                  </a:lnTo>
                  <a:lnTo>
                    <a:pt x="3701844" y="320647"/>
                  </a:lnTo>
                  <a:lnTo>
                    <a:pt x="3652486" y="311495"/>
                  </a:lnTo>
                  <a:lnTo>
                    <a:pt x="3603128" y="302382"/>
                  </a:lnTo>
                  <a:lnTo>
                    <a:pt x="3553770" y="293308"/>
                  </a:lnTo>
                  <a:lnTo>
                    <a:pt x="3504412" y="284277"/>
                  </a:lnTo>
                  <a:lnTo>
                    <a:pt x="3455055" y="275292"/>
                  </a:lnTo>
                  <a:lnTo>
                    <a:pt x="3405697" y="266353"/>
                  </a:lnTo>
                  <a:lnTo>
                    <a:pt x="3356339" y="257465"/>
                  </a:lnTo>
                  <a:lnTo>
                    <a:pt x="3306981" y="248630"/>
                  </a:lnTo>
                  <a:lnTo>
                    <a:pt x="3257623" y="239850"/>
                  </a:lnTo>
                  <a:lnTo>
                    <a:pt x="3208265" y="231131"/>
                  </a:lnTo>
                  <a:lnTo>
                    <a:pt x="3158907" y="222474"/>
                  </a:lnTo>
                  <a:lnTo>
                    <a:pt x="3109549" y="213884"/>
                  </a:lnTo>
                  <a:lnTo>
                    <a:pt x="3060191" y="205365"/>
                  </a:lnTo>
                  <a:lnTo>
                    <a:pt x="3010833" y="196921"/>
                  </a:lnTo>
                  <a:lnTo>
                    <a:pt x="2961475" y="188557"/>
                  </a:lnTo>
                  <a:lnTo>
                    <a:pt x="2912117" y="180277"/>
                  </a:lnTo>
                  <a:lnTo>
                    <a:pt x="2862759" y="172087"/>
                  </a:lnTo>
                  <a:lnTo>
                    <a:pt x="2813401" y="163992"/>
                  </a:lnTo>
                  <a:lnTo>
                    <a:pt x="2764044" y="155999"/>
                  </a:lnTo>
                  <a:lnTo>
                    <a:pt x="2714686" y="148113"/>
                  </a:lnTo>
                  <a:lnTo>
                    <a:pt x="2665328" y="140342"/>
                  </a:lnTo>
                  <a:lnTo>
                    <a:pt x="2615970" y="132691"/>
                  </a:lnTo>
                  <a:lnTo>
                    <a:pt x="2566612" y="125170"/>
                  </a:lnTo>
                  <a:lnTo>
                    <a:pt x="2517254" y="117785"/>
                  </a:lnTo>
                  <a:lnTo>
                    <a:pt x="2467896" y="110545"/>
                  </a:lnTo>
                  <a:lnTo>
                    <a:pt x="2418538" y="103459"/>
                  </a:lnTo>
                  <a:lnTo>
                    <a:pt x="2369180" y="96535"/>
                  </a:lnTo>
                  <a:lnTo>
                    <a:pt x="2319822" y="89783"/>
                  </a:lnTo>
                  <a:lnTo>
                    <a:pt x="2270464" y="83212"/>
                  </a:lnTo>
                  <a:lnTo>
                    <a:pt x="2221106" y="76833"/>
                  </a:lnTo>
                  <a:lnTo>
                    <a:pt x="2171748" y="70654"/>
                  </a:lnTo>
                  <a:lnTo>
                    <a:pt x="2122390" y="64687"/>
                  </a:lnTo>
                  <a:lnTo>
                    <a:pt x="2073033" y="58940"/>
                  </a:lnTo>
                  <a:lnTo>
                    <a:pt x="2023675" y="53425"/>
                  </a:lnTo>
                  <a:lnTo>
                    <a:pt x="1974317" y="48150"/>
                  </a:lnTo>
                  <a:lnTo>
                    <a:pt x="1924959" y="43125"/>
                  </a:lnTo>
                  <a:lnTo>
                    <a:pt x="1875601" y="38357"/>
                  </a:lnTo>
                  <a:lnTo>
                    <a:pt x="1826243" y="33856"/>
                  </a:lnTo>
                  <a:lnTo>
                    <a:pt x="1776885" y="29628"/>
                  </a:lnTo>
                  <a:lnTo>
                    <a:pt x="1727527" y="25679"/>
                  </a:lnTo>
                  <a:lnTo>
                    <a:pt x="1678169" y="22013"/>
                  </a:lnTo>
                  <a:lnTo>
                    <a:pt x="1628811" y="18635"/>
                  </a:lnTo>
                  <a:lnTo>
                    <a:pt x="1579453" y="15546"/>
                  </a:lnTo>
                  <a:lnTo>
                    <a:pt x="1530095" y="12748"/>
                  </a:lnTo>
                  <a:lnTo>
                    <a:pt x="1480737" y="10240"/>
                  </a:lnTo>
                  <a:lnTo>
                    <a:pt x="1431379" y="8020"/>
                  </a:lnTo>
                  <a:lnTo>
                    <a:pt x="1382022" y="6085"/>
                  </a:lnTo>
                  <a:lnTo>
                    <a:pt x="1332664" y="4429"/>
                  </a:lnTo>
                  <a:lnTo>
                    <a:pt x="1283306" y="3049"/>
                  </a:lnTo>
                  <a:lnTo>
                    <a:pt x="1233948" y="1936"/>
                  </a:lnTo>
                  <a:lnTo>
                    <a:pt x="1184590" y="1083"/>
                  </a:lnTo>
                  <a:lnTo>
                    <a:pt x="1135232" y="482"/>
                  </a:lnTo>
                  <a:lnTo>
                    <a:pt x="1085874" y="124"/>
                  </a:lnTo>
                  <a:lnTo>
                    <a:pt x="1036516" y="0"/>
                  </a:lnTo>
                  <a:lnTo>
                    <a:pt x="987158" y="98"/>
                  </a:lnTo>
                  <a:lnTo>
                    <a:pt x="937800" y="411"/>
                  </a:lnTo>
                  <a:lnTo>
                    <a:pt x="888442" y="926"/>
                  </a:lnTo>
                  <a:lnTo>
                    <a:pt x="839084" y="1636"/>
                  </a:lnTo>
                  <a:lnTo>
                    <a:pt x="789726" y="2529"/>
                  </a:lnTo>
                  <a:lnTo>
                    <a:pt x="740368" y="3596"/>
                  </a:lnTo>
                  <a:lnTo>
                    <a:pt x="691011" y="4829"/>
                  </a:lnTo>
                  <a:lnTo>
                    <a:pt x="641653" y="6216"/>
                  </a:lnTo>
                  <a:lnTo>
                    <a:pt x="592295" y="7751"/>
                  </a:lnTo>
                  <a:lnTo>
                    <a:pt x="542937" y="9424"/>
                  </a:lnTo>
                  <a:lnTo>
                    <a:pt x="493579" y="11229"/>
                  </a:lnTo>
                  <a:lnTo>
                    <a:pt x="444221" y="13156"/>
                  </a:lnTo>
                  <a:lnTo>
                    <a:pt x="394863" y="15199"/>
                  </a:lnTo>
                  <a:lnTo>
                    <a:pt x="345505" y="17351"/>
                  </a:lnTo>
                  <a:lnTo>
                    <a:pt x="296147" y="19606"/>
                  </a:lnTo>
                  <a:lnTo>
                    <a:pt x="246789" y="21958"/>
                  </a:lnTo>
                  <a:lnTo>
                    <a:pt x="197431" y="24401"/>
                  </a:lnTo>
                  <a:lnTo>
                    <a:pt x="148073" y="26930"/>
                  </a:lnTo>
                  <a:lnTo>
                    <a:pt x="98715" y="29540"/>
                  </a:lnTo>
                  <a:lnTo>
                    <a:pt x="49357" y="32226"/>
                  </a:lnTo>
                  <a:lnTo>
                    <a:pt x="0" y="349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1623483" y="3084279"/>
              <a:ext cx="3899276" cy="229694"/>
            </a:xfrm>
            <a:custGeom>
              <a:avLst/>
              <a:pathLst>
                <a:path w="3899276" h="229694">
                  <a:moveTo>
                    <a:pt x="0" y="0"/>
                  </a:moveTo>
                  <a:lnTo>
                    <a:pt x="49357" y="2907"/>
                  </a:lnTo>
                  <a:lnTo>
                    <a:pt x="98715" y="5815"/>
                  </a:lnTo>
                  <a:lnTo>
                    <a:pt x="148073" y="8722"/>
                  </a:lnTo>
                  <a:lnTo>
                    <a:pt x="197431" y="11630"/>
                  </a:lnTo>
                  <a:lnTo>
                    <a:pt x="246789" y="14537"/>
                  </a:lnTo>
                  <a:lnTo>
                    <a:pt x="296147" y="17445"/>
                  </a:lnTo>
                  <a:lnTo>
                    <a:pt x="345505" y="20352"/>
                  </a:lnTo>
                  <a:lnTo>
                    <a:pt x="394863" y="23260"/>
                  </a:lnTo>
                  <a:lnTo>
                    <a:pt x="444221" y="26167"/>
                  </a:lnTo>
                  <a:lnTo>
                    <a:pt x="493579" y="29075"/>
                  </a:lnTo>
                  <a:lnTo>
                    <a:pt x="542937" y="31982"/>
                  </a:lnTo>
                  <a:lnTo>
                    <a:pt x="592295" y="34890"/>
                  </a:lnTo>
                  <a:lnTo>
                    <a:pt x="641653" y="37797"/>
                  </a:lnTo>
                  <a:lnTo>
                    <a:pt x="691011" y="40705"/>
                  </a:lnTo>
                  <a:lnTo>
                    <a:pt x="740368" y="43612"/>
                  </a:lnTo>
                  <a:lnTo>
                    <a:pt x="789726" y="46520"/>
                  </a:lnTo>
                  <a:lnTo>
                    <a:pt x="839084" y="49427"/>
                  </a:lnTo>
                  <a:lnTo>
                    <a:pt x="888442" y="52335"/>
                  </a:lnTo>
                  <a:lnTo>
                    <a:pt x="937800" y="55242"/>
                  </a:lnTo>
                  <a:lnTo>
                    <a:pt x="987158" y="58150"/>
                  </a:lnTo>
                  <a:lnTo>
                    <a:pt x="1036516" y="61057"/>
                  </a:lnTo>
                  <a:lnTo>
                    <a:pt x="1085874" y="63965"/>
                  </a:lnTo>
                  <a:lnTo>
                    <a:pt x="1135232" y="66873"/>
                  </a:lnTo>
                  <a:lnTo>
                    <a:pt x="1184590" y="69780"/>
                  </a:lnTo>
                  <a:lnTo>
                    <a:pt x="1233948" y="72688"/>
                  </a:lnTo>
                  <a:lnTo>
                    <a:pt x="1283306" y="75595"/>
                  </a:lnTo>
                  <a:lnTo>
                    <a:pt x="1332664" y="78503"/>
                  </a:lnTo>
                  <a:lnTo>
                    <a:pt x="1382022" y="81410"/>
                  </a:lnTo>
                  <a:lnTo>
                    <a:pt x="1431379" y="84318"/>
                  </a:lnTo>
                  <a:lnTo>
                    <a:pt x="1480737" y="87225"/>
                  </a:lnTo>
                  <a:lnTo>
                    <a:pt x="1530095" y="90133"/>
                  </a:lnTo>
                  <a:lnTo>
                    <a:pt x="1579453" y="93040"/>
                  </a:lnTo>
                  <a:lnTo>
                    <a:pt x="1628811" y="95948"/>
                  </a:lnTo>
                  <a:lnTo>
                    <a:pt x="1678169" y="98855"/>
                  </a:lnTo>
                  <a:lnTo>
                    <a:pt x="1727527" y="101763"/>
                  </a:lnTo>
                  <a:lnTo>
                    <a:pt x="1776885" y="104670"/>
                  </a:lnTo>
                  <a:lnTo>
                    <a:pt x="1826243" y="107578"/>
                  </a:lnTo>
                  <a:lnTo>
                    <a:pt x="1875601" y="110485"/>
                  </a:lnTo>
                  <a:lnTo>
                    <a:pt x="1924959" y="113393"/>
                  </a:lnTo>
                  <a:lnTo>
                    <a:pt x="1974317" y="116300"/>
                  </a:lnTo>
                  <a:lnTo>
                    <a:pt x="2023675" y="119208"/>
                  </a:lnTo>
                  <a:lnTo>
                    <a:pt x="2073033" y="122115"/>
                  </a:lnTo>
                  <a:lnTo>
                    <a:pt x="2122390" y="125023"/>
                  </a:lnTo>
                  <a:lnTo>
                    <a:pt x="2171748" y="127930"/>
                  </a:lnTo>
                  <a:lnTo>
                    <a:pt x="2221106" y="130838"/>
                  </a:lnTo>
                  <a:lnTo>
                    <a:pt x="2270464" y="133746"/>
                  </a:lnTo>
                  <a:lnTo>
                    <a:pt x="2319822" y="136653"/>
                  </a:lnTo>
                  <a:lnTo>
                    <a:pt x="2369180" y="139561"/>
                  </a:lnTo>
                  <a:lnTo>
                    <a:pt x="2418538" y="142468"/>
                  </a:lnTo>
                  <a:lnTo>
                    <a:pt x="2467896" y="145376"/>
                  </a:lnTo>
                  <a:lnTo>
                    <a:pt x="2517254" y="148283"/>
                  </a:lnTo>
                  <a:lnTo>
                    <a:pt x="2566612" y="151191"/>
                  </a:lnTo>
                  <a:lnTo>
                    <a:pt x="2615970" y="154098"/>
                  </a:lnTo>
                  <a:lnTo>
                    <a:pt x="2665328" y="157006"/>
                  </a:lnTo>
                  <a:lnTo>
                    <a:pt x="2714686" y="159913"/>
                  </a:lnTo>
                  <a:lnTo>
                    <a:pt x="2764044" y="162821"/>
                  </a:lnTo>
                  <a:lnTo>
                    <a:pt x="2813401" y="165728"/>
                  </a:lnTo>
                  <a:lnTo>
                    <a:pt x="2862759" y="168636"/>
                  </a:lnTo>
                  <a:lnTo>
                    <a:pt x="2912117" y="171543"/>
                  </a:lnTo>
                  <a:lnTo>
                    <a:pt x="2961475" y="174451"/>
                  </a:lnTo>
                  <a:lnTo>
                    <a:pt x="3010833" y="177358"/>
                  </a:lnTo>
                  <a:lnTo>
                    <a:pt x="3060191" y="180266"/>
                  </a:lnTo>
                  <a:lnTo>
                    <a:pt x="3109549" y="183173"/>
                  </a:lnTo>
                  <a:lnTo>
                    <a:pt x="3158907" y="186081"/>
                  </a:lnTo>
                  <a:lnTo>
                    <a:pt x="3208265" y="188988"/>
                  </a:lnTo>
                  <a:lnTo>
                    <a:pt x="3257623" y="191896"/>
                  </a:lnTo>
                  <a:lnTo>
                    <a:pt x="3306981" y="194803"/>
                  </a:lnTo>
                  <a:lnTo>
                    <a:pt x="3356339" y="197711"/>
                  </a:lnTo>
                  <a:lnTo>
                    <a:pt x="3405697" y="200619"/>
                  </a:lnTo>
                  <a:lnTo>
                    <a:pt x="3455055" y="203526"/>
                  </a:lnTo>
                  <a:lnTo>
                    <a:pt x="3504412" y="206434"/>
                  </a:lnTo>
                  <a:lnTo>
                    <a:pt x="3553770" y="209341"/>
                  </a:lnTo>
                  <a:lnTo>
                    <a:pt x="3603128" y="212249"/>
                  </a:lnTo>
                  <a:lnTo>
                    <a:pt x="3652486" y="215156"/>
                  </a:lnTo>
                  <a:lnTo>
                    <a:pt x="3701844" y="218064"/>
                  </a:lnTo>
                  <a:lnTo>
                    <a:pt x="3751202" y="220971"/>
                  </a:lnTo>
                  <a:lnTo>
                    <a:pt x="3800560" y="223879"/>
                  </a:lnTo>
                  <a:lnTo>
                    <a:pt x="3849918" y="226786"/>
                  </a:lnTo>
                  <a:lnTo>
                    <a:pt x="3899276" y="22969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tx218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430362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2457905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3485447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4481901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5509444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229" name="tx229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1" name="pt231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tx233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6" name="pt236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tx244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1428519" y="983989"/>
              <a:ext cx="222199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RDA Offset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56477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15337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74196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33056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91916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403730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3363839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69037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2016909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235907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194766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53626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12486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33527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20211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35085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20211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28977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36317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29117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97951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41562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49190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94122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441562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293544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77698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454335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348563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313967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77432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454773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13703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314004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13030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33283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97951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90367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18722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39563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864598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63339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350030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77501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544719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90367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63339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39577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917697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07650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77501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56892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56878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23404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293622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04003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18707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477608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30066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41668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20640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286975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291625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314389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306820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291625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449534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314389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329183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307046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437316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322488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328520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307974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328027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438219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271769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287541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341882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323275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328027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271769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307720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449775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342433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85517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385451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274774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77673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41498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645444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312516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41102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87031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64515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20494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201073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85517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04314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073466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87031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57931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77742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57931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417236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403325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207859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20494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41247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1961510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694339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57833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31255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621716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96215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02577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682020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025419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741664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786090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2315144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32312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313203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73622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157868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78572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89479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488268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16989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16989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846755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813572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90778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203341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70761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2994326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708686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183939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97539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78405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99374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97539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381081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186009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47197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284901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47274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428184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645076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84862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644326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40057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79287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226486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26486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361993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20390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308270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353036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350026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397008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311283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408844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468056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358428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07572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331065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08436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344626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377257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377257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408844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346255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391201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330210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397591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364469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364996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391789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359042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263863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447164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321122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413407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243440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446909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287040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305519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286062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263478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300219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327533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280766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286929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13407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301291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340692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326922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286504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243357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305838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280407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321738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340692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1623483" y="2438330"/>
              <a:ext cx="3899276" cy="1337546"/>
            </a:xfrm>
            <a:custGeom>
              <a:avLst/>
              <a:pathLst>
                <a:path w="3899276" h="1337546">
                  <a:moveTo>
                    <a:pt x="0" y="417582"/>
                  </a:moveTo>
                  <a:lnTo>
                    <a:pt x="49357" y="424730"/>
                  </a:lnTo>
                  <a:lnTo>
                    <a:pt x="98715" y="431825"/>
                  </a:lnTo>
                  <a:lnTo>
                    <a:pt x="148073" y="438863"/>
                  </a:lnTo>
                  <a:lnTo>
                    <a:pt x="197431" y="445841"/>
                  </a:lnTo>
                  <a:lnTo>
                    <a:pt x="246789" y="452752"/>
                  </a:lnTo>
                  <a:lnTo>
                    <a:pt x="296147" y="459591"/>
                  </a:lnTo>
                  <a:lnTo>
                    <a:pt x="345505" y="466353"/>
                  </a:lnTo>
                  <a:lnTo>
                    <a:pt x="394863" y="473030"/>
                  </a:lnTo>
                  <a:lnTo>
                    <a:pt x="444221" y="479616"/>
                  </a:lnTo>
                  <a:lnTo>
                    <a:pt x="493579" y="486101"/>
                  </a:lnTo>
                  <a:lnTo>
                    <a:pt x="542937" y="492476"/>
                  </a:lnTo>
                  <a:lnTo>
                    <a:pt x="592295" y="498732"/>
                  </a:lnTo>
                  <a:lnTo>
                    <a:pt x="641653" y="504857"/>
                  </a:lnTo>
                  <a:lnTo>
                    <a:pt x="691011" y="510838"/>
                  </a:lnTo>
                  <a:lnTo>
                    <a:pt x="740368" y="516661"/>
                  </a:lnTo>
                  <a:lnTo>
                    <a:pt x="789726" y="522309"/>
                  </a:lnTo>
                  <a:lnTo>
                    <a:pt x="839084" y="527766"/>
                  </a:lnTo>
                  <a:lnTo>
                    <a:pt x="888442" y="533010"/>
                  </a:lnTo>
                  <a:lnTo>
                    <a:pt x="937800" y="538021"/>
                  </a:lnTo>
                  <a:lnTo>
                    <a:pt x="987158" y="542772"/>
                  </a:lnTo>
                  <a:lnTo>
                    <a:pt x="1036516" y="547238"/>
                  </a:lnTo>
                  <a:lnTo>
                    <a:pt x="1085874" y="551387"/>
                  </a:lnTo>
                  <a:lnTo>
                    <a:pt x="1135232" y="555186"/>
                  </a:lnTo>
                  <a:lnTo>
                    <a:pt x="1184590" y="558598"/>
                  </a:lnTo>
                  <a:lnTo>
                    <a:pt x="1233948" y="561584"/>
                  </a:lnTo>
                  <a:lnTo>
                    <a:pt x="1283306" y="564101"/>
                  </a:lnTo>
                  <a:lnTo>
                    <a:pt x="1332664" y="566105"/>
                  </a:lnTo>
                  <a:lnTo>
                    <a:pt x="1382022" y="567550"/>
                  </a:lnTo>
                  <a:lnTo>
                    <a:pt x="1431379" y="568388"/>
                  </a:lnTo>
                  <a:lnTo>
                    <a:pt x="1480737" y="568573"/>
                  </a:lnTo>
                  <a:lnTo>
                    <a:pt x="1530095" y="568061"/>
                  </a:lnTo>
                  <a:lnTo>
                    <a:pt x="1579453" y="566814"/>
                  </a:lnTo>
                  <a:lnTo>
                    <a:pt x="1628811" y="564797"/>
                  </a:lnTo>
                  <a:lnTo>
                    <a:pt x="1678169" y="561986"/>
                  </a:lnTo>
                  <a:lnTo>
                    <a:pt x="1727527" y="558365"/>
                  </a:lnTo>
                  <a:lnTo>
                    <a:pt x="1776885" y="553929"/>
                  </a:lnTo>
                  <a:lnTo>
                    <a:pt x="1826243" y="548685"/>
                  </a:lnTo>
                  <a:lnTo>
                    <a:pt x="1875601" y="542650"/>
                  </a:lnTo>
                  <a:lnTo>
                    <a:pt x="1924959" y="535849"/>
                  </a:lnTo>
                  <a:lnTo>
                    <a:pt x="1974317" y="528316"/>
                  </a:lnTo>
                  <a:lnTo>
                    <a:pt x="2023675" y="520093"/>
                  </a:lnTo>
                  <a:lnTo>
                    <a:pt x="2073033" y="511222"/>
                  </a:lnTo>
                  <a:lnTo>
                    <a:pt x="2122390" y="501751"/>
                  </a:lnTo>
                  <a:lnTo>
                    <a:pt x="2171748" y="491726"/>
                  </a:lnTo>
                  <a:lnTo>
                    <a:pt x="2221106" y="481193"/>
                  </a:lnTo>
                  <a:lnTo>
                    <a:pt x="2270464" y="470198"/>
                  </a:lnTo>
                  <a:lnTo>
                    <a:pt x="2319822" y="458781"/>
                  </a:lnTo>
                  <a:lnTo>
                    <a:pt x="2369180" y="446983"/>
                  </a:lnTo>
                  <a:lnTo>
                    <a:pt x="2418538" y="434839"/>
                  </a:lnTo>
                  <a:lnTo>
                    <a:pt x="2467896" y="422382"/>
                  </a:lnTo>
                  <a:lnTo>
                    <a:pt x="2517254" y="409643"/>
                  </a:lnTo>
                  <a:lnTo>
                    <a:pt x="2566612" y="396648"/>
                  </a:lnTo>
                  <a:lnTo>
                    <a:pt x="2615970" y="383422"/>
                  </a:lnTo>
                  <a:lnTo>
                    <a:pt x="2665328" y="369986"/>
                  </a:lnTo>
                  <a:lnTo>
                    <a:pt x="2714686" y="356362"/>
                  </a:lnTo>
                  <a:lnTo>
                    <a:pt x="2764044" y="342565"/>
                  </a:lnTo>
                  <a:lnTo>
                    <a:pt x="2813401" y="328611"/>
                  </a:lnTo>
                  <a:lnTo>
                    <a:pt x="2862759" y="314516"/>
                  </a:lnTo>
                  <a:lnTo>
                    <a:pt x="2912117" y="300291"/>
                  </a:lnTo>
                  <a:lnTo>
                    <a:pt x="2961475" y="285948"/>
                  </a:lnTo>
                  <a:lnTo>
                    <a:pt x="3010833" y="271496"/>
                  </a:lnTo>
                  <a:lnTo>
                    <a:pt x="3060191" y="256945"/>
                  </a:lnTo>
                  <a:lnTo>
                    <a:pt x="3109549" y="242304"/>
                  </a:lnTo>
                  <a:lnTo>
                    <a:pt x="3158907" y="227578"/>
                  </a:lnTo>
                  <a:lnTo>
                    <a:pt x="3208265" y="212776"/>
                  </a:lnTo>
                  <a:lnTo>
                    <a:pt x="3257623" y="197903"/>
                  </a:lnTo>
                  <a:lnTo>
                    <a:pt x="3306981" y="182964"/>
                  </a:lnTo>
                  <a:lnTo>
                    <a:pt x="3356339" y="167965"/>
                  </a:lnTo>
                  <a:lnTo>
                    <a:pt x="3405697" y="152909"/>
                  </a:lnTo>
                  <a:lnTo>
                    <a:pt x="3455055" y="137801"/>
                  </a:lnTo>
                  <a:lnTo>
                    <a:pt x="3504412" y="122645"/>
                  </a:lnTo>
                  <a:lnTo>
                    <a:pt x="3553770" y="107444"/>
                  </a:lnTo>
                  <a:lnTo>
                    <a:pt x="3603128" y="92200"/>
                  </a:lnTo>
                  <a:lnTo>
                    <a:pt x="3652486" y="76918"/>
                  </a:lnTo>
                  <a:lnTo>
                    <a:pt x="3701844" y="61599"/>
                  </a:lnTo>
                  <a:lnTo>
                    <a:pt x="3751202" y="46245"/>
                  </a:lnTo>
                  <a:lnTo>
                    <a:pt x="3800560" y="30859"/>
                  </a:lnTo>
                  <a:lnTo>
                    <a:pt x="3849918" y="15444"/>
                  </a:lnTo>
                  <a:lnTo>
                    <a:pt x="3899276" y="0"/>
                  </a:lnTo>
                  <a:lnTo>
                    <a:pt x="3899276" y="1126810"/>
                  </a:lnTo>
                  <a:lnTo>
                    <a:pt x="3849918" y="1119320"/>
                  </a:lnTo>
                  <a:lnTo>
                    <a:pt x="3800560" y="1111857"/>
                  </a:lnTo>
                  <a:lnTo>
                    <a:pt x="3751202" y="1104425"/>
                  </a:lnTo>
                  <a:lnTo>
                    <a:pt x="3701844" y="1097025"/>
                  </a:lnTo>
                  <a:lnTo>
                    <a:pt x="3652486" y="1089659"/>
                  </a:lnTo>
                  <a:lnTo>
                    <a:pt x="3603128" y="1082330"/>
                  </a:lnTo>
                  <a:lnTo>
                    <a:pt x="3553770" y="1075040"/>
                  </a:lnTo>
                  <a:lnTo>
                    <a:pt x="3504412" y="1067792"/>
                  </a:lnTo>
                  <a:lnTo>
                    <a:pt x="3455055" y="1060589"/>
                  </a:lnTo>
                  <a:lnTo>
                    <a:pt x="3405697" y="1053435"/>
                  </a:lnTo>
                  <a:lnTo>
                    <a:pt x="3356339" y="1046332"/>
                  </a:lnTo>
                  <a:lnTo>
                    <a:pt x="3306981" y="1039286"/>
                  </a:lnTo>
                  <a:lnTo>
                    <a:pt x="3257623" y="1032301"/>
                  </a:lnTo>
                  <a:lnTo>
                    <a:pt x="3208265" y="1025381"/>
                  </a:lnTo>
                  <a:lnTo>
                    <a:pt x="3158907" y="1018532"/>
                  </a:lnTo>
                  <a:lnTo>
                    <a:pt x="3109549" y="1011760"/>
                  </a:lnTo>
                  <a:lnTo>
                    <a:pt x="3060191" y="1005072"/>
                  </a:lnTo>
                  <a:lnTo>
                    <a:pt x="3010833" y="998475"/>
                  </a:lnTo>
                  <a:lnTo>
                    <a:pt x="2961475" y="991977"/>
                  </a:lnTo>
                  <a:lnTo>
                    <a:pt x="2912117" y="985586"/>
                  </a:lnTo>
                  <a:lnTo>
                    <a:pt x="2862759" y="979315"/>
                  </a:lnTo>
                  <a:lnTo>
                    <a:pt x="2813401" y="973173"/>
                  </a:lnTo>
                  <a:lnTo>
                    <a:pt x="2764044" y="967173"/>
                  </a:lnTo>
                  <a:lnTo>
                    <a:pt x="2714686" y="961329"/>
                  </a:lnTo>
                  <a:lnTo>
                    <a:pt x="2665328" y="955658"/>
                  </a:lnTo>
                  <a:lnTo>
                    <a:pt x="2615970" y="950176"/>
                  </a:lnTo>
                  <a:lnTo>
                    <a:pt x="2566612" y="944904"/>
                  </a:lnTo>
                  <a:lnTo>
                    <a:pt x="2517254" y="939862"/>
                  </a:lnTo>
                  <a:lnTo>
                    <a:pt x="2467896" y="935076"/>
                  </a:lnTo>
                  <a:lnTo>
                    <a:pt x="2418538" y="930573"/>
                  </a:lnTo>
                  <a:lnTo>
                    <a:pt x="2369180" y="926382"/>
                  </a:lnTo>
                  <a:lnTo>
                    <a:pt x="2319822" y="922537"/>
                  </a:lnTo>
                  <a:lnTo>
                    <a:pt x="2270464" y="919074"/>
                  </a:lnTo>
                  <a:lnTo>
                    <a:pt x="2221106" y="916031"/>
                  </a:lnTo>
                  <a:lnTo>
                    <a:pt x="2171748" y="913452"/>
                  </a:lnTo>
                  <a:lnTo>
                    <a:pt x="2122390" y="911381"/>
                  </a:lnTo>
                  <a:lnTo>
                    <a:pt x="2073033" y="909863"/>
                  </a:lnTo>
                  <a:lnTo>
                    <a:pt x="2023675" y="908945"/>
                  </a:lnTo>
                  <a:lnTo>
                    <a:pt x="1974317" y="908675"/>
                  </a:lnTo>
                  <a:lnTo>
                    <a:pt x="1924959" y="909096"/>
                  </a:lnTo>
                  <a:lnTo>
                    <a:pt x="1875601" y="910249"/>
                  </a:lnTo>
                  <a:lnTo>
                    <a:pt x="1826243" y="912167"/>
                  </a:lnTo>
                  <a:lnTo>
                    <a:pt x="1776885" y="914876"/>
                  </a:lnTo>
                  <a:lnTo>
                    <a:pt x="1727527" y="918394"/>
                  </a:lnTo>
                  <a:lnTo>
                    <a:pt x="1678169" y="922727"/>
                  </a:lnTo>
                  <a:lnTo>
                    <a:pt x="1628811" y="927869"/>
                  </a:lnTo>
                  <a:lnTo>
                    <a:pt x="1579453" y="933805"/>
                  </a:lnTo>
                  <a:lnTo>
                    <a:pt x="1530095" y="940511"/>
                  </a:lnTo>
                  <a:lnTo>
                    <a:pt x="1480737" y="947953"/>
                  </a:lnTo>
                  <a:lnTo>
                    <a:pt x="1431379" y="956091"/>
                  </a:lnTo>
                  <a:lnTo>
                    <a:pt x="1382022" y="964883"/>
                  </a:lnTo>
                  <a:lnTo>
                    <a:pt x="1332664" y="974281"/>
                  </a:lnTo>
                  <a:lnTo>
                    <a:pt x="1283306" y="984238"/>
                  </a:lnTo>
                  <a:lnTo>
                    <a:pt x="1233948" y="994709"/>
                  </a:lnTo>
                  <a:lnTo>
                    <a:pt x="1184590" y="1005648"/>
                  </a:lnTo>
                  <a:lnTo>
                    <a:pt x="1135232" y="1017014"/>
                  </a:lnTo>
                  <a:lnTo>
                    <a:pt x="1085874" y="1028766"/>
                  </a:lnTo>
                  <a:lnTo>
                    <a:pt x="1036516" y="1040868"/>
                  </a:lnTo>
                  <a:lnTo>
                    <a:pt x="987158" y="1053287"/>
                  </a:lnTo>
                  <a:lnTo>
                    <a:pt x="937800" y="1065992"/>
                  </a:lnTo>
                  <a:lnTo>
                    <a:pt x="888442" y="1078956"/>
                  </a:lnTo>
                  <a:lnTo>
                    <a:pt x="839084" y="1092154"/>
                  </a:lnTo>
                  <a:lnTo>
                    <a:pt x="789726" y="1105564"/>
                  </a:lnTo>
                  <a:lnTo>
                    <a:pt x="740368" y="1119166"/>
                  </a:lnTo>
                  <a:lnTo>
                    <a:pt x="691011" y="1132942"/>
                  </a:lnTo>
                  <a:lnTo>
                    <a:pt x="641653" y="1146876"/>
                  </a:lnTo>
                  <a:lnTo>
                    <a:pt x="592295" y="1160954"/>
                  </a:lnTo>
                  <a:lnTo>
                    <a:pt x="542937" y="1175164"/>
                  </a:lnTo>
                  <a:lnTo>
                    <a:pt x="493579" y="1189493"/>
                  </a:lnTo>
                  <a:lnTo>
                    <a:pt x="444221" y="1203931"/>
                  </a:lnTo>
                  <a:lnTo>
                    <a:pt x="394863" y="1218470"/>
                  </a:lnTo>
                  <a:lnTo>
                    <a:pt x="345505" y="1233100"/>
                  </a:lnTo>
                  <a:lnTo>
                    <a:pt x="296147" y="1247815"/>
                  </a:lnTo>
                  <a:lnTo>
                    <a:pt x="246789" y="1262608"/>
                  </a:lnTo>
                  <a:lnTo>
                    <a:pt x="197431" y="1277473"/>
                  </a:lnTo>
                  <a:lnTo>
                    <a:pt x="148073" y="1292404"/>
                  </a:lnTo>
                  <a:lnTo>
                    <a:pt x="98715" y="1307396"/>
                  </a:lnTo>
                  <a:lnTo>
                    <a:pt x="49357" y="1322444"/>
                  </a:lnTo>
                  <a:lnTo>
                    <a:pt x="0" y="133754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623483" y="2438330"/>
              <a:ext cx="3899276" cy="568573"/>
            </a:xfrm>
            <a:custGeom>
              <a:avLst/>
              <a:pathLst>
                <a:path w="3899276" h="568573">
                  <a:moveTo>
                    <a:pt x="0" y="417582"/>
                  </a:moveTo>
                  <a:lnTo>
                    <a:pt x="49357" y="424730"/>
                  </a:lnTo>
                  <a:lnTo>
                    <a:pt x="98715" y="431825"/>
                  </a:lnTo>
                  <a:lnTo>
                    <a:pt x="148073" y="438863"/>
                  </a:lnTo>
                  <a:lnTo>
                    <a:pt x="197431" y="445841"/>
                  </a:lnTo>
                  <a:lnTo>
                    <a:pt x="246789" y="452752"/>
                  </a:lnTo>
                  <a:lnTo>
                    <a:pt x="296147" y="459591"/>
                  </a:lnTo>
                  <a:lnTo>
                    <a:pt x="345505" y="466353"/>
                  </a:lnTo>
                  <a:lnTo>
                    <a:pt x="394863" y="473030"/>
                  </a:lnTo>
                  <a:lnTo>
                    <a:pt x="444221" y="479616"/>
                  </a:lnTo>
                  <a:lnTo>
                    <a:pt x="493579" y="486101"/>
                  </a:lnTo>
                  <a:lnTo>
                    <a:pt x="542937" y="492476"/>
                  </a:lnTo>
                  <a:lnTo>
                    <a:pt x="592295" y="498732"/>
                  </a:lnTo>
                  <a:lnTo>
                    <a:pt x="641653" y="504857"/>
                  </a:lnTo>
                  <a:lnTo>
                    <a:pt x="691011" y="510838"/>
                  </a:lnTo>
                  <a:lnTo>
                    <a:pt x="740368" y="516661"/>
                  </a:lnTo>
                  <a:lnTo>
                    <a:pt x="789726" y="522309"/>
                  </a:lnTo>
                  <a:lnTo>
                    <a:pt x="839084" y="527766"/>
                  </a:lnTo>
                  <a:lnTo>
                    <a:pt x="888442" y="533010"/>
                  </a:lnTo>
                  <a:lnTo>
                    <a:pt x="937800" y="538021"/>
                  </a:lnTo>
                  <a:lnTo>
                    <a:pt x="987158" y="542772"/>
                  </a:lnTo>
                  <a:lnTo>
                    <a:pt x="1036516" y="547238"/>
                  </a:lnTo>
                  <a:lnTo>
                    <a:pt x="1085874" y="551387"/>
                  </a:lnTo>
                  <a:lnTo>
                    <a:pt x="1135232" y="555186"/>
                  </a:lnTo>
                  <a:lnTo>
                    <a:pt x="1184590" y="558598"/>
                  </a:lnTo>
                  <a:lnTo>
                    <a:pt x="1233948" y="561584"/>
                  </a:lnTo>
                  <a:lnTo>
                    <a:pt x="1283306" y="564101"/>
                  </a:lnTo>
                  <a:lnTo>
                    <a:pt x="1332664" y="566105"/>
                  </a:lnTo>
                  <a:lnTo>
                    <a:pt x="1382022" y="567550"/>
                  </a:lnTo>
                  <a:lnTo>
                    <a:pt x="1431379" y="568388"/>
                  </a:lnTo>
                  <a:lnTo>
                    <a:pt x="1480737" y="568573"/>
                  </a:lnTo>
                  <a:lnTo>
                    <a:pt x="1530095" y="568061"/>
                  </a:lnTo>
                  <a:lnTo>
                    <a:pt x="1579453" y="566814"/>
                  </a:lnTo>
                  <a:lnTo>
                    <a:pt x="1628811" y="564797"/>
                  </a:lnTo>
                  <a:lnTo>
                    <a:pt x="1678169" y="561986"/>
                  </a:lnTo>
                  <a:lnTo>
                    <a:pt x="1727527" y="558365"/>
                  </a:lnTo>
                  <a:lnTo>
                    <a:pt x="1776885" y="553929"/>
                  </a:lnTo>
                  <a:lnTo>
                    <a:pt x="1826243" y="548685"/>
                  </a:lnTo>
                  <a:lnTo>
                    <a:pt x="1875601" y="542650"/>
                  </a:lnTo>
                  <a:lnTo>
                    <a:pt x="1924959" y="535849"/>
                  </a:lnTo>
                  <a:lnTo>
                    <a:pt x="1974317" y="528316"/>
                  </a:lnTo>
                  <a:lnTo>
                    <a:pt x="2023675" y="520093"/>
                  </a:lnTo>
                  <a:lnTo>
                    <a:pt x="2073033" y="511222"/>
                  </a:lnTo>
                  <a:lnTo>
                    <a:pt x="2122390" y="501751"/>
                  </a:lnTo>
                  <a:lnTo>
                    <a:pt x="2171748" y="491726"/>
                  </a:lnTo>
                  <a:lnTo>
                    <a:pt x="2221106" y="481193"/>
                  </a:lnTo>
                  <a:lnTo>
                    <a:pt x="2270464" y="470198"/>
                  </a:lnTo>
                  <a:lnTo>
                    <a:pt x="2319822" y="458781"/>
                  </a:lnTo>
                  <a:lnTo>
                    <a:pt x="2369180" y="446983"/>
                  </a:lnTo>
                  <a:lnTo>
                    <a:pt x="2418538" y="434839"/>
                  </a:lnTo>
                  <a:lnTo>
                    <a:pt x="2467896" y="422382"/>
                  </a:lnTo>
                  <a:lnTo>
                    <a:pt x="2517254" y="409643"/>
                  </a:lnTo>
                  <a:lnTo>
                    <a:pt x="2566612" y="396648"/>
                  </a:lnTo>
                  <a:lnTo>
                    <a:pt x="2615970" y="383422"/>
                  </a:lnTo>
                  <a:lnTo>
                    <a:pt x="2665328" y="369986"/>
                  </a:lnTo>
                  <a:lnTo>
                    <a:pt x="2714686" y="356362"/>
                  </a:lnTo>
                  <a:lnTo>
                    <a:pt x="2764044" y="342565"/>
                  </a:lnTo>
                  <a:lnTo>
                    <a:pt x="2813401" y="328611"/>
                  </a:lnTo>
                  <a:lnTo>
                    <a:pt x="2862759" y="314516"/>
                  </a:lnTo>
                  <a:lnTo>
                    <a:pt x="2912117" y="300291"/>
                  </a:lnTo>
                  <a:lnTo>
                    <a:pt x="2961475" y="285948"/>
                  </a:lnTo>
                  <a:lnTo>
                    <a:pt x="3010833" y="271496"/>
                  </a:lnTo>
                  <a:lnTo>
                    <a:pt x="3060191" y="256945"/>
                  </a:lnTo>
                  <a:lnTo>
                    <a:pt x="3109549" y="242304"/>
                  </a:lnTo>
                  <a:lnTo>
                    <a:pt x="3158907" y="227578"/>
                  </a:lnTo>
                  <a:lnTo>
                    <a:pt x="3208265" y="212776"/>
                  </a:lnTo>
                  <a:lnTo>
                    <a:pt x="3257623" y="197903"/>
                  </a:lnTo>
                  <a:lnTo>
                    <a:pt x="3306981" y="182964"/>
                  </a:lnTo>
                  <a:lnTo>
                    <a:pt x="3356339" y="167965"/>
                  </a:lnTo>
                  <a:lnTo>
                    <a:pt x="3405697" y="152909"/>
                  </a:lnTo>
                  <a:lnTo>
                    <a:pt x="3455055" y="137801"/>
                  </a:lnTo>
                  <a:lnTo>
                    <a:pt x="3504412" y="122645"/>
                  </a:lnTo>
                  <a:lnTo>
                    <a:pt x="3553770" y="107444"/>
                  </a:lnTo>
                  <a:lnTo>
                    <a:pt x="3603128" y="92200"/>
                  </a:lnTo>
                  <a:lnTo>
                    <a:pt x="3652486" y="76918"/>
                  </a:lnTo>
                  <a:lnTo>
                    <a:pt x="3701844" y="61599"/>
                  </a:lnTo>
                  <a:lnTo>
                    <a:pt x="3751202" y="46245"/>
                  </a:lnTo>
                  <a:lnTo>
                    <a:pt x="3800560" y="30859"/>
                  </a:lnTo>
                  <a:lnTo>
                    <a:pt x="3849918" y="15444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623483" y="3347005"/>
              <a:ext cx="3899276" cy="428870"/>
            </a:xfrm>
            <a:custGeom>
              <a:avLst/>
              <a:pathLst>
                <a:path w="3899276" h="428870">
                  <a:moveTo>
                    <a:pt x="3899276" y="218135"/>
                  </a:moveTo>
                  <a:lnTo>
                    <a:pt x="3849918" y="210644"/>
                  </a:lnTo>
                  <a:lnTo>
                    <a:pt x="3800560" y="203181"/>
                  </a:lnTo>
                  <a:lnTo>
                    <a:pt x="3751202" y="195749"/>
                  </a:lnTo>
                  <a:lnTo>
                    <a:pt x="3701844" y="188349"/>
                  </a:lnTo>
                  <a:lnTo>
                    <a:pt x="3652486" y="180983"/>
                  </a:lnTo>
                  <a:lnTo>
                    <a:pt x="3603128" y="173654"/>
                  </a:lnTo>
                  <a:lnTo>
                    <a:pt x="3553770" y="166364"/>
                  </a:lnTo>
                  <a:lnTo>
                    <a:pt x="3504412" y="159116"/>
                  </a:lnTo>
                  <a:lnTo>
                    <a:pt x="3455055" y="151913"/>
                  </a:lnTo>
                  <a:lnTo>
                    <a:pt x="3405697" y="144759"/>
                  </a:lnTo>
                  <a:lnTo>
                    <a:pt x="3356339" y="137657"/>
                  </a:lnTo>
                  <a:lnTo>
                    <a:pt x="3306981" y="130611"/>
                  </a:lnTo>
                  <a:lnTo>
                    <a:pt x="3257623" y="123625"/>
                  </a:lnTo>
                  <a:lnTo>
                    <a:pt x="3208265" y="116705"/>
                  </a:lnTo>
                  <a:lnTo>
                    <a:pt x="3158907" y="109857"/>
                  </a:lnTo>
                  <a:lnTo>
                    <a:pt x="3109549" y="103085"/>
                  </a:lnTo>
                  <a:lnTo>
                    <a:pt x="3060191" y="96396"/>
                  </a:lnTo>
                  <a:lnTo>
                    <a:pt x="3010833" y="89799"/>
                  </a:lnTo>
                  <a:lnTo>
                    <a:pt x="2961475" y="83301"/>
                  </a:lnTo>
                  <a:lnTo>
                    <a:pt x="2912117" y="76911"/>
                  </a:lnTo>
                  <a:lnTo>
                    <a:pt x="2862759" y="70639"/>
                  </a:lnTo>
                  <a:lnTo>
                    <a:pt x="2813401" y="64497"/>
                  </a:lnTo>
                  <a:lnTo>
                    <a:pt x="2764044" y="58497"/>
                  </a:lnTo>
                  <a:lnTo>
                    <a:pt x="2714686" y="52654"/>
                  </a:lnTo>
                  <a:lnTo>
                    <a:pt x="2665328" y="46982"/>
                  </a:lnTo>
                  <a:lnTo>
                    <a:pt x="2615970" y="41500"/>
                  </a:lnTo>
                  <a:lnTo>
                    <a:pt x="2566612" y="36228"/>
                  </a:lnTo>
                  <a:lnTo>
                    <a:pt x="2517254" y="31186"/>
                  </a:lnTo>
                  <a:lnTo>
                    <a:pt x="2467896" y="26400"/>
                  </a:lnTo>
                  <a:lnTo>
                    <a:pt x="2418538" y="21897"/>
                  </a:lnTo>
                  <a:lnTo>
                    <a:pt x="2369180" y="17706"/>
                  </a:lnTo>
                  <a:lnTo>
                    <a:pt x="2319822" y="13861"/>
                  </a:lnTo>
                  <a:lnTo>
                    <a:pt x="2270464" y="10398"/>
                  </a:lnTo>
                  <a:lnTo>
                    <a:pt x="2221106" y="7356"/>
                  </a:lnTo>
                  <a:lnTo>
                    <a:pt x="2171748" y="4777"/>
                  </a:lnTo>
                  <a:lnTo>
                    <a:pt x="2122390" y="2705"/>
                  </a:lnTo>
                  <a:lnTo>
                    <a:pt x="2073033" y="1187"/>
                  </a:lnTo>
                  <a:lnTo>
                    <a:pt x="2023675" y="270"/>
                  </a:lnTo>
                  <a:lnTo>
                    <a:pt x="1974317" y="0"/>
                  </a:lnTo>
                  <a:lnTo>
                    <a:pt x="1924959" y="421"/>
                  </a:lnTo>
                  <a:lnTo>
                    <a:pt x="1875601" y="1573"/>
                  </a:lnTo>
                  <a:lnTo>
                    <a:pt x="1826243" y="3491"/>
                  </a:lnTo>
                  <a:lnTo>
                    <a:pt x="1776885" y="6200"/>
                  </a:lnTo>
                  <a:lnTo>
                    <a:pt x="1727527" y="9718"/>
                  </a:lnTo>
                  <a:lnTo>
                    <a:pt x="1678169" y="14051"/>
                  </a:lnTo>
                  <a:lnTo>
                    <a:pt x="1628811" y="19193"/>
                  </a:lnTo>
                  <a:lnTo>
                    <a:pt x="1579453" y="25130"/>
                  </a:lnTo>
                  <a:lnTo>
                    <a:pt x="1530095" y="31835"/>
                  </a:lnTo>
                  <a:lnTo>
                    <a:pt x="1480737" y="39277"/>
                  </a:lnTo>
                  <a:lnTo>
                    <a:pt x="1431379" y="47416"/>
                  </a:lnTo>
                  <a:lnTo>
                    <a:pt x="1382022" y="56207"/>
                  </a:lnTo>
                  <a:lnTo>
                    <a:pt x="1332664" y="65605"/>
                  </a:lnTo>
                  <a:lnTo>
                    <a:pt x="1283306" y="75562"/>
                  </a:lnTo>
                  <a:lnTo>
                    <a:pt x="1233948" y="86033"/>
                  </a:lnTo>
                  <a:lnTo>
                    <a:pt x="1184590" y="96972"/>
                  </a:lnTo>
                  <a:lnTo>
                    <a:pt x="1135232" y="108338"/>
                  </a:lnTo>
                  <a:lnTo>
                    <a:pt x="1085874" y="120090"/>
                  </a:lnTo>
                  <a:lnTo>
                    <a:pt x="1036516" y="132192"/>
                  </a:lnTo>
                  <a:lnTo>
                    <a:pt x="987158" y="144611"/>
                  </a:lnTo>
                  <a:lnTo>
                    <a:pt x="937800" y="157316"/>
                  </a:lnTo>
                  <a:lnTo>
                    <a:pt x="888442" y="170280"/>
                  </a:lnTo>
                  <a:lnTo>
                    <a:pt x="839084" y="183478"/>
                  </a:lnTo>
                  <a:lnTo>
                    <a:pt x="789726" y="196888"/>
                  </a:lnTo>
                  <a:lnTo>
                    <a:pt x="740368" y="210490"/>
                  </a:lnTo>
                  <a:lnTo>
                    <a:pt x="691011" y="224266"/>
                  </a:lnTo>
                  <a:lnTo>
                    <a:pt x="641653" y="238200"/>
                  </a:lnTo>
                  <a:lnTo>
                    <a:pt x="592295" y="252278"/>
                  </a:lnTo>
                  <a:lnTo>
                    <a:pt x="542937" y="266488"/>
                  </a:lnTo>
                  <a:lnTo>
                    <a:pt x="493579" y="280817"/>
                  </a:lnTo>
                  <a:lnTo>
                    <a:pt x="444221" y="295255"/>
                  </a:lnTo>
                  <a:lnTo>
                    <a:pt x="394863" y="309794"/>
                  </a:lnTo>
                  <a:lnTo>
                    <a:pt x="345505" y="324424"/>
                  </a:lnTo>
                  <a:lnTo>
                    <a:pt x="296147" y="339140"/>
                  </a:lnTo>
                  <a:lnTo>
                    <a:pt x="246789" y="353932"/>
                  </a:lnTo>
                  <a:lnTo>
                    <a:pt x="197431" y="368797"/>
                  </a:lnTo>
                  <a:lnTo>
                    <a:pt x="148073" y="383728"/>
                  </a:lnTo>
                  <a:lnTo>
                    <a:pt x="98715" y="398720"/>
                  </a:lnTo>
                  <a:lnTo>
                    <a:pt x="49357" y="413768"/>
                  </a:lnTo>
                  <a:lnTo>
                    <a:pt x="0" y="4288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1623483" y="3001735"/>
              <a:ext cx="3899276" cy="314158"/>
            </a:xfrm>
            <a:custGeom>
              <a:avLst/>
              <a:pathLst>
                <a:path w="3899276" h="314158">
                  <a:moveTo>
                    <a:pt x="0" y="314158"/>
                  </a:moveTo>
                  <a:lnTo>
                    <a:pt x="49357" y="310181"/>
                  </a:lnTo>
                  <a:lnTo>
                    <a:pt x="98715" y="306205"/>
                  </a:lnTo>
                  <a:lnTo>
                    <a:pt x="148073" y="302228"/>
                  </a:lnTo>
                  <a:lnTo>
                    <a:pt x="197431" y="298251"/>
                  </a:lnTo>
                  <a:lnTo>
                    <a:pt x="246789" y="294275"/>
                  </a:lnTo>
                  <a:lnTo>
                    <a:pt x="296147" y="290298"/>
                  </a:lnTo>
                  <a:lnTo>
                    <a:pt x="345505" y="286321"/>
                  </a:lnTo>
                  <a:lnTo>
                    <a:pt x="394863" y="282345"/>
                  </a:lnTo>
                  <a:lnTo>
                    <a:pt x="444221" y="278368"/>
                  </a:lnTo>
                  <a:lnTo>
                    <a:pt x="493579" y="274391"/>
                  </a:lnTo>
                  <a:lnTo>
                    <a:pt x="542937" y="270415"/>
                  </a:lnTo>
                  <a:lnTo>
                    <a:pt x="592295" y="266438"/>
                  </a:lnTo>
                  <a:lnTo>
                    <a:pt x="641653" y="262461"/>
                  </a:lnTo>
                  <a:lnTo>
                    <a:pt x="691011" y="258484"/>
                  </a:lnTo>
                  <a:lnTo>
                    <a:pt x="740368" y="254508"/>
                  </a:lnTo>
                  <a:lnTo>
                    <a:pt x="789726" y="250531"/>
                  </a:lnTo>
                  <a:lnTo>
                    <a:pt x="839084" y="246554"/>
                  </a:lnTo>
                  <a:lnTo>
                    <a:pt x="888442" y="242578"/>
                  </a:lnTo>
                  <a:lnTo>
                    <a:pt x="937800" y="238601"/>
                  </a:lnTo>
                  <a:lnTo>
                    <a:pt x="987158" y="234624"/>
                  </a:lnTo>
                  <a:lnTo>
                    <a:pt x="1036516" y="230648"/>
                  </a:lnTo>
                  <a:lnTo>
                    <a:pt x="1085874" y="226671"/>
                  </a:lnTo>
                  <a:lnTo>
                    <a:pt x="1135232" y="222694"/>
                  </a:lnTo>
                  <a:lnTo>
                    <a:pt x="1184590" y="218718"/>
                  </a:lnTo>
                  <a:lnTo>
                    <a:pt x="1233948" y="214741"/>
                  </a:lnTo>
                  <a:lnTo>
                    <a:pt x="1283306" y="210764"/>
                  </a:lnTo>
                  <a:lnTo>
                    <a:pt x="1332664" y="206787"/>
                  </a:lnTo>
                  <a:lnTo>
                    <a:pt x="1382022" y="202811"/>
                  </a:lnTo>
                  <a:lnTo>
                    <a:pt x="1431379" y="198834"/>
                  </a:lnTo>
                  <a:lnTo>
                    <a:pt x="1480737" y="194857"/>
                  </a:lnTo>
                  <a:lnTo>
                    <a:pt x="1530095" y="190881"/>
                  </a:lnTo>
                  <a:lnTo>
                    <a:pt x="1579453" y="186904"/>
                  </a:lnTo>
                  <a:lnTo>
                    <a:pt x="1628811" y="182927"/>
                  </a:lnTo>
                  <a:lnTo>
                    <a:pt x="1678169" y="178951"/>
                  </a:lnTo>
                  <a:lnTo>
                    <a:pt x="1727527" y="174974"/>
                  </a:lnTo>
                  <a:lnTo>
                    <a:pt x="1776885" y="170997"/>
                  </a:lnTo>
                  <a:lnTo>
                    <a:pt x="1826243" y="167021"/>
                  </a:lnTo>
                  <a:lnTo>
                    <a:pt x="1875601" y="163044"/>
                  </a:lnTo>
                  <a:lnTo>
                    <a:pt x="1924959" y="159067"/>
                  </a:lnTo>
                  <a:lnTo>
                    <a:pt x="1974317" y="155090"/>
                  </a:lnTo>
                  <a:lnTo>
                    <a:pt x="2023675" y="151114"/>
                  </a:lnTo>
                  <a:lnTo>
                    <a:pt x="2073033" y="147137"/>
                  </a:lnTo>
                  <a:lnTo>
                    <a:pt x="2122390" y="143160"/>
                  </a:lnTo>
                  <a:lnTo>
                    <a:pt x="2171748" y="139184"/>
                  </a:lnTo>
                  <a:lnTo>
                    <a:pt x="2221106" y="135207"/>
                  </a:lnTo>
                  <a:lnTo>
                    <a:pt x="2270464" y="131230"/>
                  </a:lnTo>
                  <a:lnTo>
                    <a:pt x="2319822" y="127254"/>
                  </a:lnTo>
                  <a:lnTo>
                    <a:pt x="2369180" y="123277"/>
                  </a:lnTo>
                  <a:lnTo>
                    <a:pt x="2418538" y="119300"/>
                  </a:lnTo>
                  <a:lnTo>
                    <a:pt x="2467896" y="115324"/>
                  </a:lnTo>
                  <a:lnTo>
                    <a:pt x="2517254" y="111347"/>
                  </a:lnTo>
                  <a:lnTo>
                    <a:pt x="2566612" y="107370"/>
                  </a:lnTo>
                  <a:lnTo>
                    <a:pt x="2615970" y="103393"/>
                  </a:lnTo>
                  <a:lnTo>
                    <a:pt x="2665328" y="99417"/>
                  </a:lnTo>
                  <a:lnTo>
                    <a:pt x="2714686" y="95440"/>
                  </a:lnTo>
                  <a:lnTo>
                    <a:pt x="2764044" y="91463"/>
                  </a:lnTo>
                  <a:lnTo>
                    <a:pt x="2813401" y="87487"/>
                  </a:lnTo>
                  <a:lnTo>
                    <a:pt x="2862759" y="83510"/>
                  </a:lnTo>
                  <a:lnTo>
                    <a:pt x="2912117" y="79533"/>
                  </a:lnTo>
                  <a:lnTo>
                    <a:pt x="2961475" y="75557"/>
                  </a:lnTo>
                  <a:lnTo>
                    <a:pt x="3010833" y="71580"/>
                  </a:lnTo>
                  <a:lnTo>
                    <a:pt x="3060191" y="67603"/>
                  </a:lnTo>
                  <a:lnTo>
                    <a:pt x="3109549" y="63627"/>
                  </a:lnTo>
                  <a:lnTo>
                    <a:pt x="3158907" y="59650"/>
                  </a:lnTo>
                  <a:lnTo>
                    <a:pt x="3208265" y="55673"/>
                  </a:lnTo>
                  <a:lnTo>
                    <a:pt x="3257623" y="51696"/>
                  </a:lnTo>
                  <a:lnTo>
                    <a:pt x="3306981" y="47720"/>
                  </a:lnTo>
                  <a:lnTo>
                    <a:pt x="3356339" y="43743"/>
                  </a:lnTo>
                  <a:lnTo>
                    <a:pt x="3405697" y="39766"/>
                  </a:lnTo>
                  <a:lnTo>
                    <a:pt x="3455055" y="35790"/>
                  </a:lnTo>
                  <a:lnTo>
                    <a:pt x="3504412" y="31813"/>
                  </a:lnTo>
                  <a:lnTo>
                    <a:pt x="3553770" y="27836"/>
                  </a:lnTo>
                  <a:lnTo>
                    <a:pt x="3603128" y="23860"/>
                  </a:lnTo>
                  <a:lnTo>
                    <a:pt x="3652486" y="19883"/>
                  </a:lnTo>
                  <a:lnTo>
                    <a:pt x="3701844" y="15906"/>
                  </a:lnTo>
                  <a:lnTo>
                    <a:pt x="3751202" y="11930"/>
                  </a:lnTo>
                  <a:lnTo>
                    <a:pt x="3800560" y="7953"/>
                  </a:lnTo>
                  <a:lnTo>
                    <a:pt x="3849918" y="3976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tx218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127093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3085953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4044813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5003672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0.09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228" name="tx228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0" name="pt230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tx232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5" name="pt235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tx243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1428519" y="983989"/>
              <a:ext cx="2110160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GF Offset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98242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45362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39248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3960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3730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363839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69037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016909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24682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71802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81892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96604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27650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15936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19961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03848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03848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37744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26271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39293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418147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18147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85728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82283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86459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19964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437161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61724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305996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297306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61632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338612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05285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97425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282283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15852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40994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501533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01533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967752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96692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449401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46880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16740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83997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83997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30726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61641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96692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61580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987057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77424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77483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15011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40931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375055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477608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49189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37572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30457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296747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318815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296747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94703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312312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435266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314967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336412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449650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314958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335778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329531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318815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331359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276554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295375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348000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330175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331359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435831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276554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312226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450177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348618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43156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35683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1349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342832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312237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10484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95904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64056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5904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91349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85380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329329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785548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853944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785548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425505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115288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96613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96535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63812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248091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424169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43156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247414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57833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475045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009500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942997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36886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1942641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008447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186280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49501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18497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127833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78573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78463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13398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526010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303839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13398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2486781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212702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614751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613483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1578526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631389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612184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88676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88676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72186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264516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056984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50163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2856306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05756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72358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84741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198702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01893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01255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285569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190739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265296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295617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50350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188851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845976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657597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2295617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65941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7566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368140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328096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367551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476342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327437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340943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391782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381028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487053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361686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487538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361125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361125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391782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347123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361565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347185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381455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374518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379270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378830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341396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374949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424938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405313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270711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269960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304641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265078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245149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323231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289971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424528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311390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310793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265052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300474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280966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280941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287361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287033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290080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244814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05313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305244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300098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323231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1623483" y="2504122"/>
              <a:ext cx="3899276" cy="1209064"/>
            </a:xfrm>
            <a:custGeom>
              <a:avLst/>
              <a:pathLst>
                <a:path w="3899276" h="1209064">
                  <a:moveTo>
                    <a:pt x="0" y="294293"/>
                  </a:moveTo>
                  <a:lnTo>
                    <a:pt x="49357" y="303181"/>
                  </a:lnTo>
                  <a:lnTo>
                    <a:pt x="98715" y="312014"/>
                  </a:lnTo>
                  <a:lnTo>
                    <a:pt x="148073" y="320789"/>
                  </a:lnTo>
                  <a:lnTo>
                    <a:pt x="197431" y="329501"/>
                  </a:lnTo>
                  <a:lnTo>
                    <a:pt x="246789" y="338145"/>
                  </a:lnTo>
                  <a:lnTo>
                    <a:pt x="296147" y="346714"/>
                  </a:lnTo>
                  <a:lnTo>
                    <a:pt x="345505" y="355202"/>
                  </a:lnTo>
                  <a:lnTo>
                    <a:pt x="394863" y="363604"/>
                  </a:lnTo>
                  <a:lnTo>
                    <a:pt x="444221" y="371910"/>
                  </a:lnTo>
                  <a:lnTo>
                    <a:pt x="493579" y="380111"/>
                  </a:lnTo>
                  <a:lnTo>
                    <a:pt x="542937" y="388200"/>
                  </a:lnTo>
                  <a:lnTo>
                    <a:pt x="592295" y="396163"/>
                  </a:lnTo>
                  <a:lnTo>
                    <a:pt x="641653" y="403991"/>
                  </a:lnTo>
                  <a:lnTo>
                    <a:pt x="691011" y="411668"/>
                  </a:lnTo>
                  <a:lnTo>
                    <a:pt x="740368" y="419180"/>
                  </a:lnTo>
                  <a:lnTo>
                    <a:pt x="789726" y="426511"/>
                  </a:lnTo>
                  <a:lnTo>
                    <a:pt x="839084" y="433641"/>
                  </a:lnTo>
                  <a:lnTo>
                    <a:pt x="888442" y="440549"/>
                  </a:lnTo>
                  <a:lnTo>
                    <a:pt x="937800" y="447213"/>
                  </a:lnTo>
                  <a:lnTo>
                    <a:pt x="987158" y="453606"/>
                  </a:lnTo>
                  <a:lnTo>
                    <a:pt x="1036516" y="459698"/>
                  </a:lnTo>
                  <a:lnTo>
                    <a:pt x="1085874" y="465459"/>
                  </a:lnTo>
                  <a:lnTo>
                    <a:pt x="1135232" y="470853"/>
                  </a:lnTo>
                  <a:lnTo>
                    <a:pt x="1184590" y="475842"/>
                  </a:lnTo>
                  <a:lnTo>
                    <a:pt x="1233948" y="480384"/>
                  </a:lnTo>
                  <a:lnTo>
                    <a:pt x="1283306" y="484436"/>
                  </a:lnTo>
                  <a:lnTo>
                    <a:pt x="1332664" y="487951"/>
                  </a:lnTo>
                  <a:lnTo>
                    <a:pt x="1382022" y="490883"/>
                  </a:lnTo>
                  <a:lnTo>
                    <a:pt x="1431379" y="493182"/>
                  </a:lnTo>
                  <a:lnTo>
                    <a:pt x="1480737" y="494804"/>
                  </a:lnTo>
                  <a:lnTo>
                    <a:pt x="1530095" y="495705"/>
                  </a:lnTo>
                  <a:lnTo>
                    <a:pt x="1579453" y="495848"/>
                  </a:lnTo>
                  <a:lnTo>
                    <a:pt x="1628811" y="495202"/>
                  </a:lnTo>
                  <a:lnTo>
                    <a:pt x="1678169" y="493746"/>
                  </a:lnTo>
                  <a:lnTo>
                    <a:pt x="1727527" y="491469"/>
                  </a:lnTo>
                  <a:lnTo>
                    <a:pt x="1776885" y="488369"/>
                  </a:lnTo>
                  <a:lnTo>
                    <a:pt x="1826243" y="484459"/>
                  </a:lnTo>
                  <a:lnTo>
                    <a:pt x="1875601" y="479760"/>
                  </a:lnTo>
                  <a:lnTo>
                    <a:pt x="1924959" y="474302"/>
                  </a:lnTo>
                  <a:lnTo>
                    <a:pt x="1974317" y="468122"/>
                  </a:lnTo>
                  <a:lnTo>
                    <a:pt x="2023675" y="461265"/>
                  </a:lnTo>
                  <a:lnTo>
                    <a:pt x="2073033" y="453774"/>
                  </a:lnTo>
                  <a:lnTo>
                    <a:pt x="2122390" y="445699"/>
                  </a:lnTo>
                  <a:lnTo>
                    <a:pt x="2171748" y="437087"/>
                  </a:lnTo>
                  <a:lnTo>
                    <a:pt x="2221106" y="427983"/>
                  </a:lnTo>
                  <a:lnTo>
                    <a:pt x="2270464" y="418432"/>
                  </a:lnTo>
                  <a:lnTo>
                    <a:pt x="2319822" y="408475"/>
                  </a:lnTo>
                  <a:lnTo>
                    <a:pt x="2369180" y="398151"/>
                  </a:lnTo>
                  <a:lnTo>
                    <a:pt x="2418538" y="387494"/>
                  </a:lnTo>
                  <a:lnTo>
                    <a:pt x="2467896" y="376537"/>
                  </a:lnTo>
                  <a:lnTo>
                    <a:pt x="2517254" y="365308"/>
                  </a:lnTo>
                  <a:lnTo>
                    <a:pt x="2566612" y="353834"/>
                  </a:lnTo>
                  <a:lnTo>
                    <a:pt x="2615970" y="342139"/>
                  </a:lnTo>
                  <a:lnTo>
                    <a:pt x="2665328" y="330242"/>
                  </a:lnTo>
                  <a:lnTo>
                    <a:pt x="2714686" y="318163"/>
                  </a:lnTo>
                  <a:lnTo>
                    <a:pt x="2764044" y="305919"/>
                  </a:lnTo>
                  <a:lnTo>
                    <a:pt x="2813401" y="293525"/>
                  </a:lnTo>
                  <a:lnTo>
                    <a:pt x="2862759" y="280994"/>
                  </a:lnTo>
                  <a:lnTo>
                    <a:pt x="2912117" y="268339"/>
                  </a:lnTo>
                  <a:lnTo>
                    <a:pt x="2961475" y="255569"/>
                  </a:lnTo>
                  <a:lnTo>
                    <a:pt x="3010833" y="242696"/>
                  </a:lnTo>
                  <a:lnTo>
                    <a:pt x="3060191" y="229727"/>
                  </a:lnTo>
                  <a:lnTo>
                    <a:pt x="3109549" y="216670"/>
                  </a:lnTo>
                  <a:lnTo>
                    <a:pt x="3158907" y="203533"/>
                  </a:lnTo>
                  <a:lnTo>
                    <a:pt x="3208265" y="190321"/>
                  </a:lnTo>
                  <a:lnTo>
                    <a:pt x="3257623" y="177041"/>
                  </a:lnTo>
                  <a:lnTo>
                    <a:pt x="3306981" y="163698"/>
                  </a:lnTo>
                  <a:lnTo>
                    <a:pt x="3356339" y="150296"/>
                  </a:lnTo>
                  <a:lnTo>
                    <a:pt x="3405697" y="136840"/>
                  </a:lnTo>
                  <a:lnTo>
                    <a:pt x="3455055" y="123334"/>
                  </a:lnTo>
                  <a:lnTo>
                    <a:pt x="3504412" y="109780"/>
                  </a:lnTo>
                  <a:lnTo>
                    <a:pt x="3553770" y="96183"/>
                  </a:lnTo>
                  <a:lnTo>
                    <a:pt x="3603128" y="82545"/>
                  </a:lnTo>
                  <a:lnTo>
                    <a:pt x="3652486" y="68869"/>
                  </a:lnTo>
                  <a:lnTo>
                    <a:pt x="3701844" y="55158"/>
                  </a:lnTo>
                  <a:lnTo>
                    <a:pt x="3751202" y="41413"/>
                  </a:lnTo>
                  <a:lnTo>
                    <a:pt x="3800560" y="27637"/>
                  </a:lnTo>
                  <a:lnTo>
                    <a:pt x="3849918" y="13832"/>
                  </a:lnTo>
                  <a:lnTo>
                    <a:pt x="3899276" y="0"/>
                  </a:lnTo>
                  <a:lnTo>
                    <a:pt x="3899276" y="1142382"/>
                  </a:lnTo>
                  <a:lnTo>
                    <a:pt x="3849918" y="1133118"/>
                  </a:lnTo>
                  <a:lnTo>
                    <a:pt x="3800560" y="1123883"/>
                  </a:lnTo>
                  <a:lnTo>
                    <a:pt x="3751202" y="1114676"/>
                  </a:lnTo>
                  <a:lnTo>
                    <a:pt x="3701844" y="1105501"/>
                  </a:lnTo>
                  <a:lnTo>
                    <a:pt x="3652486" y="1096358"/>
                  </a:lnTo>
                  <a:lnTo>
                    <a:pt x="3603128" y="1087252"/>
                  </a:lnTo>
                  <a:lnTo>
                    <a:pt x="3553770" y="1078183"/>
                  </a:lnTo>
                  <a:lnTo>
                    <a:pt x="3504412" y="1069156"/>
                  </a:lnTo>
                  <a:lnTo>
                    <a:pt x="3455055" y="1060171"/>
                  </a:lnTo>
                  <a:lnTo>
                    <a:pt x="3405697" y="1051234"/>
                  </a:lnTo>
                  <a:lnTo>
                    <a:pt x="3356339" y="1042347"/>
                  </a:lnTo>
                  <a:lnTo>
                    <a:pt x="3306981" y="1033515"/>
                  </a:lnTo>
                  <a:lnTo>
                    <a:pt x="3257623" y="1024741"/>
                  </a:lnTo>
                  <a:lnTo>
                    <a:pt x="3208265" y="1016030"/>
                  </a:lnTo>
                  <a:lnTo>
                    <a:pt x="3158907" y="1007388"/>
                  </a:lnTo>
                  <a:lnTo>
                    <a:pt x="3109549" y="998820"/>
                  </a:lnTo>
                  <a:lnTo>
                    <a:pt x="3060191" y="990333"/>
                  </a:lnTo>
                  <a:lnTo>
                    <a:pt x="3010833" y="981933"/>
                  </a:lnTo>
                  <a:lnTo>
                    <a:pt x="2961475" y="973629"/>
                  </a:lnTo>
                  <a:lnTo>
                    <a:pt x="2912117" y="965429"/>
                  </a:lnTo>
                  <a:lnTo>
                    <a:pt x="2862759" y="957343"/>
                  </a:lnTo>
                  <a:lnTo>
                    <a:pt x="2813401" y="949381"/>
                  </a:lnTo>
                  <a:lnTo>
                    <a:pt x="2764044" y="941556"/>
                  </a:lnTo>
                  <a:lnTo>
                    <a:pt x="2714686" y="933881"/>
                  </a:lnTo>
                  <a:lnTo>
                    <a:pt x="2665328" y="926372"/>
                  </a:lnTo>
                  <a:lnTo>
                    <a:pt x="2615970" y="919045"/>
                  </a:lnTo>
                  <a:lnTo>
                    <a:pt x="2566612" y="911918"/>
                  </a:lnTo>
                  <a:lnTo>
                    <a:pt x="2517254" y="905014"/>
                  </a:lnTo>
                  <a:lnTo>
                    <a:pt x="2467896" y="898354"/>
                  </a:lnTo>
                  <a:lnTo>
                    <a:pt x="2418538" y="891967"/>
                  </a:lnTo>
                  <a:lnTo>
                    <a:pt x="2369180" y="885879"/>
                  </a:lnTo>
                  <a:lnTo>
                    <a:pt x="2319822" y="880124"/>
                  </a:lnTo>
                  <a:lnTo>
                    <a:pt x="2270464" y="874737"/>
                  </a:lnTo>
                  <a:lnTo>
                    <a:pt x="2221106" y="869755"/>
                  </a:lnTo>
                  <a:lnTo>
                    <a:pt x="2171748" y="865221"/>
                  </a:lnTo>
                  <a:lnTo>
                    <a:pt x="2122390" y="861177"/>
                  </a:lnTo>
                  <a:lnTo>
                    <a:pt x="2073033" y="857672"/>
                  </a:lnTo>
                  <a:lnTo>
                    <a:pt x="2023675" y="854751"/>
                  </a:lnTo>
                  <a:lnTo>
                    <a:pt x="1974317" y="852462"/>
                  </a:lnTo>
                  <a:lnTo>
                    <a:pt x="1924959" y="850852"/>
                  </a:lnTo>
                  <a:lnTo>
                    <a:pt x="1875601" y="849963"/>
                  </a:lnTo>
                  <a:lnTo>
                    <a:pt x="1826243" y="849833"/>
                  </a:lnTo>
                  <a:lnTo>
                    <a:pt x="1776885" y="850492"/>
                  </a:lnTo>
                  <a:lnTo>
                    <a:pt x="1727527" y="851962"/>
                  </a:lnTo>
                  <a:lnTo>
                    <a:pt x="1678169" y="854254"/>
                  </a:lnTo>
                  <a:lnTo>
                    <a:pt x="1628811" y="857367"/>
                  </a:lnTo>
                  <a:lnTo>
                    <a:pt x="1579453" y="861291"/>
                  </a:lnTo>
                  <a:lnTo>
                    <a:pt x="1530095" y="866003"/>
                  </a:lnTo>
                  <a:lnTo>
                    <a:pt x="1480737" y="871473"/>
                  </a:lnTo>
                  <a:lnTo>
                    <a:pt x="1431379" y="877665"/>
                  </a:lnTo>
                  <a:lnTo>
                    <a:pt x="1382022" y="884533"/>
                  </a:lnTo>
                  <a:lnTo>
                    <a:pt x="1332664" y="892034"/>
                  </a:lnTo>
                  <a:lnTo>
                    <a:pt x="1283306" y="900119"/>
                  </a:lnTo>
                  <a:lnTo>
                    <a:pt x="1233948" y="908740"/>
                  </a:lnTo>
                  <a:lnTo>
                    <a:pt x="1184590" y="917851"/>
                  </a:lnTo>
                  <a:lnTo>
                    <a:pt x="1135232" y="927409"/>
                  </a:lnTo>
                  <a:lnTo>
                    <a:pt x="1085874" y="937373"/>
                  </a:lnTo>
                  <a:lnTo>
                    <a:pt x="1036516" y="947703"/>
                  </a:lnTo>
                  <a:lnTo>
                    <a:pt x="987158" y="958365"/>
                  </a:lnTo>
                  <a:lnTo>
                    <a:pt x="937800" y="969327"/>
                  </a:lnTo>
                  <a:lnTo>
                    <a:pt x="888442" y="980560"/>
                  </a:lnTo>
                  <a:lnTo>
                    <a:pt x="839084" y="992038"/>
                  </a:lnTo>
                  <a:lnTo>
                    <a:pt x="789726" y="1003737"/>
                  </a:lnTo>
                  <a:lnTo>
                    <a:pt x="740368" y="1015637"/>
                  </a:lnTo>
                  <a:lnTo>
                    <a:pt x="691011" y="1027719"/>
                  </a:lnTo>
                  <a:lnTo>
                    <a:pt x="641653" y="1039965"/>
                  </a:lnTo>
                  <a:lnTo>
                    <a:pt x="592295" y="1052362"/>
                  </a:lnTo>
                  <a:lnTo>
                    <a:pt x="542937" y="1064895"/>
                  </a:lnTo>
                  <a:lnTo>
                    <a:pt x="493579" y="1077552"/>
                  </a:lnTo>
                  <a:lnTo>
                    <a:pt x="444221" y="1090323"/>
                  </a:lnTo>
                  <a:lnTo>
                    <a:pt x="394863" y="1103199"/>
                  </a:lnTo>
                  <a:lnTo>
                    <a:pt x="345505" y="1116169"/>
                  </a:lnTo>
                  <a:lnTo>
                    <a:pt x="296147" y="1129227"/>
                  </a:lnTo>
                  <a:lnTo>
                    <a:pt x="246789" y="1142366"/>
                  </a:lnTo>
                  <a:lnTo>
                    <a:pt x="197431" y="1155578"/>
                  </a:lnTo>
                  <a:lnTo>
                    <a:pt x="148073" y="1168859"/>
                  </a:lnTo>
                  <a:lnTo>
                    <a:pt x="98715" y="1182204"/>
                  </a:lnTo>
                  <a:lnTo>
                    <a:pt x="49357" y="1195607"/>
                  </a:lnTo>
                  <a:lnTo>
                    <a:pt x="0" y="120906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623483" y="2504122"/>
              <a:ext cx="3899276" cy="495848"/>
            </a:xfrm>
            <a:custGeom>
              <a:avLst/>
              <a:pathLst>
                <a:path w="3899276" h="495848">
                  <a:moveTo>
                    <a:pt x="0" y="294293"/>
                  </a:moveTo>
                  <a:lnTo>
                    <a:pt x="49357" y="303181"/>
                  </a:lnTo>
                  <a:lnTo>
                    <a:pt x="98715" y="312014"/>
                  </a:lnTo>
                  <a:lnTo>
                    <a:pt x="148073" y="320789"/>
                  </a:lnTo>
                  <a:lnTo>
                    <a:pt x="197431" y="329501"/>
                  </a:lnTo>
                  <a:lnTo>
                    <a:pt x="246789" y="338145"/>
                  </a:lnTo>
                  <a:lnTo>
                    <a:pt x="296147" y="346714"/>
                  </a:lnTo>
                  <a:lnTo>
                    <a:pt x="345505" y="355202"/>
                  </a:lnTo>
                  <a:lnTo>
                    <a:pt x="394863" y="363604"/>
                  </a:lnTo>
                  <a:lnTo>
                    <a:pt x="444221" y="371910"/>
                  </a:lnTo>
                  <a:lnTo>
                    <a:pt x="493579" y="380111"/>
                  </a:lnTo>
                  <a:lnTo>
                    <a:pt x="542937" y="388200"/>
                  </a:lnTo>
                  <a:lnTo>
                    <a:pt x="592295" y="396163"/>
                  </a:lnTo>
                  <a:lnTo>
                    <a:pt x="641653" y="403991"/>
                  </a:lnTo>
                  <a:lnTo>
                    <a:pt x="691011" y="411668"/>
                  </a:lnTo>
                  <a:lnTo>
                    <a:pt x="740368" y="419180"/>
                  </a:lnTo>
                  <a:lnTo>
                    <a:pt x="789726" y="426511"/>
                  </a:lnTo>
                  <a:lnTo>
                    <a:pt x="839084" y="433641"/>
                  </a:lnTo>
                  <a:lnTo>
                    <a:pt x="888442" y="440549"/>
                  </a:lnTo>
                  <a:lnTo>
                    <a:pt x="937800" y="447213"/>
                  </a:lnTo>
                  <a:lnTo>
                    <a:pt x="987158" y="453606"/>
                  </a:lnTo>
                  <a:lnTo>
                    <a:pt x="1036516" y="459698"/>
                  </a:lnTo>
                  <a:lnTo>
                    <a:pt x="1085874" y="465459"/>
                  </a:lnTo>
                  <a:lnTo>
                    <a:pt x="1135232" y="470853"/>
                  </a:lnTo>
                  <a:lnTo>
                    <a:pt x="1184590" y="475842"/>
                  </a:lnTo>
                  <a:lnTo>
                    <a:pt x="1233948" y="480384"/>
                  </a:lnTo>
                  <a:lnTo>
                    <a:pt x="1283306" y="484436"/>
                  </a:lnTo>
                  <a:lnTo>
                    <a:pt x="1332664" y="487951"/>
                  </a:lnTo>
                  <a:lnTo>
                    <a:pt x="1382022" y="490883"/>
                  </a:lnTo>
                  <a:lnTo>
                    <a:pt x="1431379" y="493182"/>
                  </a:lnTo>
                  <a:lnTo>
                    <a:pt x="1480737" y="494804"/>
                  </a:lnTo>
                  <a:lnTo>
                    <a:pt x="1530095" y="495705"/>
                  </a:lnTo>
                  <a:lnTo>
                    <a:pt x="1579453" y="495848"/>
                  </a:lnTo>
                  <a:lnTo>
                    <a:pt x="1628811" y="495202"/>
                  </a:lnTo>
                  <a:lnTo>
                    <a:pt x="1678169" y="493746"/>
                  </a:lnTo>
                  <a:lnTo>
                    <a:pt x="1727527" y="491469"/>
                  </a:lnTo>
                  <a:lnTo>
                    <a:pt x="1776885" y="488369"/>
                  </a:lnTo>
                  <a:lnTo>
                    <a:pt x="1826243" y="484459"/>
                  </a:lnTo>
                  <a:lnTo>
                    <a:pt x="1875601" y="479760"/>
                  </a:lnTo>
                  <a:lnTo>
                    <a:pt x="1924959" y="474302"/>
                  </a:lnTo>
                  <a:lnTo>
                    <a:pt x="1974317" y="468122"/>
                  </a:lnTo>
                  <a:lnTo>
                    <a:pt x="2023675" y="461265"/>
                  </a:lnTo>
                  <a:lnTo>
                    <a:pt x="2073033" y="453774"/>
                  </a:lnTo>
                  <a:lnTo>
                    <a:pt x="2122390" y="445699"/>
                  </a:lnTo>
                  <a:lnTo>
                    <a:pt x="2171748" y="437087"/>
                  </a:lnTo>
                  <a:lnTo>
                    <a:pt x="2221106" y="427983"/>
                  </a:lnTo>
                  <a:lnTo>
                    <a:pt x="2270464" y="418432"/>
                  </a:lnTo>
                  <a:lnTo>
                    <a:pt x="2319822" y="408475"/>
                  </a:lnTo>
                  <a:lnTo>
                    <a:pt x="2369180" y="398151"/>
                  </a:lnTo>
                  <a:lnTo>
                    <a:pt x="2418538" y="387494"/>
                  </a:lnTo>
                  <a:lnTo>
                    <a:pt x="2467896" y="376537"/>
                  </a:lnTo>
                  <a:lnTo>
                    <a:pt x="2517254" y="365308"/>
                  </a:lnTo>
                  <a:lnTo>
                    <a:pt x="2566612" y="353834"/>
                  </a:lnTo>
                  <a:lnTo>
                    <a:pt x="2615970" y="342139"/>
                  </a:lnTo>
                  <a:lnTo>
                    <a:pt x="2665328" y="330242"/>
                  </a:lnTo>
                  <a:lnTo>
                    <a:pt x="2714686" y="318163"/>
                  </a:lnTo>
                  <a:lnTo>
                    <a:pt x="2764044" y="305919"/>
                  </a:lnTo>
                  <a:lnTo>
                    <a:pt x="2813401" y="293525"/>
                  </a:lnTo>
                  <a:lnTo>
                    <a:pt x="2862759" y="280994"/>
                  </a:lnTo>
                  <a:lnTo>
                    <a:pt x="2912117" y="268339"/>
                  </a:lnTo>
                  <a:lnTo>
                    <a:pt x="2961475" y="255569"/>
                  </a:lnTo>
                  <a:lnTo>
                    <a:pt x="3010833" y="242696"/>
                  </a:lnTo>
                  <a:lnTo>
                    <a:pt x="3060191" y="229727"/>
                  </a:lnTo>
                  <a:lnTo>
                    <a:pt x="3109549" y="216670"/>
                  </a:lnTo>
                  <a:lnTo>
                    <a:pt x="3158907" y="203533"/>
                  </a:lnTo>
                  <a:lnTo>
                    <a:pt x="3208265" y="190321"/>
                  </a:lnTo>
                  <a:lnTo>
                    <a:pt x="3257623" y="177041"/>
                  </a:lnTo>
                  <a:lnTo>
                    <a:pt x="3306981" y="163698"/>
                  </a:lnTo>
                  <a:lnTo>
                    <a:pt x="3356339" y="150296"/>
                  </a:lnTo>
                  <a:lnTo>
                    <a:pt x="3405697" y="136840"/>
                  </a:lnTo>
                  <a:lnTo>
                    <a:pt x="3455055" y="123334"/>
                  </a:lnTo>
                  <a:lnTo>
                    <a:pt x="3504412" y="109780"/>
                  </a:lnTo>
                  <a:lnTo>
                    <a:pt x="3553770" y="96183"/>
                  </a:lnTo>
                  <a:lnTo>
                    <a:pt x="3603128" y="82545"/>
                  </a:lnTo>
                  <a:lnTo>
                    <a:pt x="3652486" y="68869"/>
                  </a:lnTo>
                  <a:lnTo>
                    <a:pt x="3701844" y="55158"/>
                  </a:lnTo>
                  <a:lnTo>
                    <a:pt x="3751202" y="41413"/>
                  </a:lnTo>
                  <a:lnTo>
                    <a:pt x="3800560" y="27637"/>
                  </a:lnTo>
                  <a:lnTo>
                    <a:pt x="3849918" y="13832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623483" y="3353956"/>
              <a:ext cx="3899276" cy="359230"/>
            </a:xfrm>
            <a:custGeom>
              <a:avLst/>
              <a:pathLst>
                <a:path w="3899276" h="359230">
                  <a:moveTo>
                    <a:pt x="3899276" y="292548"/>
                  </a:moveTo>
                  <a:lnTo>
                    <a:pt x="3849918" y="283285"/>
                  </a:lnTo>
                  <a:lnTo>
                    <a:pt x="3800560" y="274049"/>
                  </a:lnTo>
                  <a:lnTo>
                    <a:pt x="3751202" y="264842"/>
                  </a:lnTo>
                  <a:lnTo>
                    <a:pt x="3701844" y="255667"/>
                  </a:lnTo>
                  <a:lnTo>
                    <a:pt x="3652486" y="246525"/>
                  </a:lnTo>
                  <a:lnTo>
                    <a:pt x="3603128" y="237418"/>
                  </a:lnTo>
                  <a:lnTo>
                    <a:pt x="3553770" y="228350"/>
                  </a:lnTo>
                  <a:lnTo>
                    <a:pt x="3504412" y="219322"/>
                  </a:lnTo>
                  <a:lnTo>
                    <a:pt x="3455055" y="210338"/>
                  </a:lnTo>
                  <a:lnTo>
                    <a:pt x="3405697" y="201400"/>
                  </a:lnTo>
                  <a:lnTo>
                    <a:pt x="3356339" y="192514"/>
                  </a:lnTo>
                  <a:lnTo>
                    <a:pt x="3306981" y="183681"/>
                  </a:lnTo>
                  <a:lnTo>
                    <a:pt x="3257623" y="174907"/>
                  </a:lnTo>
                  <a:lnTo>
                    <a:pt x="3208265" y="166197"/>
                  </a:lnTo>
                  <a:lnTo>
                    <a:pt x="3158907" y="157554"/>
                  </a:lnTo>
                  <a:lnTo>
                    <a:pt x="3109549" y="148986"/>
                  </a:lnTo>
                  <a:lnTo>
                    <a:pt x="3060191" y="140499"/>
                  </a:lnTo>
                  <a:lnTo>
                    <a:pt x="3010833" y="132099"/>
                  </a:lnTo>
                  <a:lnTo>
                    <a:pt x="2961475" y="123795"/>
                  </a:lnTo>
                  <a:lnTo>
                    <a:pt x="2912117" y="115595"/>
                  </a:lnTo>
                  <a:lnTo>
                    <a:pt x="2862759" y="107509"/>
                  </a:lnTo>
                  <a:lnTo>
                    <a:pt x="2813401" y="99547"/>
                  </a:lnTo>
                  <a:lnTo>
                    <a:pt x="2764044" y="91723"/>
                  </a:lnTo>
                  <a:lnTo>
                    <a:pt x="2714686" y="84048"/>
                  </a:lnTo>
                  <a:lnTo>
                    <a:pt x="2665328" y="76538"/>
                  </a:lnTo>
                  <a:lnTo>
                    <a:pt x="2615970" y="69211"/>
                  </a:lnTo>
                  <a:lnTo>
                    <a:pt x="2566612" y="62085"/>
                  </a:lnTo>
                  <a:lnTo>
                    <a:pt x="2517254" y="55180"/>
                  </a:lnTo>
                  <a:lnTo>
                    <a:pt x="2467896" y="48521"/>
                  </a:lnTo>
                  <a:lnTo>
                    <a:pt x="2418538" y="42133"/>
                  </a:lnTo>
                  <a:lnTo>
                    <a:pt x="2369180" y="36046"/>
                  </a:lnTo>
                  <a:lnTo>
                    <a:pt x="2319822" y="30291"/>
                  </a:lnTo>
                  <a:lnTo>
                    <a:pt x="2270464" y="24903"/>
                  </a:lnTo>
                  <a:lnTo>
                    <a:pt x="2221106" y="19921"/>
                  </a:lnTo>
                  <a:lnTo>
                    <a:pt x="2171748" y="15387"/>
                  </a:lnTo>
                  <a:lnTo>
                    <a:pt x="2122390" y="11344"/>
                  </a:lnTo>
                  <a:lnTo>
                    <a:pt x="2073033" y="7838"/>
                  </a:lnTo>
                  <a:lnTo>
                    <a:pt x="2023675" y="4917"/>
                  </a:lnTo>
                  <a:lnTo>
                    <a:pt x="1974317" y="2628"/>
                  </a:lnTo>
                  <a:lnTo>
                    <a:pt x="1924959" y="1018"/>
                  </a:lnTo>
                  <a:lnTo>
                    <a:pt x="1875601" y="129"/>
                  </a:lnTo>
                  <a:lnTo>
                    <a:pt x="1826243" y="0"/>
                  </a:lnTo>
                  <a:lnTo>
                    <a:pt x="1776885" y="659"/>
                  </a:lnTo>
                  <a:lnTo>
                    <a:pt x="1727527" y="2129"/>
                  </a:lnTo>
                  <a:lnTo>
                    <a:pt x="1678169" y="4420"/>
                  </a:lnTo>
                  <a:lnTo>
                    <a:pt x="1628811" y="7533"/>
                  </a:lnTo>
                  <a:lnTo>
                    <a:pt x="1579453" y="11457"/>
                  </a:lnTo>
                  <a:lnTo>
                    <a:pt x="1530095" y="16169"/>
                  </a:lnTo>
                  <a:lnTo>
                    <a:pt x="1480737" y="21640"/>
                  </a:lnTo>
                  <a:lnTo>
                    <a:pt x="1431379" y="27831"/>
                  </a:lnTo>
                  <a:lnTo>
                    <a:pt x="1382022" y="34700"/>
                  </a:lnTo>
                  <a:lnTo>
                    <a:pt x="1332664" y="42200"/>
                  </a:lnTo>
                  <a:lnTo>
                    <a:pt x="1283306" y="50285"/>
                  </a:lnTo>
                  <a:lnTo>
                    <a:pt x="1233948" y="58906"/>
                  </a:lnTo>
                  <a:lnTo>
                    <a:pt x="1184590" y="68018"/>
                  </a:lnTo>
                  <a:lnTo>
                    <a:pt x="1135232" y="77576"/>
                  </a:lnTo>
                  <a:lnTo>
                    <a:pt x="1085874" y="87539"/>
                  </a:lnTo>
                  <a:lnTo>
                    <a:pt x="1036516" y="97869"/>
                  </a:lnTo>
                  <a:lnTo>
                    <a:pt x="987158" y="108531"/>
                  </a:lnTo>
                  <a:lnTo>
                    <a:pt x="937800" y="119493"/>
                  </a:lnTo>
                  <a:lnTo>
                    <a:pt x="888442" y="130726"/>
                  </a:lnTo>
                  <a:lnTo>
                    <a:pt x="839084" y="142204"/>
                  </a:lnTo>
                  <a:lnTo>
                    <a:pt x="789726" y="153903"/>
                  </a:lnTo>
                  <a:lnTo>
                    <a:pt x="740368" y="165803"/>
                  </a:lnTo>
                  <a:lnTo>
                    <a:pt x="691011" y="177885"/>
                  </a:lnTo>
                  <a:lnTo>
                    <a:pt x="641653" y="190132"/>
                  </a:lnTo>
                  <a:lnTo>
                    <a:pt x="592295" y="202528"/>
                  </a:lnTo>
                  <a:lnTo>
                    <a:pt x="542937" y="215061"/>
                  </a:lnTo>
                  <a:lnTo>
                    <a:pt x="493579" y="227719"/>
                  </a:lnTo>
                  <a:lnTo>
                    <a:pt x="444221" y="240490"/>
                  </a:lnTo>
                  <a:lnTo>
                    <a:pt x="394863" y="253365"/>
                  </a:lnTo>
                  <a:lnTo>
                    <a:pt x="345505" y="266336"/>
                  </a:lnTo>
                  <a:lnTo>
                    <a:pt x="296147" y="279394"/>
                  </a:lnTo>
                  <a:lnTo>
                    <a:pt x="246789" y="292532"/>
                  </a:lnTo>
                  <a:lnTo>
                    <a:pt x="197431" y="305745"/>
                  </a:lnTo>
                  <a:lnTo>
                    <a:pt x="148073" y="319026"/>
                  </a:lnTo>
                  <a:lnTo>
                    <a:pt x="98715" y="332370"/>
                  </a:lnTo>
                  <a:lnTo>
                    <a:pt x="49357" y="345773"/>
                  </a:lnTo>
                  <a:lnTo>
                    <a:pt x="0" y="3592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623483" y="3075313"/>
              <a:ext cx="3899276" cy="180487"/>
            </a:xfrm>
            <a:custGeom>
              <a:avLst/>
              <a:pathLst>
                <a:path w="3899276" h="180487">
                  <a:moveTo>
                    <a:pt x="0" y="180487"/>
                  </a:moveTo>
                  <a:lnTo>
                    <a:pt x="49357" y="178203"/>
                  </a:lnTo>
                  <a:lnTo>
                    <a:pt x="98715" y="175918"/>
                  </a:lnTo>
                  <a:lnTo>
                    <a:pt x="148073" y="173633"/>
                  </a:lnTo>
                  <a:lnTo>
                    <a:pt x="197431" y="171349"/>
                  </a:lnTo>
                  <a:lnTo>
                    <a:pt x="246789" y="169064"/>
                  </a:lnTo>
                  <a:lnTo>
                    <a:pt x="296147" y="166779"/>
                  </a:lnTo>
                  <a:lnTo>
                    <a:pt x="345505" y="164495"/>
                  </a:lnTo>
                  <a:lnTo>
                    <a:pt x="394863" y="162210"/>
                  </a:lnTo>
                  <a:lnTo>
                    <a:pt x="444221" y="159925"/>
                  </a:lnTo>
                  <a:lnTo>
                    <a:pt x="493579" y="157641"/>
                  </a:lnTo>
                  <a:lnTo>
                    <a:pt x="542937" y="155356"/>
                  </a:lnTo>
                  <a:lnTo>
                    <a:pt x="592295" y="153071"/>
                  </a:lnTo>
                  <a:lnTo>
                    <a:pt x="641653" y="150787"/>
                  </a:lnTo>
                  <a:lnTo>
                    <a:pt x="691011" y="148502"/>
                  </a:lnTo>
                  <a:lnTo>
                    <a:pt x="740368" y="146217"/>
                  </a:lnTo>
                  <a:lnTo>
                    <a:pt x="789726" y="143933"/>
                  </a:lnTo>
                  <a:lnTo>
                    <a:pt x="839084" y="141648"/>
                  </a:lnTo>
                  <a:lnTo>
                    <a:pt x="888442" y="139364"/>
                  </a:lnTo>
                  <a:lnTo>
                    <a:pt x="937800" y="137079"/>
                  </a:lnTo>
                  <a:lnTo>
                    <a:pt x="987158" y="134794"/>
                  </a:lnTo>
                  <a:lnTo>
                    <a:pt x="1036516" y="132510"/>
                  </a:lnTo>
                  <a:lnTo>
                    <a:pt x="1085874" y="130225"/>
                  </a:lnTo>
                  <a:lnTo>
                    <a:pt x="1135232" y="127940"/>
                  </a:lnTo>
                  <a:lnTo>
                    <a:pt x="1184590" y="125656"/>
                  </a:lnTo>
                  <a:lnTo>
                    <a:pt x="1233948" y="123371"/>
                  </a:lnTo>
                  <a:lnTo>
                    <a:pt x="1283306" y="121086"/>
                  </a:lnTo>
                  <a:lnTo>
                    <a:pt x="1332664" y="118802"/>
                  </a:lnTo>
                  <a:lnTo>
                    <a:pt x="1382022" y="116517"/>
                  </a:lnTo>
                  <a:lnTo>
                    <a:pt x="1431379" y="114232"/>
                  </a:lnTo>
                  <a:lnTo>
                    <a:pt x="1480737" y="111948"/>
                  </a:lnTo>
                  <a:lnTo>
                    <a:pt x="1530095" y="109663"/>
                  </a:lnTo>
                  <a:lnTo>
                    <a:pt x="1579453" y="107378"/>
                  </a:lnTo>
                  <a:lnTo>
                    <a:pt x="1628811" y="105094"/>
                  </a:lnTo>
                  <a:lnTo>
                    <a:pt x="1678169" y="102809"/>
                  </a:lnTo>
                  <a:lnTo>
                    <a:pt x="1727527" y="100524"/>
                  </a:lnTo>
                  <a:lnTo>
                    <a:pt x="1776885" y="98240"/>
                  </a:lnTo>
                  <a:lnTo>
                    <a:pt x="1826243" y="95955"/>
                  </a:lnTo>
                  <a:lnTo>
                    <a:pt x="1875601" y="93670"/>
                  </a:lnTo>
                  <a:lnTo>
                    <a:pt x="1924959" y="91386"/>
                  </a:lnTo>
                  <a:lnTo>
                    <a:pt x="1974317" y="89101"/>
                  </a:lnTo>
                  <a:lnTo>
                    <a:pt x="2023675" y="86816"/>
                  </a:lnTo>
                  <a:lnTo>
                    <a:pt x="2073033" y="84532"/>
                  </a:lnTo>
                  <a:lnTo>
                    <a:pt x="2122390" y="82247"/>
                  </a:lnTo>
                  <a:lnTo>
                    <a:pt x="2171748" y="79962"/>
                  </a:lnTo>
                  <a:lnTo>
                    <a:pt x="2221106" y="77678"/>
                  </a:lnTo>
                  <a:lnTo>
                    <a:pt x="2270464" y="75393"/>
                  </a:lnTo>
                  <a:lnTo>
                    <a:pt x="2319822" y="73108"/>
                  </a:lnTo>
                  <a:lnTo>
                    <a:pt x="2369180" y="70824"/>
                  </a:lnTo>
                  <a:lnTo>
                    <a:pt x="2418538" y="68539"/>
                  </a:lnTo>
                  <a:lnTo>
                    <a:pt x="2467896" y="66255"/>
                  </a:lnTo>
                  <a:lnTo>
                    <a:pt x="2517254" y="63970"/>
                  </a:lnTo>
                  <a:lnTo>
                    <a:pt x="2566612" y="61685"/>
                  </a:lnTo>
                  <a:lnTo>
                    <a:pt x="2615970" y="59401"/>
                  </a:lnTo>
                  <a:lnTo>
                    <a:pt x="2665328" y="57116"/>
                  </a:lnTo>
                  <a:lnTo>
                    <a:pt x="2714686" y="54831"/>
                  </a:lnTo>
                  <a:lnTo>
                    <a:pt x="2764044" y="52547"/>
                  </a:lnTo>
                  <a:lnTo>
                    <a:pt x="2813401" y="50262"/>
                  </a:lnTo>
                  <a:lnTo>
                    <a:pt x="2862759" y="47977"/>
                  </a:lnTo>
                  <a:lnTo>
                    <a:pt x="2912117" y="45693"/>
                  </a:lnTo>
                  <a:lnTo>
                    <a:pt x="2961475" y="43408"/>
                  </a:lnTo>
                  <a:lnTo>
                    <a:pt x="3010833" y="41123"/>
                  </a:lnTo>
                  <a:lnTo>
                    <a:pt x="3060191" y="38839"/>
                  </a:lnTo>
                  <a:lnTo>
                    <a:pt x="3109549" y="36554"/>
                  </a:lnTo>
                  <a:lnTo>
                    <a:pt x="3158907" y="34269"/>
                  </a:lnTo>
                  <a:lnTo>
                    <a:pt x="3208265" y="31985"/>
                  </a:lnTo>
                  <a:lnTo>
                    <a:pt x="3257623" y="29700"/>
                  </a:lnTo>
                  <a:lnTo>
                    <a:pt x="3306981" y="27415"/>
                  </a:lnTo>
                  <a:lnTo>
                    <a:pt x="3356339" y="25131"/>
                  </a:lnTo>
                  <a:lnTo>
                    <a:pt x="3405697" y="22846"/>
                  </a:lnTo>
                  <a:lnTo>
                    <a:pt x="3455055" y="20561"/>
                  </a:lnTo>
                  <a:lnTo>
                    <a:pt x="3504412" y="18277"/>
                  </a:lnTo>
                  <a:lnTo>
                    <a:pt x="3553770" y="15992"/>
                  </a:lnTo>
                  <a:lnTo>
                    <a:pt x="3603128" y="13707"/>
                  </a:lnTo>
                  <a:lnTo>
                    <a:pt x="3652486" y="11423"/>
                  </a:lnTo>
                  <a:lnTo>
                    <a:pt x="3701844" y="9138"/>
                  </a:lnTo>
                  <a:lnTo>
                    <a:pt x="3751202" y="6853"/>
                  </a:lnTo>
                  <a:lnTo>
                    <a:pt x="3800560" y="4569"/>
                  </a:lnTo>
                  <a:lnTo>
                    <a:pt x="3849918" y="2284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493592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609623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3756742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4903862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2835292" y="4372931"/>
              <a:ext cx="14756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227" name="tx227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29" name="pt229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tx231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4" name="pt234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242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1428519" y="983989"/>
              <a:ext cx="315632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Environmental Distance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1396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2643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3889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45136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383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07732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2019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23266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04513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85759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7006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9338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7152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1064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405204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1064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11062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2792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10187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39345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9968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85244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1939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9908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47126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225886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38558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21063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23074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1897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6986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013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1072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22792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40493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884921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30303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84062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54995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27456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30310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84209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27456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07217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536680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40925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12956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47103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83875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47103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54995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40938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36680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12963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23473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23473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07283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84128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88744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0383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21316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396348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22431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20424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396642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203087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367048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390758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366803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22270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38242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202263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38230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40284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39110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226542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472141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47232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402602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202690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22471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20260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98110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80051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87744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63682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97993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87744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189216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93587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93570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79379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178694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78201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63682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00908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179376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66764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99271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79468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180104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00992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179376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66764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89170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99249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89039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09375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01592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170014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09347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70014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82080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19697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139538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57951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81908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58010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158029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63030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63060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13899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01642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158073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171872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19697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171866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89029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163868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35090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39365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65649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3593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39365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188577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63668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58493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65686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75639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64123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35090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85876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49651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64135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88532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163882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75639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5841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49724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70078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185860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70173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25544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47341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442104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473675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264051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441836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4619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458981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24657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459121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26173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24601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255799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479035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246420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26140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264051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24715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46739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24657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24601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467126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47857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178318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187666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34905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19822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17798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43757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357637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33477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362844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179432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33462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198451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19829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3757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34902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36913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19280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17916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188364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35760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17825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36934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17804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362680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840636" y="1516266"/>
              <a:ext cx="2595912" cy="0"/>
            </a:xfrm>
            <a:custGeom>
              <a:avLst/>
              <a:pathLst>
                <a:path w="2595912" h="0">
                  <a:moveTo>
                    <a:pt x="0" y="0"/>
                  </a:moveTo>
                  <a:lnTo>
                    <a:pt x="32859" y="0"/>
                  </a:lnTo>
                  <a:lnTo>
                    <a:pt x="65719" y="0"/>
                  </a:lnTo>
                  <a:lnTo>
                    <a:pt x="98578" y="0"/>
                  </a:lnTo>
                  <a:lnTo>
                    <a:pt x="131438" y="0"/>
                  </a:lnTo>
                  <a:lnTo>
                    <a:pt x="164298" y="0"/>
                  </a:lnTo>
                  <a:lnTo>
                    <a:pt x="197157" y="0"/>
                  </a:lnTo>
                  <a:lnTo>
                    <a:pt x="230017" y="0"/>
                  </a:lnTo>
                  <a:lnTo>
                    <a:pt x="262877" y="0"/>
                  </a:lnTo>
                  <a:lnTo>
                    <a:pt x="295736" y="0"/>
                  </a:lnTo>
                  <a:lnTo>
                    <a:pt x="328596" y="0"/>
                  </a:lnTo>
                  <a:lnTo>
                    <a:pt x="361456" y="0"/>
                  </a:lnTo>
                  <a:lnTo>
                    <a:pt x="394315" y="0"/>
                  </a:lnTo>
                  <a:lnTo>
                    <a:pt x="427175" y="0"/>
                  </a:lnTo>
                  <a:lnTo>
                    <a:pt x="460035" y="0"/>
                  </a:lnTo>
                  <a:lnTo>
                    <a:pt x="492894" y="0"/>
                  </a:lnTo>
                  <a:lnTo>
                    <a:pt x="525754" y="0"/>
                  </a:lnTo>
                  <a:lnTo>
                    <a:pt x="558614" y="0"/>
                  </a:lnTo>
                  <a:lnTo>
                    <a:pt x="591473" y="0"/>
                  </a:lnTo>
                  <a:lnTo>
                    <a:pt x="624333" y="0"/>
                  </a:lnTo>
                  <a:lnTo>
                    <a:pt x="657193" y="0"/>
                  </a:lnTo>
                  <a:lnTo>
                    <a:pt x="690052" y="0"/>
                  </a:lnTo>
                  <a:lnTo>
                    <a:pt x="722912" y="0"/>
                  </a:lnTo>
                  <a:lnTo>
                    <a:pt x="755772" y="0"/>
                  </a:lnTo>
                  <a:lnTo>
                    <a:pt x="788631" y="0"/>
                  </a:lnTo>
                  <a:lnTo>
                    <a:pt x="821491" y="0"/>
                  </a:lnTo>
                  <a:lnTo>
                    <a:pt x="854351" y="0"/>
                  </a:lnTo>
                  <a:lnTo>
                    <a:pt x="887210" y="0"/>
                  </a:lnTo>
                  <a:lnTo>
                    <a:pt x="920070" y="0"/>
                  </a:lnTo>
                  <a:lnTo>
                    <a:pt x="952930" y="0"/>
                  </a:lnTo>
                  <a:lnTo>
                    <a:pt x="985789" y="0"/>
                  </a:lnTo>
                  <a:lnTo>
                    <a:pt x="1018649" y="0"/>
                  </a:lnTo>
                  <a:lnTo>
                    <a:pt x="1051509" y="0"/>
                  </a:lnTo>
                  <a:lnTo>
                    <a:pt x="1084368" y="0"/>
                  </a:lnTo>
                  <a:lnTo>
                    <a:pt x="1117228" y="0"/>
                  </a:lnTo>
                  <a:lnTo>
                    <a:pt x="1150087" y="0"/>
                  </a:lnTo>
                  <a:lnTo>
                    <a:pt x="1182947" y="0"/>
                  </a:lnTo>
                  <a:lnTo>
                    <a:pt x="1215807" y="0"/>
                  </a:lnTo>
                  <a:lnTo>
                    <a:pt x="1248666" y="0"/>
                  </a:lnTo>
                  <a:lnTo>
                    <a:pt x="1281526" y="0"/>
                  </a:lnTo>
                  <a:lnTo>
                    <a:pt x="1314386" y="0"/>
                  </a:lnTo>
                  <a:lnTo>
                    <a:pt x="1347245" y="0"/>
                  </a:lnTo>
                  <a:lnTo>
                    <a:pt x="1380105" y="0"/>
                  </a:lnTo>
                  <a:lnTo>
                    <a:pt x="1412965" y="0"/>
                  </a:lnTo>
                  <a:lnTo>
                    <a:pt x="1445824" y="0"/>
                  </a:lnTo>
                  <a:lnTo>
                    <a:pt x="1478684" y="0"/>
                  </a:lnTo>
                  <a:lnTo>
                    <a:pt x="1511544" y="0"/>
                  </a:lnTo>
                  <a:lnTo>
                    <a:pt x="1544403" y="0"/>
                  </a:lnTo>
                  <a:lnTo>
                    <a:pt x="1577263" y="0"/>
                  </a:lnTo>
                  <a:lnTo>
                    <a:pt x="1610123" y="0"/>
                  </a:lnTo>
                  <a:lnTo>
                    <a:pt x="1642982" y="0"/>
                  </a:lnTo>
                  <a:lnTo>
                    <a:pt x="1675842" y="0"/>
                  </a:lnTo>
                  <a:lnTo>
                    <a:pt x="1708702" y="0"/>
                  </a:lnTo>
                  <a:lnTo>
                    <a:pt x="1741561" y="0"/>
                  </a:lnTo>
                  <a:lnTo>
                    <a:pt x="1774421" y="0"/>
                  </a:lnTo>
                  <a:lnTo>
                    <a:pt x="1807281" y="0"/>
                  </a:lnTo>
                  <a:lnTo>
                    <a:pt x="1840140" y="0"/>
                  </a:lnTo>
                  <a:lnTo>
                    <a:pt x="1873000" y="0"/>
                  </a:lnTo>
                  <a:lnTo>
                    <a:pt x="1905860" y="0"/>
                  </a:lnTo>
                  <a:lnTo>
                    <a:pt x="1938719" y="0"/>
                  </a:lnTo>
                  <a:lnTo>
                    <a:pt x="1971579" y="0"/>
                  </a:lnTo>
                  <a:lnTo>
                    <a:pt x="2004439" y="0"/>
                  </a:lnTo>
                  <a:lnTo>
                    <a:pt x="2037298" y="0"/>
                  </a:lnTo>
                  <a:lnTo>
                    <a:pt x="2070158" y="0"/>
                  </a:lnTo>
                  <a:lnTo>
                    <a:pt x="2103018" y="0"/>
                  </a:lnTo>
                  <a:lnTo>
                    <a:pt x="2135877" y="0"/>
                  </a:lnTo>
                  <a:lnTo>
                    <a:pt x="2168737" y="0"/>
                  </a:lnTo>
                  <a:lnTo>
                    <a:pt x="2201596" y="0"/>
                  </a:lnTo>
                  <a:lnTo>
                    <a:pt x="2234456" y="0"/>
                  </a:lnTo>
                  <a:lnTo>
                    <a:pt x="2267316" y="0"/>
                  </a:lnTo>
                  <a:lnTo>
                    <a:pt x="2300175" y="0"/>
                  </a:lnTo>
                  <a:lnTo>
                    <a:pt x="2333035" y="0"/>
                  </a:lnTo>
                  <a:lnTo>
                    <a:pt x="2365895" y="0"/>
                  </a:lnTo>
                  <a:lnTo>
                    <a:pt x="2398754" y="0"/>
                  </a:lnTo>
                  <a:lnTo>
                    <a:pt x="2431614" y="0"/>
                  </a:lnTo>
                  <a:lnTo>
                    <a:pt x="2464474" y="0"/>
                  </a:lnTo>
                  <a:lnTo>
                    <a:pt x="2497333" y="0"/>
                  </a:lnTo>
                  <a:lnTo>
                    <a:pt x="2530193" y="0"/>
                  </a:lnTo>
                  <a:lnTo>
                    <a:pt x="2563053" y="0"/>
                  </a:lnTo>
                  <a:lnTo>
                    <a:pt x="2595912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2520956" y="1707552"/>
              <a:ext cx="3001803" cy="2080381"/>
            </a:xfrm>
            <a:custGeom>
              <a:avLst/>
              <a:pathLst>
                <a:path w="3001803" h="2080381">
                  <a:moveTo>
                    <a:pt x="0" y="0"/>
                  </a:moveTo>
                  <a:lnTo>
                    <a:pt x="37997" y="10742"/>
                  </a:lnTo>
                  <a:lnTo>
                    <a:pt x="75995" y="22032"/>
                  </a:lnTo>
                  <a:lnTo>
                    <a:pt x="113992" y="33892"/>
                  </a:lnTo>
                  <a:lnTo>
                    <a:pt x="151990" y="46344"/>
                  </a:lnTo>
                  <a:lnTo>
                    <a:pt x="189987" y="59410"/>
                  </a:lnTo>
                  <a:lnTo>
                    <a:pt x="227985" y="73111"/>
                  </a:lnTo>
                  <a:lnTo>
                    <a:pt x="265982" y="87469"/>
                  </a:lnTo>
                  <a:lnTo>
                    <a:pt x="303980" y="102506"/>
                  </a:lnTo>
                  <a:lnTo>
                    <a:pt x="341977" y="118242"/>
                  </a:lnTo>
                  <a:lnTo>
                    <a:pt x="379975" y="134699"/>
                  </a:lnTo>
                  <a:lnTo>
                    <a:pt x="417972" y="151895"/>
                  </a:lnTo>
                  <a:lnTo>
                    <a:pt x="455970" y="169849"/>
                  </a:lnTo>
                  <a:lnTo>
                    <a:pt x="493967" y="188580"/>
                  </a:lnTo>
                  <a:lnTo>
                    <a:pt x="531965" y="208103"/>
                  </a:lnTo>
                  <a:lnTo>
                    <a:pt x="569962" y="228434"/>
                  </a:lnTo>
                  <a:lnTo>
                    <a:pt x="607960" y="249585"/>
                  </a:lnTo>
                  <a:lnTo>
                    <a:pt x="645957" y="271568"/>
                  </a:lnTo>
                  <a:lnTo>
                    <a:pt x="683955" y="294393"/>
                  </a:lnTo>
                  <a:lnTo>
                    <a:pt x="721952" y="318065"/>
                  </a:lnTo>
                  <a:lnTo>
                    <a:pt x="759950" y="342590"/>
                  </a:lnTo>
                  <a:lnTo>
                    <a:pt x="797947" y="367969"/>
                  </a:lnTo>
                  <a:lnTo>
                    <a:pt x="835945" y="394201"/>
                  </a:lnTo>
                  <a:lnTo>
                    <a:pt x="873942" y="421280"/>
                  </a:lnTo>
                  <a:lnTo>
                    <a:pt x="911940" y="449199"/>
                  </a:lnTo>
                  <a:lnTo>
                    <a:pt x="949937" y="477946"/>
                  </a:lnTo>
                  <a:lnTo>
                    <a:pt x="987935" y="507506"/>
                  </a:lnTo>
                  <a:lnTo>
                    <a:pt x="1025932" y="537860"/>
                  </a:lnTo>
                  <a:lnTo>
                    <a:pt x="1063930" y="568985"/>
                  </a:lnTo>
                  <a:lnTo>
                    <a:pt x="1101927" y="600854"/>
                  </a:lnTo>
                  <a:lnTo>
                    <a:pt x="1139925" y="633435"/>
                  </a:lnTo>
                  <a:lnTo>
                    <a:pt x="1177922" y="666695"/>
                  </a:lnTo>
                  <a:lnTo>
                    <a:pt x="1215920" y="700595"/>
                  </a:lnTo>
                  <a:lnTo>
                    <a:pt x="1253917" y="735091"/>
                  </a:lnTo>
                  <a:lnTo>
                    <a:pt x="1291915" y="770139"/>
                  </a:lnTo>
                  <a:lnTo>
                    <a:pt x="1329912" y="805687"/>
                  </a:lnTo>
                  <a:lnTo>
                    <a:pt x="1367910" y="841684"/>
                  </a:lnTo>
                  <a:lnTo>
                    <a:pt x="1405908" y="878074"/>
                  </a:lnTo>
                  <a:lnTo>
                    <a:pt x="1443905" y="914798"/>
                  </a:lnTo>
                  <a:lnTo>
                    <a:pt x="1481903" y="951795"/>
                  </a:lnTo>
                  <a:lnTo>
                    <a:pt x="1519900" y="989004"/>
                  </a:lnTo>
                  <a:lnTo>
                    <a:pt x="1557898" y="1026360"/>
                  </a:lnTo>
                  <a:lnTo>
                    <a:pt x="1595895" y="1063799"/>
                  </a:lnTo>
                  <a:lnTo>
                    <a:pt x="1633893" y="1101254"/>
                  </a:lnTo>
                  <a:lnTo>
                    <a:pt x="1671890" y="1138660"/>
                  </a:lnTo>
                  <a:lnTo>
                    <a:pt x="1709888" y="1175952"/>
                  </a:lnTo>
                  <a:lnTo>
                    <a:pt x="1747885" y="1213065"/>
                  </a:lnTo>
                  <a:lnTo>
                    <a:pt x="1785883" y="1249936"/>
                  </a:lnTo>
                  <a:lnTo>
                    <a:pt x="1823880" y="1286504"/>
                  </a:lnTo>
                  <a:lnTo>
                    <a:pt x="1861878" y="1322708"/>
                  </a:lnTo>
                  <a:lnTo>
                    <a:pt x="1899875" y="1358492"/>
                  </a:lnTo>
                  <a:lnTo>
                    <a:pt x="1937873" y="1393801"/>
                  </a:lnTo>
                  <a:lnTo>
                    <a:pt x="1975870" y="1428585"/>
                  </a:lnTo>
                  <a:lnTo>
                    <a:pt x="2013868" y="1462794"/>
                  </a:lnTo>
                  <a:lnTo>
                    <a:pt x="2051865" y="1496385"/>
                  </a:lnTo>
                  <a:lnTo>
                    <a:pt x="2089863" y="1529317"/>
                  </a:lnTo>
                  <a:lnTo>
                    <a:pt x="2127860" y="1561554"/>
                  </a:lnTo>
                  <a:lnTo>
                    <a:pt x="2165858" y="1593061"/>
                  </a:lnTo>
                  <a:lnTo>
                    <a:pt x="2203855" y="1623811"/>
                  </a:lnTo>
                  <a:lnTo>
                    <a:pt x="2241853" y="1653779"/>
                  </a:lnTo>
                  <a:lnTo>
                    <a:pt x="2279850" y="1682942"/>
                  </a:lnTo>
                  <a:lnTo>
                    <a:pt x="2317848" y="1711285"/>
                  </a:lnTo>
                  <a:lnTo>
                    <a:pt x="2355845" y="1738794"/>
                  </a:lnTo>
                  <a:lnTo>
                    <a:pt x="2393843" y="1765458"/>
                  </a:lnTo>
                  <a:lnTo>
                    <a:pt x="2431840" y="1791272"/>
                  </a:lnTo>
                  <a:lnTo>
                    <a:pt x="2469838" y="1816233"/>
                  </a:lnTo>
                  <a:lnTo>
                    <a:pt x="2507835" y="1840340"/>
                  </a:lnTo>
                  <a:lnTo>
                    <a:pt x="2545833" y="1863596"/>
                  </a:lnTo>
                  <a:lnTo>
                    <a:pt x="2583830" y="1886007"/>
                  </a:lnTo>
                  <a:lnTo>
                    <a:pt x="2621828" y="1907581"/>
                  </a:lnTo>
                  <a:lnTo>
                    <a:pt x="2659825" y="1928329"/>
                  </a:lnTo>
                  <a:lnTo>
                    <a:pt x="2697823" y="1948262"/>
                  </a:lnTo>
                  <a:lnTo>
                    <a:pt x="2735820" y="1967394"/>
                  </a:lnTo>
                  <a:lnTo>
                    <a:pt x="2773818" y="1985742"/>
                  </a:lnTo>
                  <a:lnTo>
                    <a:pt x="2811816" y="2003323"/>
                  </a:lnTo>
                  <a:lnTo>
                    <a:pt x="2849813" y="2020154"/>
                  </a:lnTo>
                  <a:lnTo>
                    <a:pt x="2887811" y="2036255"/>
                  </a:lnTo>
                  <a:lnTo>
                    <a:pt x="2925808" y="2051646"/>
                  </a:lnTo>
                  <a:lnTo>
                    <a:pt x="2963806" y="2066347"/>
                  </a:lnTo>
                  <a:lnTo>
                    <a:pt x="3001803" y="2080381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2083442" y="1837239"/>
              <a:ext cx="2700568" cy="630015"/>
            </a:xfrm>
            <a:custGeom>
              <a:avLst/>
              <a:pathLst>
                <a:path w="2700568" h="630015">
                  <a:moveTo>
                    <a:pt x="0" y="0"/>
                  </a:moveTo>
                  <a:lnTo>
                    <a:pt x="34184" y="5078"/>
                  </a:lnTo>
                  <a:lnTo>
                    <a:pt x="68368" y="10225"/>
                  </a:lnTo>
                  <a:lnTo>
                    <a:pt x="102553" y="15440"/>
                  </a:lnTo>
                  <a:lnTo>
                    <a:pt x="136737" y="20725"/>
                  </a:lnTo>
                  <a:lnTo>
                    <a:pt x="170922" y="26080"/>
                  </a:lnTo>
                  <a:lnTo>
                    <a:pt x="205106" y="31505"/>
                  </a:lnTo>
                  <a:lnTo>
                    <a:pt x="239290" y="37001"/>
                  </a:lnTo>
                  <a:lnTo>
                    <a:pt x="273475" y="42569"/>
                  </a:lnTo>
                  <a:lnTo>
                    <a:pt x="307659" y="48208"/>
                  </a:lnTo>
                  <a:lnTo>
                    <a:pt x="341844" y="53920"/>
                  </a:lnTo>
                  <a:lnTo>
                    <a:pt x="376028" y="59704"/>
                  </a:lnTo>
                  <a:lnTo>
                    <a:pt x="410212" y="65562"/>
                  </a:lnTo>
                  <a:lnTo>
                    <a:pt x="444397" y="71493"/>
                  </a:lnTo>
                  <a:lnTo>
                    <a:pt x="478581" y="77499"/>
                  </a:lnTo>
                  <a:lnTo>
                    <a:pt x="512766" y="83579"/>
                  </a:lnTo>
                  <a:lnTo>
                    <a:pt x="546950" y="89733"/>
                  </a:lnTo>
                  <a:lnTo>
                    <a:pt x="581134" y="95963"/>
                  </a:lnTo>
                  <a:lnTo>
                    <a:pt x="615319" y="102269"/>
                  </a:lnTo>
                  <a:lnTo>
                    <a:pt x="649503" y="108651"/>
                  </a:lnTo>
                  <a:lnTo>
                    <a:pt x="683688" y="115109"/>
                  </a:lnTo>
                  <a:lnTo>
                    <a:pt x="717872" y="121644"/>
                  </a:lnTo>
                  <a:lnTo>
                    <a:pt x="752056" y="128255"/>
                  </a:lnTo>
                  <a:lnTo>
                    <a:pt x="786241" y="134944"/>
                  </a:lnTo>
                  <a:lnTo>
                    <a:pt x="820425" y="141710"/>
                  </a:lnTo>
                  <a:lnTo>
                    <a:pt x="854610" y="148554"/>
                  </a:lnTo>
                  <a:lnTo>
                    <a:pt x="888794" y="155475"/>
                  </a:lnTo>
                  <a:lnTo>
                    <a:pt x="922978" y="162475"/>
                  </a:lnTo>
                  <a:lnTo>
                    <a:pt x="957163" y="169553"/>
                  </a:lnTo>
                  <a:lnTo>
                    <a:pt x="991347" y="176710"/>
                  </a:lnTo>
                  <a:lnTo>
                    <a:pt x="1025532" y="183945"/>
                  </a:lnTo>
                  <a:lnTo>
                    <a:pt x="1059716" y="191259"/>
                  </a:lnTo>
                  <a:lnTo>
                    <a:pt x="1093901" y="198651"/>
                  </a:lnTo>
                  <a:lnTo>
                    <a:pt x="1128085" y="206122"/>
                  </a:lnTo>
                  <a:lnTo>
                    <a:pt x="1162269" y="213672"/>
                  </a:lnTo>
                  <a:lnTo>
                    <a:pt x="1196454" y="221301"/>
                  </a:lnTo>
                  <a:lnTo>
                    <a:pt x="1230638" y="229009"/>
                  </a:lnTo>
                  <a:lnTo>
                    <a:pt x="1264823" y="236796"/>
                  </a:lnTo>
                  <a:lnTo>
                    <a:pt x="1299007" y="244661"/>
                  </a:lnTo>
                  <a:lnTo>
                    <a:pt x="1333191" y="252605"/>
                  </a:lnTo>
                  <a:lnTo>
                    <a:pt x="1367376" y="260627"/>
                  </a:lnTo>
                  <a:lnTo>
                    <a:pt x="1401560" y="268728"/>
                  </a:lnTo>
                  <a:lnTo>
                    <a:pt x="1435745" y="276907"/>
                  </a:lnTo>
                  <a:lnTo>
                    <a:pt x="1469929" y="285164"/>
                  </a:lnTo>
                  <a:lnTo>
                    <a:pt x="1504113" y="293499"/>
                  </a:lnTo>
                  <a:lnTo>
                    <a:pt x="1538298" y="301911"/>
                  </a:lnTo>
                  <a:lnTo>
                    <a:pt x="1572482" y="310401"/>
                  </a:lnTo>
                  <a:lnTo>
                    <a:pt x="1606667" y="318967"/>
                  </a:lnTo>
                  <a:lnTo>
                    <a:pt x="1640851" y="327610"/>
                  </a:lnTo>
                  <a:lnTo>
                    <a:pt x="1675035" y="336329"/>
                  </a:lnTo>
                  <a:lnTo>
                    <a:pt x="1709220" y="345124"/>
                  </a:lnTo>
                  <a:lnTo>
                    <a:pt x="1743404" y="353994"/>
                  </a:lnTo>
                  <a:lnTo>
                    <a:pt x="1777589" y="362938"/>
                  </a:lnTo>
                  <a:lnTo>
                    <a:pt x="1811773" y="371957"/>
                  </a:lnTo>
                  <a:lnTo>
                    <a:pt x="1845957" y="381050"/>
                  </a:lnTo>
                  <a:lnTo>
                    <a:pt x="1880142" y="390216"/>
                  </a:lnTo>
                  <a:lnTo>
                    <a:pt x="1914326" y="399454"/>
                  </a:lnTo>
                  <a:lnTo>
                    <a:pt x="1948511" y="408764"/>
                  </a:lnTo>
                  <a:lnTo>
                    <a:pt x="1982695" y="418145"/>
                  </a:lnTo>
                  <a:lnTo>
                    <a:pt x="2016879" y="427597"/>
                  </a:lnTo>
                  <a:lnTo>
                    <a:pt x="2051064" y="437118"/>
                  </a:lnTo>
                  <a:lnTo>
                    <a:pt x="2085248" y="446708"/>
                  </a:lnTo>
                  <a:lnTo>
                    <a:pt x="2119433" y="456366"/>
                  </a:lnTo>
                  <a:lnTo>
                    <a:pt x="2153617" y="466092"/>
                  </a:lnTo>
                  <a:lnTo>
                    <a:pt x="2187802" y="475884"/>
                  </a:lnTo>
                  <a:lnTo>
                    <a:pt x="2221986" y="485741"/>
                  </a:lnTo>
                  <a:lnTo>
                    <a:pt x="2256170" y="495663"/>
                  </a:lnTo>
                  <a:lnTo>
                    <a:pt x="2290355" y="505648"/>
                  </a:lnTo>
                  <a:lnTo>
                    <a:pt x="2324539" y="515695"/>
                  </a:lnTo>
                  <a:lnTo>
                    <a:pt x="2358724" y="525804"/>
                  </a:lnTo>
                  <a:lnTo>
                    <a:pt x="2392908" y="535974"/>
                  </a:lnTo>
                  <a:lnTo>
                    <a:pt x="2427092" y="546202"/>
                  </a:lnTo>
                  <a:lnTo>
                    <a:pt x="2461277" y="556489"/>
                  </a:lnTo>
                  <a:lnTo>
                    <a:pt x="2495461" y="566832"/>
                  </a:lnTo>
                  <a:lnTo>
                    <a:pt x="2529646" y="577231"/>
                  </a:lnTo>
                  <a:lnTo>
                    <a:pt x="2563830" y="587684"/>
                  </a:lnTo>
                  <a:lnTo>
                    <a:pt x="2598014" y="598191"/>
                  </a:lnTo>
                  <a:lnTo>
                    <a:pt x="2632199" y="608749"/>
                  </a:lnTo>
                  <a:lnTo>
                    <a:pt x="2666383" y="619358"/>
                  </a:lnTo>
                  <a:lnTo>
                    <a:pt x="2700568" y="630015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2162683" y="1619817"/>
              <a:ext cx="2613333" cy="1389020"/>
            </a:xfrm>
            <a:custGeom>
              <a:avLst/>
              <a:pathLst>
                <a:path w="2613333" h="1389020">
                  <a:moveTo>
                    <a:pt x="0" y="0"/>
                  </a:moveTo>
                  <a:lnTo>
                    <a:pt x="33080" y="4514"/>
                  </a:lnTo>
                  <a:lnTo>
                    <a:pt x="66160" y="9216"/>
                  </a:lnTo>
                  <a:lnTo>
                    <a:pt x="99240" y="14113"/>
                  </a:lnTo>
                  <a:lnTo>
                    <a:pt x="132320" y="19211"/>
                  </a:lnTo>
                  <a:lnTo>
                    <a:pt x="165400" y="24519"/>
                  </a:lnTo>
                  <a:lnTo>
                    <a:pt x="198481" y="30043"/>
                  </a:lnTo>
                  <a:lnTo>
                    <a:pt x="231561" y="35792"/>
                  </a:lnTo>
                  <a:lnTo>
                    <a:pt x="264641" y="41774"/>
                  </a:lnTo>
                  <a:lnTo>
                    <a:pt x="297721" y="47996"/>
                  </a:lnTo>
                  <a:lnTo>
                    <a:pt x="330801" y="54466"/>
                  </a:lnTo>
                  <a:lnTo>
                    <a:pt x="363881" y="61194"/>
                  </a:lnTo>
                  <a:lnTo>
                    <a:pt x="396962" y="68187"/>
                  </a:lnTo>
                  <a:lnTo>
                    <a:pt x="430042" y="75455"/>
                  </a:lnTo>
                  <a:lnTo>
                    <a:pt x="463122" y="83006"/>
                  </a:lnTo>
                  <a:lnTo>
                    <a:pt x="496202" y="90849"/>
                  </a:lnTo>
                  <a:lnTo>
                    <a:pt x="529282" y="98993"/>
                  </a:lnTo>
                  <a:lnTo>
                    <a:pt x="562362" y="107448"/>
                  </a:lnTo>
                  <a:lnTo>
                    <a:pt x="595443" y="116222"/>
                  </a:lnTo>
                  <a:lnTo>
                    <a:pt x="628523" y="125325"/>
                  </a:lnTo>
                  <a:lnTo>
                    <a:pt x="661603" y="134767"/>
                  </a:lnTo>
                  <a:lnTo>
                    <a:pt x="694683" y="144556"/>
                  </a:lnTo>
                  <a:lnTo>
                    <a:pt x="727763" y="154701"/>
                  </a:lnTo>
                  <a:lnTo>
                    <a:pt x="760844" y="165213"/>
                  </a:lnTo>
                  <a:lnTo>
                    <a:pt x="793924" y="176099"/>
                  </a:lnTo>
                  <a:lnTo>
                    <a:pt x="827004" y="187370"/>
                  </a:lnTo>
                  <a:lnTo>
                    <a:pt x="860084" y="199034"/>
                  </a:lnTo>
                  <a:lnTo>
                    <a:pt x="893164" y="211100"/>
                  </a:lnTo>
                  <a:lnTo>
                    <a:pt x="926244" y="223577"/>
                  </a:lnTo>
                  <a:lnTo>
                    <a:pt x="959325" y="236472"/>
                  </a:lnTo>
                  <a:lnTo>
                    <a:pt x="992405" y="249794"/>
                  </a:lnTo>
                  <a:lnTo>
                    <a:pt x="1025485" y="263550"/>
                  </a:lnTo>
                  <a:lnTo>
                    <a:pt x="1058565" y="277748"/>
                  </a:lnTo>
                  <a:lnTo>
                    <a:pt x="1091645" y="292395"/>
                  </a:lnTo>
                  <a:lnTo>
                    <a:pt x="1124725" y="307496"/>
                  </a:lnTo>
                  <a:lnTo>
                    <a:pt x="1157806" y="323059"/>
                  </a:lnTo>
                  <a:lnTo>
                    <a:pt x="1190886" y="339087"/>
                  </a:lnTo>
                  <a:lnTo>
                    <a:pt x="1223966" y="355586"/>
                  </a:lnTo>
                  <a:lnTo>
                    <a:pt x="1257046" y="372560"/>
                  </a:lnTo>
                  <a:lnTo>
                    <a:pt x="1290126" y="390012"/>
                  </a:lnTo>
                  <a:lnTo>
                    <a:pt x="1323207" y="407944"/>
                  </a:lnTo>
                  <a:lnTo>
                    <a:pt x="1356287" y="426358"/>
                  </a:lnTo>
                  <a:lnTo>
                    <a:pt x="1389367" y="445254"/>
                  </a:lnTo>
                  <a:lnTo>
                    <a:pt x="1422447" y="464633"/>
                  </a:lnTo>
                  <a:lnTo>
                    <a:pt x="1455527" y="484493"/>
                  </a:lnTo>
                  <a:lnTo>
                    <a:pt x="1488607" y="504832"/>
                  </a:lnTo>
                  <a:lnTo>
                    <a:pt x="1521688" y="525647"/>
                  </a:lnTo>
                  <a:lnTo>
                    <a:pt x="1554768" y="546932"/>
                  </a:lnTo>
                  <a:lnTo>
                    <a:pt x="1587848" y="568683"/>
                  </a:lnTo>
                  <a:lnTo>
                    <a:pt x="1620928" y="590892"/>
                  </a:lnTo>
                  <a:lnTo>
                    <a:pt x="1654008" y="613551"/>
                  </a:lnTo>
                  <a:lnTo>
                    <a:pt x="1687088" y="636652"/>
                  </a:lnTo>
                  <a:lnTo>
                    <a:pt x="1720169" y="660183"/>
                  </a:lnTo>
                  <a:lnTo>
                    <a:pt x="1753249" y="684132"/>
                  </a:lnTo>
                  <a:lnTo>
                    <a:pt x="1786329" y="708488"/>
                  </a:lnTo>
                  <a:lnTo>
                    <a:pt x="1819409" y="733235"/>
                  </a:lnTo>
                  <a:lnTo>
                    <a:pt x="1852489" y="758357"/>
                  </a:lnTo>
                  <a:lnTo>
                    <a:pt x="1885569" y="783838"/>
                  </a:lnTo>
                  <a:lnTo>
                    <a:pt x="1918650" y="809660"/>
                  </a:lnTo>
                  <a:lnTo>
                    <a:pt x="1951730" y="835803"/>
                  </a:lnTo>
                  <a:lnTo>
                    <a:pt x="1984810" y="862247"/>
                  </a:lnTo>
                  <a:lnTo>
                    <a:pt x="2017890" y="888971"/>
                  </a:lnTo>
                  <a:lnTo>
                    <a:pt x="2050970" y="915953"/>
                  </a:lnTo>
                  <a:lnTo>
                    <a:pt x="2084051" y="943168"/>
                  </a:lnTo>
                  <a:lnTo>
                    <a:pt x="2117131" y="970593"/>
                  </a:lnTo>
                  <a:lnTo>
                    <a:pt x="2150211" y="998203"/>
                  </a:lnTo>
                  <a:lnTo>
                    <a:pt x="2183291" y="1025971"/>
                  </a:lnTo>
                  <a:lnTo>
                    <a:pt x="2216371" y="1053872"/>
                  </a:lnTo>
                  <a:lnTo>
                    <a:pt x="2249451" y="1081878"/>
                  </a:lnTo>
                  <a:lnTo>
                    <a:pt x="2282532" y="1109962"/>
                  </a:lnTo>
                  <a:lnTo>
                    <a:pt x="2315612" y="1138097"/>
                  </a:lnTo>
                  <a:lnTo>
                    <a:pt x="2348692" y="1166255"/>
                  </a:lnTo>
                  <a:lnTo>
                    <a:pt x="2381772" y="1194408"/>
                  </a:lnTo>
                  <a:lnTo>
                    <a:pt x="2414852" y="1222527"/>
                  </a:lnTo>
                  <a:lnTo>
                    <a:pt x="2447932" y="1250586"/>
                  </a:lnTo>
                  <a:lnTo>
                    <a:pt x="2481013" y="1278557"/>
                  </a:lnTo>
                  <a:lnTo>
                    <a:pt x="2514093" y="1306412"/>
                  </a:lnTo>
                  <a:lnTo>
                    <a:pt x="2547173" y="1334125"/>
                  </a:lnTo>
                  <a:lnTo>
                    <a:pt x="2580253" y="1361670"/>
                  </a:lnTo>
                  <a:lnTo>
                    <a:pt x="2613333" y="138902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1683838" y="3150159"/>
              <a:ext cx="2754963" cy="883947"/>
            </a:xfrm>
            <a:custGeom>
              <a:avLst/>
              <a:pathLst>
                <a:path w="2754963" h="883947">
                  <a:moveTo>
                    <a:pt x="0" y="0"/>
                  </a:moveTo>
                  <a:lnTo>
                    <a:pt x="34872" y="34778"/>
                  </a:lnTo>
                  <a:lnTo>
                    <a:pt x="69745" y="68890"/>
                  </a:lnTo>
                  <a:lnTo>
                    <a:pt x="104618" y="102291"/>
                  </a:lnTo>
                  <a:lnTo>
                    <a:pt x="139491" y="134946"/>
                  </a:lnTo>
                  <a:lnTo>
                    <a:pt x="174364" y="166820"/>
                  </a:lnTo>
                  <a:lnTo>
                    <a:pt x="209237" y="197886"/>
                  </a:lnTo>
                  <a:lnTo>
                    <a:pt x="244110" y="228117"/>
                  </a:lnTo>
                  <a:lnTo>
                    <a:pt x="278983" y="257494"/>
                  </a:lnTo>
                  <a:lnTo>
                    <a:pt x="313856" y="286001"/>
                  </a:lnTo>
                  <a:lnTo>
                    <a:pt x="348729" y="313627"/>
                  </a:lnTo>
                  <a:lnTo>
                    <a:pt x="383602" y="340361"/>
                  </a:lnTo>
                  <a:lnTo>
                    <a:pt x="418475" y="366201"/>
                  </a:lnTo>
                  <a:lnTo>
                    <a:pt x="453348" y="391146"/>
                  </a:lnTo>
                  <a:lnTo>
                    <a:pt x="488221" y="415196"/>
                  </a:lnTo>
                  <a:lnTo>
                    <a:pt x="523094" y="438359"/>
                  </a:lnTo>
                  <a:lnTo>
                    <a:pt x="557967" y="460641"/>
                  </a:lnTo>
                  <a:lnTo>
                    <a:pt x="592840" y="482053"/>
                  </a:lnTo>
                  <a:lnTo>
                    <a:pt x="627713" y="502609"/>
                  </a:lnTo>
                  <a:lnTo>
                    <a:pt x="662586" y="522322"/>
                  </a:lnTo>
                  <a:lnTo>
                    <a:pt x="697459" y="541210"/>
                  </a:lnTo>
                  <a:lnTo>
                    <a:pt x="732331" y="559291"/>
                  </a:lnTo>
                  <a:lnTo>
                    <a:pt x="767204" y="576584"/>
                  </a:lnTo>
                  <a:lnTo>
                    <a:pt x="802077" y="593110"/>
                  </a:lnTo>
                  <a:lnTo>
                    <a:pt x="836950" y="608890"/>
                  </a:lnTo>
                  <a:lnTo>
                    <a:pt x="871823" y="623947"/>
                  </a:lnTo>
                  <a:lnTo>
                    <a:pt x="906696" y="638303"/>
                  </a:lnTo>
                  <a:lnTo>
                    <a:pt x="941569" y="651982"/>
                  </a:lnTo>
                  <a:lnTo>
                    <a:pt x="976442" y="665006"/>
                  </a:lnTo>
                  <a:lnTo>
                    <a:pt x="1011315" y="677401"/>
                  </a:lnTo>
                  <a:lnTo>
                    <a:pt x="1046188" y="689188"/>
                  </a:lnTo>
                  <a:lnTo>
                    <a:pt x="1081061" y="700391"/>
                  </a:lnTo>
                  <a:lnTo>
                    <a:pt x="1115934" y="711034"/>
                  </a:lnTo>
                  <a:lnTo>
                    <a:pt x="1150807" y="721140"/>
                  </a:lnTo>
                  <a:lnTo>
                    <a:pt x="1185680" y="730730"/>
                  </a:lnTo>
                  <a:lnTo>
                    <a:pt x="1220553" y="739827"/>
                  </a:lnTo>
                  <a:lnTo>
                    <a:pt x="1255426" y="748453"/>
                  </a:lnTo>
                  <a:lnTo>
                    <a:pt x="1290299" y="756629"/>
                  </a:lnTo>
                  <a:lnTo>
                    <a:pt x="1325172" y="764374"/>
                  </a:lnTo>
                  <a:lnTo>
                    <a:pt x="1360045" y="771710"/>
                  </a:lnTo>
                  <a:lnTo>
                    <a:pt x="1394918" y="778655"/>
                  </a:lnTo>
                  <a:lnTo>
                    <a:pt x="1429791" y="785227"/>
                  </a:lnTo>
                  <a:lnTo>
                    <a:pt x="1464663" y="791446"/>
                  </a:lnTo>
                  <a:lnTo>
                    <a:pt x="1499536" y="797327"/>
                  </a:lnTo>
                  <a:lnTo>
                    <a:pt x="1534409" y="802889"/>
                  </a:lnTo>
                  <a:lnTo>
                    <a:pt x="1569282" y="808146"/>
                  </a:lnTo>
                  <a:lnTo>
                    <a:pt x="1604155" y="813115"/>
                  </a:lnTo>
                  <a:lnTo>
                    <a:pt x="1639028" y="817809"/>
                  </a:lnTo>
                  <a:lnTo>
                    <a:pt x="1673901" y="822244"/>
                  </a:lnTo>
                  <a:lnTo>
                    <a:pt x="1708774" y="826432"/>
                  </a:lnTo>
                  <a:lnTo>
                    <a:pt x="1743647" y="830387"/>
                  </a:lnTo>
                  <a:lnTo>
                    <a:pt x="1778520" y="834120"/>
                  </a:lnTo>
                  <a:lnTo>
                    <a:pt x="1813393" y="837644"/>
                  </a:lnTo>
                  <a:lnTo>
                    <a:pt x="1848266" y="840970"/>
                  </a:lnTo>
                  <a:lnTo>
                    <a:pt x="1883139" y="844108"/>
                  </a:lnTo>
                  <a:lnTo>
                    <a:pt x="1918012" y="847069"/>
                  </a:lnTo>
                  <a:lnTo>
                    <a:pt x="1952885" y="849861"/>
                  </a:lnTo>
                  <a:lnTo>
                    <a:pt x="1987758" y="852496"/>
                  </a:lnTo>
                  <a:lnTo>
                    <a:pt x="2022631" y="854980"/>
                  </a:lnTo>
                  <a:lnTo>
                    <a:pt x="2057504" y="857322"/>
                  </a:lnTo>
                  <a:lnTo>
                    <a:pt x="2092377" y="859531"/>
                  </a:lnTo>
                  <a:lnTo>
                    <a:pt x="2127250" y="861613"/>
                  </a:lnTo>
                  <a:lnTo>
                    <a:pt x="2162122" y="863576"/>
                  </a:lnTo>
                  <a:lnTo>
                    <a:pt x="2196995" y="865426"/>
                  </a:lnTo>
                  <a:lnTo>
                    <a:pt x="2231868" y="867169"/>
                  </a:lnTo>
                  <a:lnTo>
                    <a:pt x="2266741" y="868812"/>
                  </a:lnTo>
                  <a:lnTo>
                    <a:pt x="2301614" y="870361"/>
                  </a:lnTo>
                  <a:lnTo>
                    <a:pt x="2336487" y="871820"/>
                  </a:lnTo>
                  <a:lnTo>
                    <a:pt x="2371360" y="873194"/>
                  </a:lnTo>
                  <a:lnTo>
                    <a:pt x="2406233" y="874489"/>
                  </a:lnTo>
                  <a:lnTo>
                    <a:pt x="2441106" y="875709"/>
                  </a:lnTo>
                  <a:lnTo>
                    <a:pt x="2475979" y="876859"/>
                  </a:lnTo>
                  <a:lnTo>
                    <a:pt x="2510852" y="877941"/>
                  </a:lnTo>
                  <a:lnTo>
                    <a:pt x="2545725" y="878961"/>
                  </a:lnTo>
                  <a:lnTo>
                    <a:pt x="2580598" y="879921"/>
                  </a:lnTo>
                  <a:lnTo>
                    <a:pt x="2615471" y="880826"/>
                  </a:lnTo>
                  <a:lnTo>
                    <a:pt x="2650344" y="881678"/>
                  </a:lnTo>
                  <a:lnTo>
                    <a:pt x="2685217" y="882480"/>
                  </a:lnTo>
                  <a:lnTo>
                    <a:pt x="2720090" y="883235"/>
                  </a:lnTo>
                  <a:lnTo>
                    <a:pt x="2754963" y="883947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1623483" y="2440467"/>
              <a:ext cx="2242475" cy="1322700"/>
            </a:xfrm>
            <a:custGeom>
              <a:avLst/>
              <a:pathLst>
                <a:path w="2242475" h="1322700">
                  <a:moveTo>
                    <a:pt x="0" y="0"/>
                  </a:moveTo>
                  <a:lnTo>
                    <a:pt x="28385" y="19581"/>
                  </a:lnTo>
                  <a:lnTo>
                    <a:pt x="56771" y="39329"/>
                  </a:lnTo>
                  <a:lnTo>
                    <a:pt x="85157" y="59234"/>
                  </a:lnTo>
                  <a:lnTo>
                    <a:pt x="113543" y="79286"/>
                  </a:lnTo>
                  <a:lnTo>
                    <a:pt x="141928" y="99477"/>
                  </a:lnTo>
                  <a:lnTo>
                    <a:pt x="170314" y="119795"/>
                  </a:lnTo>
                  <a:lnTo>
                    <a:pt x="198700" y="140232"/>
                  </a:lnTo>
                  <a:lnTo>
                    <a:pt x="227086" y="160777"/>
                  </a:lnTo>
                  <a:lnTo>
                    <a:pt x="255471" y="181419"/>
                  </a:lnTo>
                  <a:lnTo>
                    <a:pt x="283857" y="202147"/>
                  </a:lnTo>
                  <a:lnTo>
                    <a:pt x="312243" y="222951"/>
                  </a:lnTo>
                  <a:lnTo>
                    <a:pt x="340629" y="243819"/>
                  </a:lnTo>
                  <a:lnTo>
                    <a:pt x="369014" y="264740"/>
                  </a:lnTo>
                  <a:lnTo>
                    <a:pt x="397400" y="285703"/>
                  </a:lnTo>
                  <a:lnTo>
                    <a:pt x="425786" y="306696"/>
                  </a:lnTo>
                  <a:lnTo>
                    <a:pt x="454172" y="327708"/>
                  </a:lnTo>
                  <a:lnTo>
                    <a:pt x="482557" y="348727"/>
                  </a:lnTo>
                  <a:lnTo>
                    <a:pt x="510943" y="369741"/>
                  </a:lnTo>
                  <a:lnTo>
                    <a:pt x="539329" y="390739"/>
                  </a:lnTo>
                  <a:lnTo>
                    <a:pt x="567715" y="411709"/>
                  </a:lnTo>
                  <a:lnTo>
                    <a:pt x="596101" y="432640"/>
                  </a:lnTo>
                  <a:lnTo>
                    <a:pt x="624486" y="453520"/>
                  </a:lnTo>
                  <a:lnTo>
                    <a:pt x="652872" y="474339"/>
                  </a:lnTo>
                  <a:lnTo>
                    <a:pt x="681258" y="495084"/>
                  </a:lnTo>
                  <a:lnTo>
                    <a:pt x="709644" y="515745"/>
                  </a:lnTo>
                  <a:lnTo>
                    <a:pt x="738029" y="536311"/>
                  </a:lnTo>
                  <a:lnTo>
                    <a:pt x="766415" y="556772"/>
                  </a:lnTo>
                  <a:lnTo>
                    <a:pt x="794801" y="577116"/>
                  </a:lnTo>
                  <a:lnTo>
                    <a:pt x="823187" y="597334"/>
                  </a:lnTo>
                  <a:lnTo>
                    <a:pt x="851572" y="617416"/>
                  </a:lnTo>
                  <a:lnTo>
                    <a:pt x="879958" y="637353"/>
                  </a:lnTo>
                  <a:lnTo>
                    <a:pt x="908344" y="657135"/>
                  </a:lnTo>
                  <a:lnTo>
                    <a:pt x="936730" y="676752"/>
                  </a:lnTo>
                  <a:lnTo>
                    <a:pt x="965115" y="696197"/>
                  </a:lnTo>
                  <a:lnTo>
                    <a:pt x="993501" y="715461"/>
                  </a:lnTo>
                  <a:lnTo>
                    <a:pt x="1021887" y="734536"/>
                  </a:lnTo>
                  <a:lnTo>
                    <a:pt x="1050273" y="753415"/>
                  </a:lnTo>
                  <a:lnTo>
                    <a:pt x="1078658" y="772089"/>
                  </a:lnTo>
                  <a:lnTo>
                    <a:pt x="1107044" y="790553"/>
                  </a:lnTo>
                  <a:lnTo>
                    <a:pt x="1135430" y="808800"/>
                  </a:lnTo>
                  <a:lnTo>
                    <a:pt x="1163816" y="826824"/>
                  </a:lnTo>
                  <a:lnTo>
                    <a:pt x="1192202" y="844618"/>
                  </a:lnTo>
                  <a:lnTo>
                    <a:pt x="1220587" y="862179"/>
                  </a:lnTo>
                  <a:lnTo>
                    <a:pt x="1248973" y="879500"/>
                  </a:lnTo>
                  <a:lnTo>
                    <a:pt x="1277359" y="896577"/>
                  </a:lnTo>
                  <a:lnTo>
                    <a:pt x="1305745" y="913407"/>
                  </a:lnTo>
                  <a:lnTo>
                    <a:pt x="1334130" y="929985"/>
                  </a:lnTo>
                  <a:lnTo>
                    <a:pt x="1362516" y="946308"/>
                  </a:lnTo>
                  <a:lnTo>
                    <a:pt x="1390902" y="962374"/>
                  </a:lnTo>
                  <a:lnTo>
                    <a:pt x="1419288" y="978178"/>
                  </a:lnTo>
                  <a:lnTo>
                    <a:pt x="1447673" y="993721"/>
                  </a:lnTo>
                  <a:lnTo>
                    <a:pt x="1476059" y="1008998"/>
                  </a:lnTo>
                  <a:lnTo>
                    <a:pt x="1504445" y="1024010"/>
                  </a:lnTo>
                  <a:lnTo>
                    <a:pt x="1532831" y="1038754"/>
                  </a:lnTo>
                  <a:lnTo>
                    <a:pt x="1561216" y="1053230"/>
                  </a:lnTo>
                  <a:lnTo>
                    <a:pt x="1589602" y="1067437"/>
                  </a:lnTo>
                  <a:lnTo>
                    <a:pt x="1617988" y="1081375"/>
                  </a:lnTo>
                  <a:lnTo>
                    <a:pt x="1646374" y="1095045"/>
                  </a:lnTo>
                  <a:lnTo>
                    <a:pt x="1674759" y="1108446"/>
                  </a:lnTo>
                  <a:lnTo>
                    <a:pt x="1703145" y="1121579"/>
                  </a:lnTo>
                  <a:lnTo>
                    <a:pt x="1731531" y="1134446"/>
                  </a:lnTo>
                  <a:lnTo>
                    <a:pt x="1759917" y="1147046"/>
                  </a:lnTo>
                  <a:lnTo>
                    <a:pt x="1788303" y="1159383"/>
                  </a:lnTo>
                  <a:lnTo>
                    <a:pt x="1816688" y="1171456"/>
                  </a:lnTo>
                  <a:lnTo>
                    <a:pt x="1845074" y="1183269"/>
                  </a:lnTo>
                  <a:lnTo>
                    <a:pt x="1873460" y="1194823"/>
                  </a:lnTo>
                  <a:lnTo>
                    <a:pt x="1901846" y="1206120"/>
                  </a:lnTo>
                  <a:lnTo>
                    <a:pt x="1930231" y="1217163"/>
                  </a:lnTo>
                  <a:lnTo>
                    <a:pt x="1958617" y="1227955"/>
                  </a:lnTo>
                  <a:lnTo>
                    <a:pt x="1987003" y="1238498"/>
                  </a:lnTo>
                  <a:lnTo>
                    <a:pt x="2015389" y="1248795"/>
                  </a:lnTo>
                  <a:lnTo>
                    <a:pt x="2043774" y="1258849"/>
                  </a:lnTo>
                  <a:lnTo>
                    <a:pt x="2072160" y="1268663"/>
                  </a:lnTo>
                  <a:lnTo>
                    <a:pt x="2100546" y="1278240"/>
                  </a:lnTo>
                  <a:lnTo>
                    <a:pt x="2128932" y="1287585"/>
                  </a:lnTo>
                  <a:lnTo>
                    <a:pt x="2157317" y="1296699"/>
                  </a:lnTo>
                  <a:lnTo>
                    <a:pt x="2185703" y="1305588"/>
                  </a:lnTo>
                  <a:lnTo>
                    <a:pt x="2214089" y="1314253"/>
                  </a:lnTo>
                  <a:lnTo>
                    <a:pt x="2242475" y="132270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1827169" y="2256170"/>
              <a:ext cx="2885623" cy="1789362"/>
            </a:xfrm>
            <a:custGeom>
              <a:avLst/>
              <a:pathLst>
                <a:path w="2885623" h="1789362">
                  <a:moveTo>
                    <a:pt x="0" y="0"/>
                  </a:moveTo>
                  <a:lnTo>
                    <a:pt x="36526" y="193988"/>
                  </a:lnTo>
                  <a:lnTo>
                    <a:pt x="73053" y="406258"/>
                  </a:lnTo>
                  <a:lnTo>
                    <a:pt x="109580" y="625484"/>
                  </a:lnTo>
                  <a:lnTo>
                    <a:pt x="146107" y="838781"/>
                  </a:lnTo>
                  <a:lnTo>
                    <a:pt x="182634" y="1034596"/>
                  </a:lnTo>
                  <a:lnTo>
                    <a:pt x="219161" y="1205005"/>
                  </a:lnTo>
                  <a:lnTo>
                    <a:pt x="255688" y="1346540"/>
                  </a:lnTo>
                  <a:lnTo>
                    <a:pt x="292215" y="1459607"/>
                  </a:lnTo>
                  <a:lnTo>
                    <a:pt x="328741" y="1547156"/>
                  </a:lnTo>
                  <a:lnTo>
                    <a:pt x="365268" y="1613321"/>
                  </a:lnTo>
                  <a:lnTo>
                    <a:pt x="401795" y="1662415"/>
                  </a:lnTo>
                  <a:lnTo>
                    <a:pt x="438322" y="1698347"/>
                  </a:lnTo>
                  <a:lnTo>
                    <a:pt x="474849" y="1724384"/>
                  </a:lnTo>
                  <a:lnTo>
                    <a:pt x="511376" y="1743114"/>
                  </a:lnTo>
                  <a:lnTo>
                    <a:pt x="547903" y="1756516"/>
                  </a:lnTo>
                  <a:lnTo>
                    <a:pt x="584430" y="1766072"/>
                  </a:lnTo>
                  <a:lnTo>
                    <a:pt x="620956" y="1772866"/>
                  </a:lnTo>
                  <a:lnTo>
                    <a:pt x="657483" y="1777687"/>
                  </a:lnTo>
                  <a:lnTo>
                    <a:pt x="694010" y="1781104"/>
                  </a:lnTo>
                  <a:lnTo>
                    <a:pt x="730537" y="1783523"/>
                  </a:lnTo>
                  <a:lnTo>
                    <a:pt x="767064" y="1785235"/>
                  </a:lnTo>
                  <a:lnTo>
                    <a:pt x="803591" y="1786445"/>
                  </a:lnTo>
                  <a:lnTo>
                    <a:pt x="840118" y="1787301"/>
                  </a:lnTo>
                  <a:lnTo>
                    <a:pt x="876645" y="1787906"/>
                  </a:lnTo>
                  <a:lnTo>
                    <a:pt x="913172" y="1788333"/>
                  </a:lnTo>
                  <a:lnTo>
                    <a:pt x="949698" y="1788635"/>
                  </a:lnTo>
                  <a:lnTo>
                    <a:pt x="986225" y="1788849"/>
                  </a:lnTo>
                  <a:lnTo>
                    <a:pt x="1022752" y="1789000"/>
                  </a:lnTo>
                  <a:lnTo>
                    <a:pt x="1059279" y="1789106"/>
                  </a:lnTo>
                  <a:lnTo>
                    <a:pt x="1095806" y="1789181"/>
                  </a:lnTo>
                  <a:lnTo>
                    <a:pt x="1132333" y="1789235"/>
                  </a:lnTo>
                  <a:lnTo>
                    <a:pt x="1168860" y="1789272"/>
                  </a:lnTo>
                  <a:lnTo>
                    <a:pt x="1205387" y="1789299"/>
                  </a:lnTo>
                  <a:lnTo>
                    <a:pt x="1241913" y="1789317"/>
                  </a:lnTo>
                  <a:lnTo>
                    <a:pt x="1278440" y="1789331"/>
                  </a:lnTo>
                  <a:lnTo>
                    <a:pt x="1314967" y="1789340"/>
                  </a:lnTo>
                  <a:lnTo>
                    <a:pt x="1351494" y="1789347"/>
                  </a:lnTo>
                  <a:lnTo>
                    <a:pt x="1388021" y="1789351"/>
                  </a:lnTo>
                  <a:lnTo>
                    <a:pt x="1424548" y="1789355"/>
                  </a:lnTo>
                  <a:lnTo>
                    <a:pt x="1461075" y="1789357"/>
                  </a:lnTo>
                  <a:lnTo>
                    <a:pt x="1497602" y="1789358"/>
                  </a:lnTo>
                  <a:lnTo>
                    <a:pt x="1534128" y="1789360"/>
                  </a:lnTo>
                  <a:lnTo>
                    <a:pt x="1570655" y="1789360"/>
                  </a:lnTo>
                  <a:lnTo>
                    <a:pt x="1607182" y="1789361"/>
                  </a:lnTo>
                  <a:lnTo>
                    <a:pt x="1643709" y="1789361"/>
                  </a:lnTo>
                  <a:lnTo>
                    <a:pt x="1680236" y="1789362"/>
                  </a:lnTo>
                  <a:lnTo>
                    <a:pt x="1716763" y="1789362"/>
                  </a:lnTo>
                  <a:lnTo>
                    <a:pt x="1753290" y="1789362"/>
                  </a:lnTo>
                  <a:lnTo>
                    <a:pt x="1789817" y="1789362"/>
                  </a:lnTo>
                  <a:lnTo>
                    <a:pt x="1826344" y="1789362"/>
                  </a:lnTo>
                  <a:lnTo>
                    <a:pt x="1862870" y="1789362"/>
                  </a:lnTo>
                  <a:lnTo>
                    <a:pt x="1899397" y="1789362"/>
                  </a:lnTo>
                  <a:lnTo>
                    <a:pt x="1935924" y="1789362"/>
                  </a:lnTo>
                  <a:lnTo>
                    <a:pt x="1972451" y="1789362"/>
                  </a:lnTo>
                  <a:lnTo>
                    <a:pt x="2008978" y="1789362"/>
                  </a:lnTo>
                  <a:lnTo>
                    <a:pt x="2045505" y="1789362"/>
                  </a:lnTo>
                  <a:lnTo>
                    <a:pt x="2082032" y="1789362"/>
                  </a:lnTo>
                  <a:lnTo>
                    <a:pt x="2118559" y="1789362"/>
                  </a:lnTo>
                  <a:lnTo>
                    <a:pt x="2155085" y="1789362"/>
                  </a:lnTo>
                  <a:lnTo>
                    <a:pt x="2191612" y="1789362"/>
                  </a:lnTo>
                  <a:lnTo>
                    <a:pt x="2228139" y="1789362"/>
                  </a:lnTo>
                  <a:lnTo>
                    <a:pt x="2264666" y="1789362"/>
                  </a:lnTo>
                  <a:lnTo>
                    <a:pt x="2301193" y="1789362"/>
                  </a:lnTo>
                  <a:lnTo>
                    <a:pt x="2337720" y="1789362"/>
                  </a:lnTo>
                  <a:lnTo>
                    <a:pt x="2374247" y="1789362"/>
                  </a:lnTo>
                  <a:lnTo>
                    <a:pt x="2410774" y="1789362"/>
                  </a:lnTo>
                  <a:lnTo>
                    <a:pt x="2447300" y="1789362"/>
                  </a:lnTo>
                  <a:lnTo>
                    <a:pt x="2483827" y="1789362"/>
                  </a:lnTo>
                  <a:lnTo>
                    <a:pt x="2520354" y="1789362"/>
                  </a:lnTo>
                  <a:lnTo>
                    <a:pt x="2556881" y="1789362"/>
                  </a:lnTo>
                  <a:lnTo>
                    <a:pt x="2593408" y="1789362"/>
                  </a:lnTo>
                  <a:lnTo>
                    <a:pt x="2629935" y="1789362"/>
                  </a:lnTo>
                  <a:lnTo>
                    <a:pt x="2666462" y="1789362"/>
                  </a:lnTo>
                  <a:lnTo>
                    <a:pt x="2702989" y="1789362"/>
                  </a:lnTo>
                  <a:lnTo>
                    <a:pt x="2739516" y="1789362"/>
                  </a:lnTo>
                  <a:lnTo>
                    <a:pt x="2776042" y="1789362"/>
                  </a:lnTo>
                  <a:lnTo>
                    <a:pt x="2812569" y="1789362"/>
                  </a:lnTo>
                  <a:lnTo>
                    <a:pt x="2849096" y="1789362"/>
                  </a:lnTo>
                  <a:lnTo>
                    <a:pt x="2885623" y="1789362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1883911" y="2610477"/>
              <a:ext cx="3528044" cy="1428322"/>
            </a:xfrm>
            <a:custGeom>
              <a:avLst/>
              <a:pathLst>
                <a:path w="3528044" h="1428322">
                  <a:moveTo>
                    <a:pt x="0" y="0"/>
                  </a:moveTo>
                  <a:lnTo>
                    <a:pt x="44658" y="48933"/>
                  </a:lnTo>
                  <a:lnTo>
                    <a:pt x="89317" y="98237"/>
                  </a:lnTo>
                  <a:lnTo>
                    <a:pt x="133976" y="147762"/>
                  </a:lnTo>
                  <a:lnTo>
                    <a:pt x="178635" y="197356"/>
                  </a:lnTo>
                  <a:lnTo>
                    <a:pt x="223293" y="246868"/>
                  </a:lnTo>
                  <a:lnTo>
                    <a:pt x="267952" y="296146"/>
                  </a:lnTo>
                  <a:lnTo>
                    <a:pt x="312611" y="345041"/>
                  </a:lnTo>
                  <a:lnTo>
                    <a:pt x="357270" y="393409"/>
                  </a:lnTo>
                  <a:lnTo>
                    <a:pt x="401929" y="441114"/>
                  </a:lnTo>
                  <a:lnTo>
                    <a:pt x="446587" y="488024"/>
                  </a:lnTo>
                  <a:lnTo>
                    <a:pt x="491246" y="534020"/>
                  </a:lnTo>
                  <a:lnTo>
                    <a:pt x="535905" y="578991"/>
                  </a:lnTo>
                  <a:lnTo>
                    <a:pt x="580564" y="622836"/>
                  </a:lnTo>
                  <a:lnTo>
                    <a:pt x="625223" y="665469"/>
                  </a:lnTo>
                  <a:lnTo>
                    <a:pt x="669881" y="706814"/>
                  </a:lnTo>
                  <a:lnTo>
                    <a:pt x="714540" y="746805"/>
                  </a:lnTo>
                  <a:lnTo>
                    <a:pt x="759199" y="785393"/>
                  </a:lnTo>
                  <a:lnTo>
                    <a:pt x="803858" y="822538"/>
                  </a:lnTo>
                  <a:lnTo>
                    <a:pt x="848517" y="858210"/>
                  </a:lnTo>
                  <a:lnTo>
                    <a:pt x="893175" y="892393"/>
                  </a:lnTo>
                  <a:lnTo>
                    <a:pt x="937834" y="925079"/>
                  </a:lnTo>
                  <a:lnTo>
                    <a:pt x="982493" y="956271"/>
                  </a:lnTo>
                  <a:lnTo>
                    <a:pt x="1027152" y="985980"/>
                  </a:lnTo>
                  <a:lnTo>
                    <a:pt x="1071811" y="1014223"/>
                  </a:lnTo>
                  <a:lnTo>
                    <a:pt x="1116469" y="1041027"/>
                  </a:lnTo>
                  <a:lnTo>
                    <a:pt x="1161128" y="1066422"/>
                  </a:lnTo>
                  <a:lnTo>
                    <a:pt x="1205787" y="1090444"/>
                  </a:lnTo>
                  <a:lnTo>
                    <a:pt x="1250446" y="1113134"/>
                  </a:lnTo>
                  <a:lnTo>
                    <a:pt x="1295105" y="1134536"/>
                  </a:lnTo>
                  <a:lnTo>
                    <a:pt x="1339763" y="1154696"/>
                  </a:lnTo>
                  <a:lnTo>
                    <a:pt x="1384422" y="1173662"/>
                  </a:lnTo>
                  <a:lnTo>
                    <a:pt x="1429081" y="1191484"/>
                  </a:lnTo>
                  <a:lnTo>
                    <a:pt x="1473740" y="1208212"/>
                  </a:lnTo>
                  <a:lnTo>
                    <a:pt x="1518398" y="1223897"/>
                  </a:lnTo>
                  <a:lnTo>
                    <a:pt x="1563057" y="1238591"/>
                  </a:lnTo>
                  <a:lnTo>
                    <a:pt x="1607716" y="1252342"/>
                  </a:lnTo>
                  <a:lnTo>
                    <a:pt x="1652375" y="1265202"/>
                  </a:lnTo>
                  <a:lnTo>
                    <a:pt x="1697034" y="1277217"/>
                  </a:lnTo>
                  <a:lnTo>
                    <a:pt x="1741692" y="1288435"/>
                  </a:lnTo>
                  <a:lnTo>
                    <a:pt x="1786351" y="1298901"/>
                  </a:lnTo>
                  <a:lnTo>
                    <a:pt x="1831010" y="1308660"/>
                  </a:lnTo>
                  <a:lnTo>
                    <a:pt x="1875669" y="1317754"/>
                  </a:lnTo>
                  <a:lnTo>
                    <a:pt x="1920328" y="1326223"/>
                  </a:lnTo>
                  <a:lnTo>
                    <a:pt x="1964986" y="1334106"/>
                  </a:lnTo>
                  <a:lnTo>
                    <a:pt x="2009645" y="1341440"/>
                  </a:lnTo>
                  <a:lnTo>
                    <a:pt x="2054304" y="1348261"/>
                  </a:lnTo>
                  <a:lnTo>
                    <a:pt x="2098963" y="1354601"/>
                  </a:lnTo>
                  <a:lnTo>
                    <a:pt x="2143622" y="1360492"/>
                  </a:lnTo>
                  <a:lnTo>
                    <a:pt x="2188280" y="1365964"/>
                  </a:lnTo>
                  <a:lnTo>
                    <a:pt x="2232939" y="1371044"/>
                  </a:lnTo>
                  <a:lnTo>
                    <a:pt x="2277598" y="1375761"/>
                  </a:lnTo>
                  <a:lnTo>
                    <a:pt x="2322257" y="1380137"/>
                  </a:lnTo>
                  <a:lnTo>
                    <a:pt x="2366916" y="1384197"/>
                  </a:lnTo>
                  <a:lnTo>
                    <a:pt x="2411574" y="1387963"/>
                  </a:lnTo>
                  <a:lnTo>
                    <a:pt x="2456233" y="1391454"/>
                  </a:lnTo>
                  <a:lnTo>
                    <a:pt x="2500892" y="1394691"/>
                  </a:lnTo>
                  <a:lnTo>
                    <a:pt x="2545551" y="1397692"/>
                  </a:lnTo>
                  <a:lnTo>
                    <a:pt x="2590210" y="1400472"/>
                  </a:lnTo>
                  <a:lnTo>
                    <a:pt x="2634868" y="1403048"/>
                  </a:lnTo>
                  <a:lnTo>
                    <a:pt x="2679527" y="1405435"/>
                  </a:lnTo>
                  <a:lnTo>
                    <a:pt x="2724186" y="1407645"/>
                  </a:lnTo>
                  <a:lnTo>
                    <a:pt x="2768845" y="1409693"/>
                  </a:lnTo>
                  <a:lnTo>
                    <a:pt x="2813503" y="1411588"/>
                  </a:lnTo>
                  <a:lnTo>
                    <a:pt x="2858162" y="1413344"/>
                  </a:lnTo>
                  <a:lnTo>
                    <a:pt x="2902821" y="1414969"/>
                  </a:lnTo>
                  <a:lnTo>
                    <a:pt x="2947480" y="1416473"/>
                  </a:lnTo>
                  <a:lnTo>
                    <a:pt x="2992139" y="1417866"/>
                  </a:lnTo>
                  <a:lnTo>
                    <a:pt x="3036797" y="1419154"/>
                  </a:lnTo>
                  <a:lnTo>
                    <a:pt x="3081456" y="1420347"/>
                  </a:lnTo>
                  <a:lnTo>
                    <a:pt x="3126115" y="1421451"/>
                  </a:lnTo>
                  <a:lnTo>
                    <a:pt x="3170774" y="1422472"/>
                  </a:lnTo>
                  <a:lnTo>
                    <a:pt x="3215433" y="1423417"/>
                  </a:lnTo>
                  <a:lnTo>
                    <a:pt x="3260091" y="1424291"/>
                  </a:lnTo>
                  <a:lnTo>
                    <a:pt x="3304750" y="1425100"/>
                  </a:lnTo>
                  <a:lnTo>
                    <a:pt x="3349409" y="1425849"/>
                  </a:lnTo>
                  <a:lnTo>
                    <a:pt x="3394068" y="1426541"/>
                  </a:lnTo>
                  <a:lnTo>
                    <a:pt x="3438727" y="1427181"/>
                  </a:lnTo>
                  <a:lnTo>
                    <a:pt x="3483385" y="1427774"/>
                  </a:lnTo>
                  <a:lnTo>
                    <a:pt x="3528044" y="1428322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tx223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467828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2280295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3092761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3905228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717694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530161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3240326" y="4372931"/>
              <a:ext cx="66559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235" name="tx235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7" name="pt237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tx239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42" name="pt242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tx258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1428519" y="1165040"/>
              <a:ext cx="797814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3244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83452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4459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85466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0694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5794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0895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659962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71097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54619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7767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9270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9172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93417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29972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52367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7334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54619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0023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9794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9774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52142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52367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54129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29522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52606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94700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535728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54441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51986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54037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505546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9025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43465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82944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29587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53737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36123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55047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97317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81891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29587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82360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81389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54292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183891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30170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85270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83609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39193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8376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85270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8376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230170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4751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50416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97317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510451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26634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69803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48847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26537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269298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47883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27256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490852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265383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26968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511606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51509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52089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491559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512937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25437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495487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51446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266901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26750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247652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26314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19851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10467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87925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92906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15483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180937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87925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99053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08763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25850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07828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185994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25850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93834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187227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07828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02964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84227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80937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04129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20127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188785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172696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185217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75501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158707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158707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63101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175731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177086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24279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69866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25831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3967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23503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58901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65979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25738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287298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45361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29334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75731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71457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26433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26414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27719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27719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59200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173084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71876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76231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165344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93651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27251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71876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93651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76546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68360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62454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89364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269486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76546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84606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63823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73472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87480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69286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73210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272300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92272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74993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275124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28552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25114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27820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27968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267135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299618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277541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27329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277490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23180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25101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23630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25101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25573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283747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26939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27865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28044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27329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27509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285252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27509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362241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334634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32532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30555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36045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35580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20014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19794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320788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33728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35647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20178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22338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19770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19571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357600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198841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351841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20128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33781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200668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22338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20116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20231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2017917" y="1516266"/>
              <a:ext cx="1665306" cy="0"/>
            </a:xfrm>
            <a:custGeom>
              <a:avLst/>
              <a:pathLst>
                <a:path w="1665306" h="0">
                  <a:moveTo>
                    <a:pt x="0" y="0"/>
                  </a:moveTo>
                  <a:lnTo>
                    <a:pt x="21079" y="0"/>
                  </a:lnTo>
                  <a:lnTo>
                    <a:pt x="42159" y="0"/>
                  </a:lnTo>
                  <a:lnTo>
                    <a:pt x="63239" y="0"/>
                  </a:lnTo>
                  <a:lnTo>
                    <a:pt x="84319" y="0"/>
                  </a:lnTo>
                  <a:lnTo>
                    <a:pt x="105399" y="0"/>
                  </a:lnTo>
                  <a:lnTo>
                    <a:pt x="126479" y="0"/>
                  </a:lnTo>
                  <a:lnTo>
                    <a:pt x="147558" y="0"/>
                  </a:lnTo>
                  <a:lnTo>
                    <a:pt x="168638" y="0"/>
                  </a:lnTo>
                  <a:lnTo>
                    <a:pt x="189718" y="0"/>
                  </a:lnTo>
                  <a:lnTo>
                    <a:pt x="210798" y="0"/>
                  </a:lnTo>
                  <a:lnTo>
                    <a:pt x="231878" y="0"/>
                  </a:lnTo>
                  <a:lnTo>
                    <a:pt x="252958" y="0"/>
                  </a:lnTo>
                  <a:lnTo>
                    <a:pt x="274037" y="0"/>
                  </a:lnTo>
                  <a:lnTo>
                    <a:pt x="295117" y="0"/>
                  </a:lnTo>
                  <a:lnTo>
                    <a:pt x="316197" y="0"/>
                  </a:lnTo>
                  <a:lnTo>
                    <a:pt x="337277" y="0"/>
                  </a:lnTo>
                  <a:lnTo>
                    <a:pt x="358357" y="0"/>
                  </a:lnTo>
                  <a:lnTo>
                    <a:pt x="379437" y="0"/>
                  </a:lnTo>
                  <a:lnTo>
                    <a:pt x="400516" y="0"/>
                  </a:lnTo>
                  <a:lnTo>
                    <a:pt x="421596" y="0"/>
                  </a:lnTo>
                  <a:lnTo>
                    <a:pt x="442676" y="0"/>
                  </a:lnTo>
                  <a:lnTo>
                    <a:pt x="463756" y="0"/>
                  </a:lnTo>
                  <a:lnTo>
                    <a:pt x="484836" y="0"/>
                  </a:lnTo>
                  <a:lnTo>
                    <a:pt x="505916" y="0"/>
                  </a:lnTo>
                  <a:lnTo>
                    <a:pt x="526995" y="0"/>
                  </a:lnTo>
                  <a:lnTo>
                    <a:pt x="548075" y="0"/>
                  </a:lnTo>
                  <a:lnTo>
                    <a:pt x="569155" y="0"/>
                  </a:lnTo>
                  <a:lnTo>
                    <a:pt x="590235" y="0"/>
                  </a:lnTo>
                  <a:lnTo>
                    <a:pt x="611315" y="0"/>
                  </a:lnTo>
                  <a:lnTo>
                    <a:pt x="632395" y="0"/>
                  </a:lnTo>
                  <a:lnTo>
                    <a:pt x="653474" y="0"/>
                  </a:lnTo>
                  <a:lnTo>
                    <a:pt x="674554" y="0"/>
                  </a:lnTo>
                  <a:lnTo>
                    <a:pt x="695634" y="0"/>
                  </a:lnTo>
                  <a:lnTo>
                    <a:pt x="716714" y="0"/>
                  </a:lnTo>
                  <a:lnTo>
                    <a:pt x="737794" y="0"/>
                  </a:lnTo>
                  <a:lnTo>
                    <a:pt x="758874" y="0"/>
                  </a:lnTo>
                  <a:lnTo>
                    <a:pt x="779953" y="0"/>
                  </a:lnTo>
                  <a:lnTo>
                    <a:pt x="801033" y="0"/>
                  </a:lnTo>
                  <a:lnTo>
                    <a:pt x="822113" y="0"/>
                  </a:lnTo>
                  <a:lnTo>
                    <a:pt x="843193" y="0"/>
                  </a:lnTo>
                  <a:lnTo>
                    <a:pt x="864273" y="0"/>
                  </a:lnTo>
                  <a:lnTo>
                    <a:pt x="885353" y="0"/>
                  </a:lnTo>
                  <a:lnTo>
                    <a:pt x="906432" y="0"/>
                  </a:lnTo>
                  <a:lnTo>
                    <a:pt x="927512" y="0"/>
                  </a:lnTo>
                  <a:lnTo>
                    <a:pt x="948592" y="0"/>
                  </a:lnTo>
                  <a:lnTo>
                    <a:pt x="969672" y="0"/>
                  </a:lnTo>
                  <a:lnTo>
                    <a:pt x="990752" y="0"/>
                  </a:lnTo>
                  <a:lnTo>
                    <a:pt x="1011832" y="0"/>
                  </a:lnTo>
                  <a:lnTo>
                    <a:pt x="1032911" y="0"/>
                  </a:lnTo>
                  <a:lnTo>
                    <a:pt x="1053991" y="0"/>
                  </a:lnTo>
                  <a:lnTo>
                    <a:pt x="1075071" y="0"/>
                  </a:lnTo>
                  <a:lnTo>
                    <a:pt x="1096151" y="0"/>
                  </a:lnTo>
                  <a:lnTo>
                    <a:pt x="1117231" y="0"/>
                  </a:lnTo>
                  <a:lnTo>
                    <a:pt x="1138311" y="0"/>
                  </a:lnTo>
                  <a:lnTo>
                    <a:pt x="1159390" y="0"/>
                  </a:lnTo>
                  <a:lnTo>
                    <a:pt x="1180470" y="0"/>
                  </a:lnTo>
                  <a:lnTo>
                    <a:pt x="1201550" y="0"/>
                  </a:lnTo>
                  <a:lnTo>
                    <a:pt x="1222630" y="0"/>
                  </a:lnTo>
                  <a:lnTo>
                    <a:pt x="1243710" y="0"/>
                  </a:lnTo>
                  <a:lnTo>
                    <a:pt x="1264790" y="0"/>
                  </a:lnTo>
                  <a:lnTo>
                    <a:pt x="1285869" y="0"/>
                  </a:lnTo>
                  <a:lnTo>
                    <a:pt x="1306949" y="0"/>
                  </a:lnTo>
                  <a:lnTo>
                    <a:pt x="1328029" y="0"/>
                  </a:lnTo>
                  <a:lnTo>
                    <a:pt x="1349109" y="0"/>
                  </a:lnTo>
                  <a:lnTo>
                    <a:pt x="1370189" y="0"/>
                  </a:lnTo>
                  <a:lnTo>
                    <a:pt x="1391269" y="0"/>
                  </a:lnTo>
                  <a:lnTo>
                    <a:pt x="1412348" y="0"/>
                  </a:lnTo>
                  <a:lnTo>
                    <a:pt x="1433428" y="0"/>
                  </a:lnTo>
                  <a:lnTo>
                    <a:pt x="1454508" y="0"/>
                  </a:lnTo>
                  <a:lnTo>
                    <a:pt x="1475588" y="0"/>
                  </a:lnTo>
                  <a:lnTo>
                    <a:pt x="1496668" y="0"/>
                  </a:lnTo>
                  <a:lnTo>
                    <a:pt x="1517748" y="0"/>
                  </a:lnTo>
                  <a:lnTo>
                    <a:pt x="1538827" y="0"/>
                  </a:lnTo>
                  <a:lnTo>
                    <a:pt x="1559907" y="0"/>
                  </a:lnTo>
                  <a:lnTo>
                    <a:pt x="1580987" y="0"/>
                  </a:lnTo>
                  <a:lnTo>
                    <a:pt x="1602067" y="0"/>
                  </a:lnTo>
                  <a:lnTo>
                    <a:pt x="1623147" y="0"/>
                  </a:lnTo>
                  <a:lnTo>
                    <a:pt x="1644227" y="0"/>
                  </a:lnTo>
                  <a:lnTo>
                    <a:pt x="1665306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2378843" y="1626631"/>
              <a:ext cx="678148" cy="1893561"/>
            </a:xfrm>
            <a:custGeom>
              <a:avLst/>
              <a:pathLst>
                <a:path w="678148" h="1893561">
                  <a:moveTo>
                    <a:pt x="0" y="0"/>
                  </a:moveTo>
                  <a:lnTo>
                    <a:pt x="8584" y="6067"/>
                  </a:lnTo>
                  <a:lnTo>
                    <a:pt x="17168" y="12450"/>
                  </a:lnTo>
                  <a:lnTo>
                    <a:pt x="25752" y="19165"/>
                  </a:lnTo>
                  <a:lnTo>
                    <a:pt x="34336" y="26226"/>
                  </a:lnTo>
                  <a:lnTo>
                    <a:pt x="42920" y="33649"/>
                  </a:lnTo>
                  <a:lnTo>
                    <a:pt x="51504" y="41450"/>
                  </a:lnTo>
                  <a:lnTo>
                    <a:pt x="60089" y="49645"/>
                  </a:lnTo>
                  <a:lnTo>
                    <a:pt x="68673" y="58251"/>
                  </a:lnTo>
                  <a:lnTo>
                    <a:pt x="77257" y="67285"/>
                  </a:lnTo>
                  <a:lnTo>
                    <a:pt x="85841" y="76765"/>
                  </a:lnTo>
                  <a:lnTo>
                    <a:pt x="94425" y="86708"/>
                  </a:lnTo>
                  <a:lnTo>
                    <a:pt x="103009" y="97133"/>
                  </a:lnTo>
                  <a:lnTo>
                    <a:pt x="111594" y="108058"/>
                  </a:lnTo>
                  <a:lnTo>
                    <a:pt x="120178" y="119501"/>
                  </a:lnTo>
                  <a:lnTo>
                    <a:pt x="128762" y="131480"/>
                  </a:lnTo>
                  <a:lnTo>
                    <a:pt x="137346" y="144015"/>
                  </a:lnTo>
                  <a:lnTo>
                    <a:pt x="145930" y="157124"/>
                  </a:lnTo>
                  <a:lnTo>
                    <a:pt x="154514" y="170824"/>
                  </a:lnTo>
                  <a:lnTo>
                    <a:pt x="163099" y="185135"/>
                  </a:lnTo>
                  <a:lnTo>
                    <a:pt x="171683" y="200073"/>
                  </a:lnTo>
                  <a:lnTo>
                    <a:pt x="180267" y="215657"/>
                  </a:lnTo>
                  <a:lnTo>
                    <a:pt x="188851" y="231902"/>
                  </a:lnTo>
                  <a:lnTo>
                    <a:pt x="197435" y="248824"/>
                  </a:lnTo>
                  <a:lnTo>
                    <a:pt x="206019" y="266439"/>
                  </a:lnTo>
                  <a:lnTo>
                    <a:pt x="214603" y="284760"/>
                  </a:lnTo>
                  <a:lnTo>
                    <a:pt x="223188" y="303801"/>
                  </a:lnTo>
                  <a:lnTo>
                    <a:pt x="231772" y="323573"/>
                  </a:lnTo>
                  <a:lnTo>
                    <a:pt x="240356" y="344086"/>
                  </a:lnTo>
                  <a:lnTo>
                    <a:pt x="248940" y="365349"/>
                  </a:lnTo>
                  <a:lnTo>
                    <a:pt x="257524" y="387367"/>
                  </a:lnTo>
                  <a:lnTo>
                    <a:pt x="266108" y="410147"/>
                  </a:lnTo>
                  <a:lnTo>
                    <a:pt x="274693" y="433690"/>
                  </a:lnTo>
                  <a:lnTo>
                    <a:pt x="283277" y="457996"/>
                  </a:lnTo>
                  <a:lnTo>
                    <a:pt x="291861" y="483064"/>
                  </a:lnTo>
                  <a:lnTo>
                    <a:pt x="300445" y="508888"/>
                  </a:lnTo>
                  <a:lnTo>
                    <a:pt x="309029" y="535461"/>
                  </a:lnTo>
                  <a:lnTo>
                    <a:pt x="317613" y="562773"/>
                  </a:lnTo>
                  <a:lnTo>
                    <a:pt x="326198" y="590809"/>
                  </a:lnTo>
                  <a:lnTo>
                    <a:pt x="334782" y="619554"/>
                  </a:lnTo>
                  <a:lnTo>
                    <a:pt x="343366" y="648988"/>
                  </a:lnTo>
                  <a:lnTo>
                    <a:pt x="351950" y="679089"/>
                  </a:lnTo>
                  <a:lnTo>
                    <a:pt x="360534" y="709829"/>
                  </a:lnTo>
                  <a:lnTo>
                    <a:pt x="369118" y="741180"/>
                  </a:lnTo>
                  <a:lnTo>
                    <a:pt x="377702" y="773111"/>
                  </a:lnTo>
                  <a:lnTo>
                    <a:pt x="386287" y="805585"/>
                  </a:lnTo>
                  <a:lnTo>
                    <a:pt x="394871" y="838564"/>
                  </a:lnTo>
                  <a:lnTo>
                    <a:pt x="403455" y="872008"/>
                  </a:lnTo>
                  <a:lnTo>
                    <a:pt x="412039" y="905873"/>
                  </a:lnTo>
                  <a:lnTo>
                    <a:pt x="420623" y="940112"/>
                  </a:lnTo>
                  <a:lnTo>
                    <a:pt x="429207" y="974677"/>
                  </a:lnTo>
                  <a:lnTo>
                    <a:pt x="437792" y="1009519"/>
                  </a:lnTo>
                  <a:lnTo>
                    <a:pt x="446376" y="1044585"/>
                  </a:lnTo>
                  <a:lnTo>
                    <a:pt x="454960" y="1079821"/>
                  </a:lnTo>
                  <a:lnTo>
                    <a:pt x="463544" y="1115174"/>
                  </a:lnTo>
                  <a:lnTo>
                    <a:pt x="472128" y="1150588"/>
                  </a:lnTo>
                  <a:lnTo>
                    <a:pt x="480712" y="1186008"/>
                  </a:lnTo>
                  <a:lnTo>
                    <a:pt x="489297" y="1221378"/>
                  </a:lnTo>
                  <a:lnTo>
                    <a:pt x="497881" y="1256643"/>
                  </a:lnTo>
                  <a:lnTo>
                    <a:pt x="506465" y="1291748"/>
                  </a:lnTo>
                  <a:lnTo>
                    <a:pt x="515049" y="1326641"/>
                  </a:lnTo>
                  <a:lnTo>
                    <a:pt x="523633" y="1361268"/>
                  </a:lnTo>
                  <a:lnTo>
                    <a:pt x="532217" y="1395579"/>
                  </a:lnTo>
                  <a:lnTo>
                    <a:pt x="540801" y="1429525"/>
                  </a:lnTo>
                  <a:lnTo>
                    <a:pt x="549386" y="1463060"/>
                  </a:lnTo>
                  <a:lnTo>
                    <a:pt x="557970" y="1496140"/>
                  </a:lnTo>
                  <a:lnTo>
                    <a:pt x="566554" y="1528722"/>
                  </a:lnTo>
                  <a:lnTo>
                    <a:pt x="575138" y="1560768"/>
                  </a:lnTo>
                  <a:lnTo>
                    <a:pt x="583722" y="1592243"/>
                  </a:lnTo>
                  <a:lnTo>
                    <a:pt x="592306" y="1623113"/>
                  </a:lnTo>
                  <a:lnTo>
                    <a:pt x="600891" y="1653348"/>
                  </a:lnTo>
                  <a:lnTo>
                    <a:pt x="609475" y="1682922"/>
                  </a:lnTo>
                  <a:lnTo>
                    <a:pt x="618059" y="1711812"/>
                  </a:lnTo>
                  <a:lnTo>
                    <a:pt x="626643" y="1739998"/>
                  </a:lnTo>
                  <a:lnTo>
                    <a:pt x="635227" y="1767461"/>
                  </a:lnTo>
                  <a:lnTo>
                    <a:pt x="643811" y="1794188"/>
                  </a:lnTo>
                  <a:lnTo>
                    <a:pt x="652396" y="1820169"/>
                  </a:lnTo>
                  <a:lnTo>
                    <a:pt x="660980" y="1845394"/>
                  </a:lnTo>
                  <a:lnTo>
                    <a:pt x="669564" y="1869859"/>
                  </a:lnTo>
                  <a:lnTo>
                    <a:pt x="678148" y="1893561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2537339" y="1723829"/>
              <a:ext cx="2732408" cy="698749"/>
            </a:xfrm>
            <a:custGeom>
              <a:avLst/>
              <a:pathLst>
                <a:path w="2732408" h="698749">
                  <a:moveTo>
                    <a:pt x="0" y="698749"/>
                  </a:moveTo>
                  <a:lnTo>
                    <a:pt x="34587" y="685308"/>
                  </a:lnTo>
                  <a:lnTo>
                    <a:pt x="69174" y="671958"/>
                  </a:lnTo>
                  <a:lnTo>
                    <a:pt x="103762" y="658702"/>
                  </a:lnTo>
                  <a:lnTo>
                    <a:pt x="138349" y="645542"/>
                  </a:lnTo>
                  <a:lnTo>
                    <a:pt x="172937" y="632481"/>
                  </a:lnTo>
                  <a:lnTo>
                    <a:pt x="207524" y="619522"/>
                  </a:lnTo>
                  <a:lnTo>
                    <a:pt x="242112" y="606666"/>
                  </a:lnTo>
                  <a:lnTo>
                    <a:pt x="276699" y="593916"/>
                  </a:lnTo>
                  <a:lnTo>
                    <a:pt x="311287" y="581274"/>
                  </a:lnTo>
                  <a:lnTo>
                    <a:pt x="345874" y="568741"/>
                  </a:lnTo>
                  <a:lnTo>
                    <a:pt x="380461" y="556320"/>
                  </a:lnTo>
                  <a:lnTo>
                    <a:pt x="415049" y="544013"/>
                  </a:lnTo>
                  <a:lnTo>
                    <a:pt x="449636" y="531821"/>
                  </a:lnTo>
                  <a:lnTo>
                    <a:pt x="484224" y="519746"/>
                  </a:lnTo>
                  <a:lnTo>
                    <a:pt x="518811" y="507789"/>
                  </a:lnTo>
                  <a:lnTo>
                    <a:pt x="553399" y="495952"/>
                  </a:lnTo>
                  <a:lnTo>
                    <a:pt x="587986" y="484236"/>
                  </a:lnTo>
                  <a:lnTo>
                    <a:pt x="622574" y="472643"/>
                  </a:lnTo>
                  <a:lnTo>
                    <a:pt x="657161" y="461173"/>
                  </a:lnTo>
                  <a:lnTo>
                    <a:pt x="691749" y="449828"/>
                  </a:lnTo>
                  <a:lnTo>
                    <a:pt x="726336" y="438608"/>
                  </a:lnTo>
                  <a:lnTo>
                    <a:pt x="760923" y="427515"/>
                  </a:lnTo>
                  <a:lnTo>
                    <a:pt x="795511" y="416550"/>
                  </a:lnTo>
                  <a:lnTo>
                    <a:pt x="830098" y="405712"/>
                  </a:lnTo>
                  <a:lnTo>
                    <a:pt x="864686" y="395003"/>
                  </a:lnTo>
                  <a:lnTo>
                    <a:pt x="899273" y="384423"/>
                  </a:lnTo>
                  <a:lnTo>
                    <a:pt x="933861" y="373973"/>
                  </a:lnTo>
                  <a:lnTo>
                    <a:pt x="968448" y="363653"/>
                  </a:lnTo>
                  <a:lnTo>
                    <a:pt x="1003036" y="353464"/>
                  </a:lnTo>
                  <a:lnTo>
                    <a:pt x="1037623" y="343405"/>
                  </a:lnTo>
                  <a:lnTo>
                    <a:pt x="1072211" y="333476"/>
                  </a:lnTo>
                  <a:lnTo>
                    <a:pt x="1106798" y="323679"/>
                  </a:lnTo>
                  <a:lnTo>
                    <a:pt x="1141385" y="314013"/>
                  </a:lnTo>
                  <a:lnTo>
                    <a:pt x="1175973" y="304477"/>
                  </a:lnTo>
                  <a:lnTo>
                    <a:pt x="1210560" y="295072"/>
                  </a:lnTo>
                  <a:lnTo>
                    <a:pt x="1245148" y="285798"/>
                  </a:lnTo>
                  <a:lnTo>
                    <a:pt x="1279735" y="276653"/>
                  </a:lnTo>
                  <a:lnTo>
                    <a:pt x="1314323" y="267639"/>
                  </a:lnTo>
                  <a:lnTo>
                    <a:pt x="1348910" y="258754"/>
                  </a:lnTo>
                  <a:lnTo>
                    <a:pt x="1383498" y="249999"/>
                  </a:lnTo>
                  <a:lnTo>
                    <a:pt x="1418085" y="241372"/>
                  </a:lnTo>
                  <a:lnTo>
                    <a:pt x="1452673" y="232873"/>
                  </a:lnTo>
                  <a:lnTo>
                    <a:pt x="1487260" y="224501"/>
                  </a:lnTo>
                  <a:lnTo>
                    <a:pt x="1521847" y="216256"/>
                  </a:lnTo>
                  <a:lnTo>
                    <a:pt x="1556435" y="208138"/>
                  </a:lnTo>
                  <a:lnTo>
                    <a:pt x="1591022" y="200145"/>
                  </a:lnTo>
                  <a:lnTo>
                    <a:pt x="1625610" y="192276"/>
                  </a:lnTo>
                  <a:lnTo>
                    <a:pt x="1660197" y="184532"/>
                  </a:lnTo>
                  <a:lnTo>
                    <a:pt x="1694785" y="176910"/>
                  </a:lnTo>
                  <a:lnTo>
                    <a:pt x="1729372" y="169410"/>
                  </a:lnTo>
                  <a:lnTo>
                    <a:pt x="1763960" y="162032"/>
                  </a:lnTo>
                  <a:lnTo>
                    <a:pt x="1798547" y="154773"/>
                  </a:lnTo>
                  <a:lnTo>
                    <a:pt x="1833135" y="147634"/>
                  </a:lnTo>
                  <a:lnTo>
                    <a:pt x="1867722" y="140612"/>
                  </a:lnTo>
                  <a:lnTo>
                    <a:pt x="1902309" y="133708"/>
                  </a:lnTo>
                  <a:lnTo>
                    <a:pt x="1936897" y="126919"/>
                  </a:lnTo>
                  <a:lnTo>
                    <a:pt x="1971484" y="120246"/>
                  </a:lnTo>
                  <a:lnTo>
                    <a:pt x="2006072" y="113686"/>
                  </a:lnTo>
                  <a:lnTo>
                    <a:pt x="2040659" y="107238"/>
                  </a:lnTo>
                  <a:lnTo>
                    <a:pt x="2075247" y="100902"/>
                  </a:lnTo>
                  <a:lnTo>
                    <a:pt x="2109834" y="94676"/>
                  </a:lnTo>
                  <a:lnTo>
                    <a:pt x="2144422" y="88559"/>
                  </a:lnTo>
                  <a:lnTo>
                    <a:pt x="2179009" y="82550"/>
                  </a:lnTo>
                  <a:lnTo>
                    <a:pt x="2213597" y="76647"/>
                  </a:lnTo>
                  <a:lnTo>
                    <a:pt x="2248184" y="70849"/>
                  </a:lnTo>
                  <a:lnTo>
                    <a:pt x="2282771" y="65155"/>
                  </a:lnTo>
                  <a:lnTo>
                    <a:pt x="2317359" y="59563"/>
                  </a:lnTo>
                  <a:lnTo>
                    <a:pt x="2351946" y="54074"/>
                  </a:lnTo>
                  <a:lnTo>
                    <a:pt x="2386534" y="48684"/>
                  </a:lnTo>
                  <a:lnTo>
                    <a:pt x="2421121" y="43392"/>
                  </a:lnTo>
                  <a:lnTo>
                    <a:pt x="2455709" y="38199"/>
                  </a:lnTo>
                  <a:lnTo>
                    <a:pt x="2490296" y="33101"/>
                  </a:lnTo>
                  <a:lnTo>
                    <a:pt x="2524884" y="28098"/>
                  </a:lnTo>
                  <a:lnTo>
                    <a:pt x="2559471" y="23189"/>
                  </a:lnTo>
                  <a:lnTo>
                    <a:pt x="2594059" y="18372"/>
                  </a:lnTo>
                  <a:lnTo>
                    <a:pt x="2628646" y="13646"/>
                  </a:lnTo>
                  <a:lnTo>
                    <a:pt x="2663233" y="9009"/>
                  </a:lnTo>
                  <a:lnTo>
                    <a:pt x="2697821" y="4461"/>
                  </a:lnTo>
                  <a:lnTo>
                    <a:pt x="2732408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2794303" y="1532096"/>
              <a:ext cx="2728456" cy="1231437"/>
            </a:xfrm>
            <a:custGeom>
              <a:avLst/>
              <a:pathLst>
                <a:path w="2728456" h="1231437">
                  <a:moveTo>
                    <a:pt x="0" y="1231437"/>
                  </a:moveTo>
                  <a:lnTo>
                    <a:pt x="34537" y="1191136"/>
                  </a:lnTo>
                  <a:lnTo>
                    <a:pt x="69074" y="1150951"/>
                  </a:lnTo>
                  <a:lnTo>
                    <a:pt x="103612" y="1110965"/>
                  </a:lnTo>
                  <a:lnTo>
                    <a:pt x="138149" y="1071255"/>
                  </a:lnTo>
                  <a:lnTo>
                    <a:pt x="172687" y="1031900"/>
                  </a:lnTo>
                  <a:lnTo>
                    <a:pt x="207224" y="992972"/>
                  </a:lnTo>
                  <a:lnTo>
                    <a:pt x="241761" y="954544"/>
                  </a:lnTo>
                  <a:lnTo>
                    <a:pt x="276299" y="916681"/>
                  </a:lnTo>
                  <a:lnTo>
                    <a:pt x="310836" y="879448"/>
                  </a:lnTo>
                  <a:lnTo>
                    <a:pt x="345374" y="842901"/>
                  </a:lnTo>
                  <a:lnTo>
                    <a:pt x="379911" y="807096"/>
                  </a:lnTo>
                  <a:lnTo>
                    <a:pt x="414449" y="772078"/>
                  </a:lnTo>
                  <a:lnTo>
                    <a:pt x="448986" y="737893"/>
                  </a:lnTo>
                  <a:lnTo>
                    <a:pt x="483523" y="704578"/>
                  </a:lnTo>
                  <a:lnTo>
                    <a:pt x="518061" y="672164"/>
                  </a:lnTo>
                  <a:lnTo>
                    <a:pt x="552598" y="640680"/>
                  </a:lnTo>
                  <a:lnTo>
                    <a:pt x="587136" y="610146"/>
                  </a:lnTo>
                  <a:lnTo>
                    <a:pt x="621673" y="580580"/>
                  </a:lnTo>
                  <a:lnTo>
                    <a:pt x="656211" y="551994"/>
                  </a:lnTo>
                  <a:lnTo>
                    <a:pt x="690748" y="524396"/>
                  </a:lnTo>
                  <a:lnTo>
                    <a:pt x="725285" y="497787"/>
                  </a:lnTo>
                  <a:lnTo>
                    <a:pt x="759823" y="472168"/>
                  </a:lnTo>
                  <a:lnTo>
                    <a:pt x="794360" y="447532"/>
                  </a:lnTo>
                  <a:lnTo>
                    <a:pt x="828898" y="423873"/>
                  </a:lnTo>
                  <a:lnTo>
                    <a:pt x="863435" y="401177"/>
                  </a:lnTo>
                  <a:lnTo>
                    <a:pt x="897973" y="379432"/>
                  </a:lnTo>
                  <a:lnTo>
                    <a:pt x="932510" y="358619"/>
                  </a:lnTo>
                  <a:lnTo>
                    <a:pt x="967047" y="338720"/>
                  </a:lnTo>
                  <a:lnTo>
                    <a:pt x="1001585" y="319714"/>
                  </a:lnTo>
                  <a:lnTo>
                    <a:pt x="1036122" y="301578"/>
                  </a:lnTo>
                  <a:lnTo>
                    <a:pt x="1070660" y="284289"/>
                  </a:lnTo>
                  <a:lnTo>
                    <a:pt x="1105197" y="267820"/>
                  </a:lnTo>
                  <a:lnTo>
                    <a:pt x="1139734" y="252146"/>
                  </a:lnTo>
                  <a:lnTo>
                    <a:pt x="1174272" y="237241"/>
                  </a:lnTo>
                  <a:lnTo>
                    <a:pt x="1208809" y="223077"/>
                  </a:lnTo>
                  <a:lnTo>
                    <a:pt x="1243347" y="209628"/>
                  </a:lnTo>
                  <a:lnTo>
                    <a:pt x="1277884" y="196865"/>
                  </a:lnTo>
                  <a:lnTo>
                    <a:pt x="1312422" y="184762"/>
                  </a:lnTo>
                  <a:lnTo>
                    <a:pt x="1346959" y="173291"/>
                  </a:lnTo>
                  <a:lnTo>
                    <a:pt x="1381496" y="162426"/>
                  </a:lnTo>
                  <a:lnTo>
                    <a:pt x="1416034" y="152141"/>
                  </a:lnTo>
                  <a:lnTo>
                    <a:pt x="1450571" y="142409"/>
                  </a:lnTo>
                  <a:lnTo>
                    <a:pt x="1485109" y="133205"/>
                  </a:lnTo>
                  <a:lnTo>
                    <a:pt x="1519646" y="124505"/>
                  </a:lnTo>
                  <a:lnTo>
                    <a:pt x="1554184" y="116285"/>
                  </a:lnTo>
                  <a:lnTo>
                    <a:pt x="1588721" y="108521"/>
                  </a:lnTo>
                  <a:lnTo>
                    <a:pt x="1623258" y="101191"/>
                  </a:lnTo>
                  <a:lnTo>
                    <a:pt x="1657796" y="94273"/>
                  </a:lnTo>
                  <a:lnTo>
                    <a:pt x="1692333" y="87747"/>
                  </a:lnTo>
                  <a:lnTo>
                    <a:pt x="1726871" y="81592"/>
                  </a:lnTo>
                  <a:lnTo>
                    <a:pt x="1761408" y="75788"/>
                  </a:lnTo>
                  <a:lnTo>
                    <a:pt x="1795946" y="70319"/>
                  </a:lnTo>
                  <a:lnTo>
                    <a:pt x="1830483" y="65165"/>
                  </a:lnTo>
                  <a:lnTo>
                    <a:pt x="1865020" y="60310"/>
                  </a:lnTo>
                  <a:lnTo>
                    <a:pt x="1899558" y="55737"/>
                  </a:lnTo>
                  <a:lnTo>
                    <a:pt x="1934095" y="51431"/>
                  </a:lnTo>
                  <a:lnTo>
                    <a:pt x="1968633" y="47378"/>
                  </a:lnTo>
                  <a:lnTo>
                    <a:pt x="2003170" y="43563"/>
                  </a:lnTo>
                  <a:lnTo>
                    <a:pt x="2037707" y="39973"/>
                  </a:lnTo>
                  <a:lnTo>
                    <a:pt x="2072245" y="36596"/>
                  </a:lnTo>
                  <a:lnTo>
                    <a:pt x="2106782" y="33419"/>
                  </a:lnTo>
                  <a:lnTo>
                    <a:pt x="2141320" y="30430"/>
                  </a:lnTo>
                  <a:lnTo>
                    <a:pt x="2175857" y="27620"/>
                  </a:lnTo>
                  <a:lnTo>
                    <a:pt x="2210395" y="24978"/>
                  </a:lnTo>
                  <a:lnTo>
                    <a:pt x="2244932" y="22494"/>
                  </a:lnTo>
                  <a:lnTo>
                    <a:pt x="2279469" y="20159"/>
                  </a:lnTo>
                  <a:lnTo>
                    <a:pt x="2314007" y="17965"/>
                  </a:lnTo>
                  <a:lnTo>
                    <a:pt x="2348544" y="15902"/>
                  </a:lnTo>
                  <a:lnTo>
                    <a:pt x="2383082" y="13964"/>
                  </a:lnTo>
                  <a:lnTo>
                    <a:pt x="2417619" y="12143"/>
                  </a:lnTo>
                  <a:lnTo>
                    <a:pt x="2452157" y="10432"/>
                  </a:lnTo>
                  <a:lnTo>
                    <a:pt x="2486694" y="8824"/>
                  </a:lnTo>
                  <a:lnTo>
                    <a:pt x="2521231" y="7315"/>
                  </a:lnTo>
                  <a:lnTo>
                    <a:pt x="2555769" y="5896"/>
                  </a:lnTo>
                  <a:lnTo>
                    <a:pt x="2590306" y="4564"/>
                  </a:lnTo>
                  <a:lnTo>
                    <a:pt x="2624844" y="3313"/>
                  </a:lnTo>
                  <a:lnTo>
                    <a:pt x="2659381" y="2139"/>
                  </a:lnTo>
                  <a:lnTo>
                    <a:pt x="2693919" y="1035"/>
                  </a:lnTo>
                  <a:lnTo>
                    <a:pt x="2728456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1623483" y="3059725"/>
              <a:ext cx="1358187" cy="930037"/>
            </a:xfrm>
            <a:custGeom>
              <a:avLst/>
              <a:pathLst>
                <a:path w="1358187" h="930037">
                  <a:moveTo>
                    <a:pt x="0" y="0"/>
                  </a:moveTo>
                  <a:lnTo>
                    <a:pt x="17192" y="25340"/>
                  </a:lnTo>
                  <a:lnTo>
                    <a:pt x="34384" y="50425"/>
                  </a:lnTo>
                  <a:lnTo>
                    <a:pt x="51576" y="75234"/>
                  </a:lnTo>
                  <a:lnTo>
                    <a:pt x="68768" y="99752"/>
                  </a:lnTo>
                  <a:lnTo>
                    <a:pt x="85961" y="123960"/>
                  </a:lnTo>
                  <a:lnTo>
                    <a:pt x="103153" y="147845"/>
                  </a:lnTo>
                  <a:lnTo>
                    <a:pt x="120345" y="171391"/>
                  </a:lnTo>
                  <a:lnTo>
                    <a:pt x="137537" y="194584"/>
                  </a:lnTo>
                  <a:lnTo>
                    <a:pt x="154730" y="217414"/>
                  </a:lnTo>
                  <a:lnTo>
                    <a:pt x="171922" y="239867"/>
                  </a:lnTo>
                  <a:lnTo>
                    <a:pt x="189114" y="261934"/>
                  </a:lnTo>
                  <a:lnTo>
                    <a:pt x="206306" y="283605"/>
                  </a:lnTo>
                  <a:lnTo>
                    <a:pt x="223499" y="304872"/>
                  </a:lnTo>
                  <a:lnTo>
                    <a:pt x="240691" y="325727"/>
                  </a:lnTo>
                  <a:lnTo>
                    <a:pt x="257883" y="346165"/>
                  </a:lnTo>
                  <a:lnTo>
                    <a:pt x="275075" y="366180"/>
                  </a:lnTo>
                  <a:lnTo>
                    <a:pt x="292268" y="385767"/>
                  </a:lnTo>
                  <a:lnTo>
                    <a:pt x="309460" y="404924"/>
                  </a:lnTo>
                  <a:lnTo>
                    <a:pt x="326652" y="423647"/>
                  </a:lnTo>
                  <a:lnTo>
                    <a:pt x="343844" y="441935"/>
                  </a:lnTo>
                  <a:lnTo>
                    <a:pt x="361037" y="459788"/>
                  </a:lnTo>
                  <a:lnTo>
                    <a:pt x="378229" y="477204"/>
                  </a:lnTo>
                  <a:lnTo>
                    <a:pt x="395421" y="494186"/>
                  </a:lnTo>
                  <a:lnTo>
                    <a:pt x="412613" y="510733"/>
                  </a:lnTo>
                  <a:lnTo>
                    <a:pt x="429806" y="526849"/>
                  </a:lnTo>
                  <a:lnTo>
                    <a:pt x="446998" y="542537"/>
                  </a:lnTo>
                  <a:lnTo>
                    <a:pt x="464190" y="557799"/>
                  </a:lnTo>
                  <a:lnTo>
                    <a:pt x="481382" y="572639"/>
                  </a:lnTo>
                  <a:lnTo>
                    <a:pt x="498575" y="587063"/>
                  </a:lnTo>
                  <a:lnTo>
                    <a:pt x="515767" y="601075"/>
                  </a:lnTo>
                  <a:lnTo>
                    <a:pt x="532959" y="614680"/>
                  </a:lnTo>
                  <a:lnTo>
                    <a:pt x="550151" y="627884"/>
                  </a:lnTo>
                  <a:lnTo>
                    <a:pt x="567344" y="640694"/>
                  </a:lnTo>
                  <a:lnTo>
                    <a:pt x="584536" y="653115"/>
                  </a:lnTo>
                  <a:lnTo>
                    <a:pt x="601728" y="665155"/>
                  </a:lnTo>
                  <a:lnTo>
                    <a:pt x="618920" y="676821"/>
                  </a:lnTo>
                  <a:lnTo>
                    <a:pt x="636113" y="688119"/>
                  </a:lnTo>
                  <a:lnTo>
                    <a:pt x="653305" y="699058"/>
                  </a:lnTo>
                  <a:lnTo>
                    <a:pt x="670497" y="709644"/>
                  </a:lnTo>
                  <a:lnTo>
                    <a:pt x="687689" y="719886"/>
                  </a:lnTo>
                  <a:lnTo>
                    <a:pt x="704882" y="729791"/>
                  </a:lnTo>
                  <a:lnTo>
                    <a:pt x="722074" y="739368"/>
                  </a:lnTo>
                  <a:lnTo>
                    <a:pt x="739266" y="748623"/>
                  </a:lnTo>
                  <a:lnTo>
                    <a:pt x="756458" y="757566"/>
                  </a:lnTo>
                  <a:lnTo>
                    <a:pt x="773651" y="766204"/>
                  </a:lnTo>
                  <a:lnTo>
                    <a:pt x="790843" y="774545"/>
                  </a:lnTo>
                  <a:lnTo>
                    <a:pt x="808035" y="782597"/>
                  </a:lnTo>
                  <a:lnTo>
                    <a:pt x="825227" y="790368"/>
                  </a:lnTo>
                  <a:lnTo>
                    <a:pt x="842420" y="797866"/>
                  </a:lnTo>
                  <a:lnTo>
                    <a:pt x="859612" y="805098"/>
                  </a:lnTo>
                  <a:lnTo>
                    <a:pt x="876804" y="812073"/>
                  </a:lnTo>
                  <a:lnTo>
                    <a:pt x="893996" y="818798"/>
                  </a:lnTo>
                  <a:lnTo>
                    <a:pt x="911189" y="825280"/>
                  </a:lnTo>
                  <a:lnTo>
                    <a:pt x="928381" y="831527"/>
                  </a:lnTo>
                  <a:lnTo>
                    <a:pt x="945573" y="837546"/>
                  </a:lnTo>
                  <a:lnTo>
                    <a:pt x="962765" y="843345"/>
                  </a:lnTo>
                  <a:lnTo>
                    <a:pt x="979957" y="848929"/>
                  </a:lnTo>
                  <a:lnTo>
                    <a:pt x="997150" y="854307"/>
                  </a:lnTo>
                  <a:lnTo>
                    <a:pt x="1014342" y="859485"/>
                  </a:lnTo>
                  <a:lnTo>
                    <a:pt x="1031534" y="864469"/>
                  </a:lnTo>
                  <a:lnTo>
                    <a:pt x="1048726" y="869266"/>
                  </a:lnTo>
                  <a:lnTo>
                    <a:pt x="1065919" y="873882"/>
                  </a:lnTo>
                  <a:lnTo>
                    <a:pt x="1083111" y="878324"/>
                  </a:lnTo>
                  <a:lnTo>
                    <a:pt x="1100303" y="882596"/>
                  </a:lnTo>
                  <a:lnTo>
                    <a:pt x="1117495" y="886706"/>
                  </a:lnTo>
                  <a:lnTo>
                    <a:pt x="1134688" y="890659"/>
                  </a:lnTo>
                  <a:lnTo>
                    <a:pt x="1151880" y="894460"/>
                  </a:lnTo>
                  <a:lnTo>
                    <a:pt x="1169072" y="898114"/>
                  </a:lnTo>
                  <a:lnTo>
                    <a:pt x="1186264" y="901628"/>
                  </a:lnTo>
                  <a:lnTo>
                    <a:pt x="1203457" y="905005"/>
                  </a:lnTo>
                  <a:lnTo>
                    <a:pt x="1220649" y="908251"/>
                  </a:lnTo>
                  <a:lnTo>
                    <a:pt x="1237841" y="911371"/>
                  </a:lnTo>
                  <a:lnTo>
                    <a:pt x="1255033" y="914368"/>
                  </a:lnTo>
                  <a:lnTo>
                    <a:pt x="1272226" y="917249"/>
                  </a:lnTo>
                  <a:lnTo>
                    <a:pt x="1289418" y="920016"/>
                  </a:lnTo>
                  <a:lnTo>
                    <a:pt x="1306610" y="922675"/>
                  </a:lnTo>
                  <a:lnTo>
                    <a:pt x="1323802" y="925229"/>
                  </a:lnTo>
                  <a:lnTo>
                    <a:pt x="1340995" y="927682"/>
                  </a:lnTo>
                  <a:lnTo>
                    <a:pt x="1358187" y="930037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1632231" y="2194820"/>
              <a:ext cx="866531" cy="1593944"/>
            </a:xfrm>
            <a:custGeom>
              <a:avLst/>
              <a:pathLst>
                <a:path w="866531" h="1593944">
                  <a:moveTo>
                    <a:pt x="0" y="0"/>
                  </a:moveTo>
                  <a:lnTo>
                    <a:pt x="10968" y="20196"/>
                  </a:lnTo>
                  <a:lnTo>
                    <a:pt x="21937" y="40759"/>
                  </a:lnTo>
                  <a:lnTo>
                    <a:pt x="32906" y="61683"/>
                  </a:lnTo>
                  <a:lnTo>
                    <a:pt x="43875" y="82959"/>
                  </a:lnTo>
                  <a:lnTo>
                    <a:pt x="54843" y="104580"/>
                  </a:lnTo>
                  <a:lnTo>
                    <a:pt x="65812" y="126534"/>
                  </a:lnTo>
                  <a:lnTo>
                    <a:pt x="76781" y="148813"/>
                  </a:lnTo>
                  <a:lnTo>
                    <a:pt x="87750" y="171404"/>
                  </a:lnTo>
                  <a:lnTo>
                    <a:pt x="98718" y="194295"/>
                  </a:lnTo>
                  <a:lnTo>
                    <a:pt x="109687" y="217475"/>
                  </a:lnTo>
                  <a:lnTo>
                    <a:pt x="120656" y="240928"/>
                  </a:lnTo>
                  <a:lnTo>
                    <a:pt x="131625" y="264640"/>
                  </a:lnTo>
                  <a:lnTo>
                    <a:pt x="142593" y="288596"/>
                  </a:lnTo>
                  <a:lnTo>
                    <a:pt x="153562" y="312781"/>
                  </a:lnTo>
                  <a:lnTo>
                    <a:pt x="164531" y="337177"/>
                  </a:lnTo>
                  <a:lnTo>
                    <a:pt x="175500" y="361767"/>
                  </a:lnTo>
                  <a:lnTo>
                    <a:pt x="186468" y="386534"/>
                  </a:lnTo>
                  <a:lnTo>
                    <a:pt x="197437" y="411459"/>
                  </a:lnTo>
                  <a:lnTo>
                    <a:pt x="208406" y="436523"/>
                  </a:lnTo>
                  <a:lnTo>
                    <a:pt x="219375" y="461706"/>
                  </a:lnTo>
                  <a:lnTo>
                    <a:pt x="230343" y="486990"/>
                  </a:lnTo>
                  <a:lnTo>
                    <a:pt x="241312" y="512353"/>
                  </a:lnTo>
                  <a:lnTo>
                    <a:pt x="252281" y="537776"/>
                  </a:lnTo>
                  <a:lnTo>
                    <a:pt x="263250" y="563239"/>
                  </a:lnTo>
                  <a:lnTo>
                    <a:pt x="274218" y="588720"/>
                  </a:lnTo>
                  <a:lnTo>
                    <a:pt x="285187" y="614198"/>
                  </a:lnTo>
                  <a:lnTo>
                    <a:pt x="296156" y="639654"/>
                  </a:lnTo>
                  <a:lnTo>
                    <a:pt x="307125" y="665067"/>
                  </a:lnTo>
                  <a:lnTo>
                    <a:pt x="318093" y="690415"/>
                  </a:lnTo>
                  <a:lnTo>
                    <a:pt x="329062" y="715680"/>
                  </a:lnTo>
                  <a:lnTo>
                    <a:pt x="340031" y="740840"/>
                  </a:lnTo>
                  <a:lnTo>
                    <a:pt x="351000" y="765876"/>
                  </a:lnTo>
                  <a:lnTo>
                    <a:pt x="361968" y="790770"/>
                  </a:lnTo>
                  <a:lnTo>
                    <a:pt x="372937" y="815502"/>
                  </a:lnTo>
                  <a:lnTo>
                    <a:pt x="383906" y="840053"/>
                  </a:lnTo>
                  <a:lnTo>
                    <a:pt x="394875" y="864407"/>
                  </a:lnTo>
                  <a:lnTo>
                    <a:pt x="405843" y="888546"/>
                  </a:lnTo>
                  <a:lnTo>
                    <a:pt x="416812" y="912453"/>
                  </a:lnTo>
                  <a:lnTo>
                    <a:pt x="427781" y="936113"/>
                  </a:lnTo>
                  <a:lnTo>
                    <a:pt x="438750" y="959510"/>
                  </a:lnTo>
                  <a:lnTo>
                    <a:pt x="449718" y="982631"/>
                  </a:lnTo>
                  <a:lnTo>
                    <a:pt x="460687" y="1005461"/>
                  </a:lnTo>
                  <a:lnTo>
                    <a:pt x="471656" y="1027988"/>
                  </a:lnTo>
                  <a:lnTo>
                    <a:pt x="482625" y="1050200"/>
                  </a:lnTo>
                  <a:lnTo>
                    <a:pt x="493593" y="1072087"/>
                  </a:lnTo>
                  <a:lnTo>
                    <a:pt x="504562" y="1093636"/>
                  </a:lnTo>
                  <a:lnTo>
                    <a:pt x="515531" y="1114840"/>
                  </a:lnTo>
                  <a:lnTo>
                    <a:pt x="526500" y="1135690"/>
                  </a:lnTo>
                  <a:lnTo>
                    <a:pt x="537468" y="1156178"/>
                  </a:lnTo>
                  <a:lnTo>
                    <a:pt x="548437" y="1176297"/>
                  </a:lnTo>
                  <a:lnTo>
                    <a:pt x="559406" y="1196042"/>
                  </a:lnTo>
                  <a:lnTo>
                    <a:pt x="570375" y="1215406"/>
                  </a:lnTo>
                  <a:lnTo>
                    <a:pt x="581343" y="1234385"/>
                  </a:lnTo>
                  <a:lnTo>
                    <a:pt x="592312" y="1252977"/>
                  </a:lnTo>
                  <a:lnTo>
                    <a:pt x="603281" y="1271178"/>
                  </a:lnTo>
                  <a:lnTo>
                    <a:pt x="614250" y="1288985"/>
                  </a:lnTo>
                  <a:lnTo>
                    <a:pt x="625218" y="1306399"/>
                  </a:lnTo>
                  <a:lnTo>
                    <a:pt x="636187" y="1323417"/>
                  </a:lnTo>
                  <a:lnTo>
                    <a:pt x="647156" y="1340040"/>
                  </a:lnTo>
                  <a:lnTo>
                    <a:pt x="658125" y="1356268"/>
                  </a:lnTo>
                  <a:lnTo>
                    <a:pt x="669093" y="1372103"/>
                  </a:lnTo>
                  <a:lnTo>
                    <a:pt x="680062" y="1387546"/>
                  </a:lnTo>
                  <a:lnTo>
                    <a:pt x="691031" y="1402600"/>
                  </a:lnTo>
                  <a:lnTo>
                    <a:pt x="702000" y="1417267"/>
                  </a:lnTo>
                  <a:lnTo>
                    <a:pt x="712968" y="1431551"/>
                  </a:lnTo>
                  <a:lnTo>
                    <a:pt x="723937" y="1445455"/>
                  </a:lnTo>
                  <a:lnTo>
                    <a:pt x="734906" y="1458984"/>
                  </a:lnTo>
                  <a:lnTo>
                    <a:pt x="745875" y="1472141"/>
                  </a:lnTo>
                  <a:lnTo>
                    <a:pt x="756843" y="1484932"/>
                  </a:lnTo>
                  <a:lnTo>
                    <a:pt x="767812" y="1497362"/>
                  </a:lnTo>
                  <a:lnTo>
                    <a:pt x="778781" y="1509436"/>
                  </a:lnTo>
                  <a:lnTo>
                    <a:pt x="789750" y="1521160"/>
                  </a:lnTo>
                  <a:lnTo>
                    <a:pt x="800718" y="1532540"/>
                  </a:lnTo>
                  <a:lnTo>
                    <a:pt x="811687" y="1543582"/>
                  </a:lnTo>
                  <a:lnTo>
                    <a:pt x="822656" y="1554292"/>
                  </a:lnTo>
                  <a:lnTo>
                    <a:pt x="833625" y="1564676"/>
                  </a:lnTo>
                  <a:lnTo>
                    <a:pt x="844593" y="1574742"/>
                  </a:lnTo>
                  <a:lnTo>
                    <a:pt x="855562" y="1584496"/>
                  </a:lnTo>
                  <a:lnTo>
                    <a:pt x="866531" y="1593944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1772112" y="2089613"/>
              <a:ext cx="531539" cy="1927825"/>
            </a:xfrm>
            <a:custGeom>
              <a:avLst/>
              <a:pathLst>
                <a:path w="531539" h="1927825">
                  <a:moveTo>
                    <a:pt x="0" y="1927825"/>
                  </a:moveTo>
                  <a:lnTo>
                    <a:pt x="6728" y="1925742"/>
                  </a:lnTo>
                  <a:lnTo>
                    <a:pt x="13456" y="1923506"/>
                  </a:lnTo>
                  <a:lnTo>
                    <a:pt x="20185" y="1921108"/>
                  </a:lnTo>
                  <a:lnTo>
                    <a:pt x="26913" y="1918534"/>
                  </a:lnTo>
                  <a:lnTo>
                    <a:pt x="33641" y="1915773"/>
                  </a:lnTo>
                  <a:lnTo>
                    <a:pt x="40370" y="1912812"/>
                  </a:lnTo>
                  <a:lnTo>
                    <a:pt x="47098" y="1909636"/>
                  </a:lnTo>
                  <a:lnTo>
                    <a:pt x="53826" y="1906232"/>
                  </a:lnTo>
                  <a:lnTo>
                    <a:pt x="60555" y="1902582"/>
                  </a:lnTo>
                  <a:lnTo>
                    <a:pt x="67283" y="1898670"/>
                  </a:lnTo>
                  <a:lnTo>
                    <a:pt x="74011" y="1894479"/>
                  </a:lnTo>
                  <a:lnTo>
                    <a:pt x="80740" y="1889988"/>
                  </a:lnTo>
                  <a:lnTo>
                    <a:pt x="87468" y="1885179"/>
                  </a:lnTo>
                  <a:lnTo>
                    <a:pt x="94196" y="1880031"/>
                  </a:lnTo>
                  <a:lnTo>
                    <a:pt x="100925" y="1874519"/>
                  </a:lnTo>
                  <a:lnTo>
                    <a:pt x="107653" y="1868622"/>
                  </a:lnTo>
                  <a:lnTo>
                    <a:pt x="114381" y="1862314"/>
                  </a:lnTo>
                  <a:lnTo>
                    <a:pt x="121110" y="1855569"/>
                  </a:lnTo>
                  <a:lnTo>
                    <a:pt x="127838" y="1848359"/>
                  </a:lnTo>
                  <a:lnTo>
                    <a:pt x="134566" y="1840656"/>
                  </a:lnTo>
                  <a:lnTo>
                    <a:pt x="141295" y="1832429"/>
                  </a:lnTo>
                  <a:lnTo>
                    <a:pt x="148023" y="1823647"/>
                  </a:lnTo>
                  <a:lnTo>
                    <a:pt x="154751" y="1814277"/>
                  </a:lnTo>
                  <a:lnTo>
                    <a:pt x="161480" y="1804286"/>
                  </a:lnTo>
                  <a:lnTo>
                    <a:pt x="168208" y="1793638"/>
                  </a:lnTo>
                  <a:lnTo>
                    <a:pt x="174937" y="1782297"/>
                  </a:lnTo>
                  <a:lnTo>
                    <a:pt x="181665" y="1770225"/>
                  </a:lnTo>
                  <a:lnTo>
                    <a:pt x="188393" y="1757385"/>
                  </a:lnTo>
                  <a:lnTo>
                    <a:pt x="195122" y="1743737"/>
                  </a:lnTo>
                  <a:lnTo>
                    <a:pt x="201850" y="1729243"/>
                  </a:lnTo>
                  <a:lnTo>
                    <a:pt x="208578" y="1713862"/>
                  </a:lnTo>
                  <a:lnTo>
                    <a:pt x="215307" y="1697554"/>
                  </a:lnTo>
                  <a:lnTo>
                    <a:pt x="222035" y="1680280"/>
                  </a:lnTo>
                  <a:lnTo>
                    <a:pt x="228763" y="1662000"/>
                  </a:lnTo>
                  <a:lnTo>
                    <a:pt x="235492" y="1642676"/>
                  </a:lnTo>
                  <a:lnTo>
                    <a:pt x="242220" y="1622272"/>
                  </a:lnTo>
                  <a:lnTo>
                    <a:pt x="248948" y="1600752"/>
                  </a:lnTo>
                  <a:lnTo>
                    <a:pt x="255677" y="1578083"/>
                  </a:lnTo>
                  <a:lnTo>
                    <a:pt x="262405" y="1554234"/>
                  </a:lnTo>
                  <a:lnTo>
                    <a:pt x="269133" y="1529178"/>
                  </a:lnTo>
                  <a:lnTo>
                    <a:pt x="275862" y="1502892"/>
                  </a:lnTo>
                  <a:lnTo>
                    <a:pt x="282590" y="1475357"/>
                  </a:lnTo>
                  <a:lnTo>
                    <a:pt x="289318" y="1446559"/>
                  </a:lnTo>
                  <a:lnTo>
                    <a:pt x="296047" y="1416490"/>
                  </a:lnTo>
                  <a:lnTo>
                    <a:pt x="302775" y="1385147"/>
                  </a:lnTo>
                  <a:lnTo>
                    <a:pt x="309503" y="1352536"/>
                  </a:lnTo>
                  <a:lnTo>
                    <a:pt x="316232" y="1318667"/>
                  </a:lnTo>
                  <a:lnTo>
                    <a:pt x="322960" y="1283561"/>
                  </a:lnTo>
                  <a:lnTo>
                    <a:pt x="329688" y="1247245"/>
                  </a:lnTo>
                  <a:lnTo>
                    <a:pt x="336417" y="1209756"/>
                  </a:lnTo>
                  <a:lnTo>
                    <a:pt x="343145" y="1171139"/>
                  </a:lnTo>
                  <a:lnTo>
                    <a:pt x="349874" y="1131447"/>
                  </a:lnTo>
                  <a:lnTo>
                    <a:pt x="356602" y="1090744"/>
                  </a:lnTo>
                  <a:lnTo>
                    <a:pt x="363330" y="1049100"/>
                  </a:lnTo>
                  <a:lnTo>
                    <a:pt x="370059" y="1006594"/>
                  </a:lnTo>
                  <a:lnTo>
                    <a:pt x="376787" y="963316"/>
                  </a:lnTo>
                  <a:lnTo>
                    <a:pt x="383515" y="919359"/>
                  </a:lnTo>
                  <a:lnTo>
                    <a:pt x="390244" y="874824"/>
                  </a:lnTo>
                  <a:lnTo>
                    <a:pt x="396972" y="829820"/>
                  </a:lnTo>
                  <a:lnTo>
                    <a:pt x="403700" y="784458"/>
                  </a:lnTo>
                  <a:lnTo>
                    <a:pt x="410429" y="738853"/>
                  </a:lnTo>
                  <a:lnTo>
                    <a:pt x="417157" y="693125"/>
                  </a:lnTo>
                  <a:lnTo>
                    <a:pt x="423885" y="647391"/>
                  </a:lnTo>
                  <a:lnTo>
                    <a:pt x="430614" y="601772"/>
                  </a:lnTo>
                  <a:lnTo>
                    <a:pt x="437342" y="556386"/>
                  </a:lnTo>
                  <a:lnTo>
                    <a:pt x="444070" y="511349"/>
                  </a:lnTo>
                  <a:lnTo>
                    <a:pt x="450799" y="466773"/>
                  </a:lnTo>
                  <a:lnTo>
                    <a:pt x="457527" y="422766"/>
                  </a:lnTo>
                  <a:lnTo>
                    <a:pt x="464255" y="379429"/>
                  </a:lnTo>
                  <a:lnTo>
                    <a:pt x="470984" y="336858"/>
                  </a:lnTo>
                  <a:lnTo>
                    <a:pt x="477712" y="295142"/>
                  </a:lnTo>
                  <a:lnTo>
                    <a:pt x="484440" y="254360"/>
                  </a:lnTo>
                  <a:lnTo>
                    <a:pt x="491169" y="214584"/>
                  </a:lnTo>
                  <a:lnTo>
                    <a:pt x="497897" y="175879"/>
                  </a:lnTo>
                  <a:lnTo>
                    <a:pt x="504626" y="138297"/>
                  </a:lnTo>
                  <a:lnTo>
                    <a:pt x="511354" y="101886"/>
                  </a:lnTo>
                  <a:lnTo>
                    <a:pt x="518082" y="66682"/>
                  </a:lnTo>
                  <a:lnTo>
                    <a:pt x="524811" y="32713"/>
                  </a:lnTo>
                  <a:lnTo>
                    <a:pt x="531539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1859046" y="2417036"/>
              <a:ext cx="736584" cy="1556968"/>
            </a:xfrm>
            <a:custGeom>
              <a:avLst/>
              <a:pathLst>
                <a:path w="736584" h="1556968">
                  <a:moveTo>
                    <a:pt x="0" y="1556968"/>
                  </a:moveTo>
                  <a:lnTo>
                    <a:pt x="9323" y="1553245"/>
                  </a:lnTo>
                  <a:lnTo>
                    <a:pt x="18647" y="1549333"/>
                  </a:lnTo>
                  <a:lnTo>
                    <a:pt x="27971" y="1545225"/>
                  </a:lnTo>
                  <a:lnTo>
                    <a:pt x="37295" y="1540912"/>
                  </a:lnTo>
                  <a:lnTo>
                    <a:pt x="46619" y="1536384"/>
                  </a:lnTo>
                  <a:lnTo>
                    <a:pt x="55943" y="1531630"/>
                  </a:lnTo>
                  <a:lnTo>
                    <a:pt x="65266" y="1526642"/>
                  </a:lnTo>
                  <a:lnTo>
                    <a:pt x="74590" y="1521408"/>
                  </a:lnTo>
                  <a:lnTo>
                    <a:pt x="83914" y="1515918"/>
                  </a:lnTo>
                  <a:lnTo>
                    <a:pt x="93238" y="1510160"/>
                  </a:lnTo>
                  <a:lnTo>
                    <a:pt x="102562" y="1504123"/>
                  </a:lnTo>
                  <a:lnTo>
                    <a:pt x="111886" y="1497794"/>
                  </a:lnTo>
                  <a:lnTo>
                    <a:pt x="121210" y="1491162"/>
                  </a:lnTo>
                  <a:lnTo>
                    <a:pt x="130533" y="1484213"/>
                  </a:lnTo>
                  <a:lnTo>
                    <a:pt x="139857" y="1476935"/>
                  </a:lnTo>
                  <a:lnTo>
                    <a:pt x="149181" y="1469315"/>
                  </a:lnTo>
                  <a:lnTo>
                    <a:pt x="158505" y="1461338"/>
                  </a:lnTo>
                  <a:lnTo>
                    <a:pt x="167829" y="1452991"/>
                  </a:lnTo>
                  <a:lnTo>
                    <a:pt x="177153" y="1444260"/>
                  </a:lnTo>
                  <a:lnTo>
                    <a:pt x="186476" y="1435131"/>
                  </a:lnTo>
                  <a:lnTo>
                    <a:pt x="195800" y="1425588"/>
                  </a:lnTo>
                  <a:lnTo>
                    <a:pt x="205124" y="1415617"/>
                  </a:lnTo>
                  <a:lnTo>
                    <a:pt x="214448" y="1405202"/>
                  </a:lnTo>
                  <a:lnTo>
                    <a:pt x="223772" y="1394331"/>
                  </a:lnTo>
                  <a:lnTo>
                    <a:pt x="233096" y="1382986"/>
                  </a:lnTo>
                  <a:lnTo>
                    <a:pt x="242420" y="1371153"/>
                  </a:lnTo>
                  <a:lnTo>
                    <a:pt x="251743" y="1358817"/>
                  </a:lnTo>
                  <a:lnTo>
                    <a:pt x="261067" y="1345963"/>
                  </a:lnTo>
                  <a:lnTo>
                    <a:pt x="270391" y="1332577"/>
                  </a:lnTo>
                  <a:lnTo>
                    <a:pt x="279715" y="1318644"/>
                  </a:lnTo>
                  <a:lnTo>
                    <a:pt x="289039" y="1304150"/>
                  </a:lnTo>
                  <a:lnTo>
                    <a:pt x="298363" y="1289082"/>
                  </a:lnTo>
                  <a:lnTo>
                    <a:pt x="307686" y="1273427"/>
                  </a:lnTo>
                  <a:lnTo>
                    <a:pt x="317010" y="1257172"/>
                  </a:lnTo>
                  <a:lnTo>
                    <a:pt x="326334" y="1240306"/>
                  </a:lnTo>
                  <a:lnTo>
                    <a:pt x="335658" y="1222818"/>
                  </a:lnTo>
                  <a:lnTo>
                    <a:pt x="344982" y="1204698"/>
                  </a:lnTo>
                  <a:lnTo>
                    <a:pt x="354306" y="1185937"/>
                  </a:lnTo>
                  <a:lnTo>
                    <a:pt x="363630" y="1166528"/>
                  </a:lnTo>
                  <a:lnTo>
                    <a:pt x="372953" y="1146465"/>
                  </a:lnTo>
                  <a:lnTo>
                    <a:pt x="382277" y="1125742"/>
                  </a:lnTo>
                  <a:lnTo>
                    <a:pt x="391601" y="1104356"/>
                  </a:lnTo>
                  <a:lnTo>
                    <a:pt x="400925" y="1082305"/>
                  </a:lnTo>
                  <a:lnTo>
                    <a:pt x="410249" y="1059590"/>
                  </a:lnTo>
                  <a:lnTo>
                    <a:pt x="419573" y="1036213"/>
                  </a:lnTo>
                  <a:lnTo>
                    <a:pt x="428897" y="1012177"/>
                  </a:lnTo>
                  <a:lnTo>
                    <a:pt x="438220" y="987489"/>
                  </a:lnTo>
                  <a:lnTo>
                    <a:pt x="447544" y="962156"/>
                  </a:lnTo>
                  <a:lnTo>
                    <a:pt x="456868" y="936188"/>
                  </a:lnTo>
                  <a:lnTo>
                    <a:pt x="466192" y="909600"/>
                  </a:lnTo>
                  <a:lnTo>
                    <a:pt x="475516" y="882405"/>
                  </a:lnTo>
                  <a:lnTo>
                    <a:pt x="484840" y="854621"/>
                  </a:lnTo>
                  <a:lnTo>
                    <a:pt x="494163" y="826268"/>
                  </a:lnTo>
                  <a:lnTo>
                    <a:pt x="503487" y="797367"/>
                  </a:lnTo>
                  <a:lnTo>
                    <a:pt x="512811" y="767945"/>
                  </a:lnTo>
                  <a:lnTo>
                    <a:pt x="522135" y="738027"/>
                  </a:lnTo>
                  <a:lnTo>
                    <a:pt x="531459" y="707643"/>
                  </a:lnTo>
                  <a:lnTo>
                    <a:pt x="540783" y="676824"/>
                  </a:lnTo>
                  <a:lnTo>
                    <a:pt x="550107" y="645604"/>
                  </a:lnTo>
                  <a:lnTo>
                    <a:pt x="559430" y="614019"/>
                  </a:lnTo>
                  <a:lnTo>
                    <a:pt x="568754" y="582105"/>
                  </a:lnTo>
                  <a:lnTo>
                    <a:pt x="578078" y="549903"/>
                  </a:lnTo>
                  <a:lnTo>
                    <a:pt x="587402" y="517451"/>
                  </a:lnTo>
                  <a:lnTo>
                    <a:pt x="596726" y="484794"/>
                  </a:lnTo>
                  <a:lnTo>
                    <a:pt x="606050" y="451972"/>
                  </a:lnTo>
                  <a:lnTo>
                    <a:pt x="615373" y="419031"/>
                  </a:lnTo>
                  <a:lnTo>
                    <a:pt x="624697" y="386015"/>
                  </a:lnTo>
                  <a:lnTo>
                    <a:pt x="634021" y="352968"/>
                  </a:lnTo>
                  <a:lnTo>
                    <a:pt x="643345" y="319937"/>
                  </a:lnTo>
                  <a:lnTo>
                    <a:pt x="652669" y="286965"/>
                  </a:lnTo>
                  <a:lnTo>
                    <a:pt x="661993" y="254098"/>
                  </a:lnTo>
                  <a:lnTo>
                    <a:pt x="671317" y="221379"/>
                  </a:lnTo>
                  <a:lnTo>
                    <a:pt x="680640" y="188853"/>
                  </a:lnTo>
                  <a:lnTo>
                    <a:pt x="689964" y="156561"/>
                  </a:lnTo>
                  <a:lnTo>
                    <a:pt x="699288" y="124545"/>
                  </a:lnTo>
                  <a:lnTo>
                    <a:pt x="708612" y="92843"/>
                  </a:lnTo>
                  <a:lnTo>
                    <a:pt x="717936" y="61495"/>
                  </a:lnTo>
                  <a:lnTo>
                    <a:pt x="727260" y="30535"/>
                  </a:lnTo>
                  <a:lnTo>
                    <a:pt x="73658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tx221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429217" y="4234627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2480224" y="4234627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3531231" y="4234627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4582238" y="4234627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5602156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232" name="tx23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4" name="pt234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tx236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9" name="pt239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tx255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1428519" y="1165040"/>
              <a:ext cx="834847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297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0416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34536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48655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9237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3357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7476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91595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529995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479731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29741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7943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7010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7360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7134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3245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27214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73016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6425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6251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29741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3108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35083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52978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453515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462837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453240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36848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2840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36848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5206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47017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44263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217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75968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29636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84218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308671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2277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66046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22772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84212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30715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29482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75975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94029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87287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94029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17598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66040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17598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44547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87287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91274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329383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32789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470206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45038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476514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46701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45011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33077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469891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366141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32505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368917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45956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34734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32481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362604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45966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527616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527501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467394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47625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367312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325022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703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69722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19284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19284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12317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40241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74673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07001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69739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46505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12349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37106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29164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74723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07549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46538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07001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46681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29283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498566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98566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07549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40255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37106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72013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42261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42261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72044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89453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993268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89470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58816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10754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17615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166208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407695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10737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14650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14623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07726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58816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99344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47470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166208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47470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17615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90594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22137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40237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03569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201277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4321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503569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22137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46408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01603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3265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90076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89667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46408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90593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77769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277768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31996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72718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72862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49927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32033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4020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49946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48012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47833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460250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3631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481562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461685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34534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470695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32767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300596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47110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34268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30147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328228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487255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30487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477558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34219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34534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306437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300596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30147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487005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42934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1030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42938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26751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1030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318068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26456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44698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306747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272003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43911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29677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438927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31989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447157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298322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31769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26588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5009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56418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270730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266188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56928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4988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2706411" y="1516266"/>
              <a:ext cx="2457425" cy="0"/>
            </a:xfrm>
            <a:custGeom>
              <a:avLst/>
              <a:pathLst>
                <a:path w="2457425" h="0">
                  <a:moveTo>
                    <a:pt x="0" y="0"/>
                  </a:moveTo>
                  <a:lnTo>
                    <a:pt x="31106" y="0"/>
                  </a:lnTo>
                  <a:lnTo>
                    <a:pt x="62213" y="0"/>
                  </a:lnTo>
                  <a:lnTo>
                    <a:pt x="93319" y="0"/>
                  </a:lnTo>
                  <a:lnTo>
                    <a:pt x="124426" y="0"/>
                  </a:lnTo>
                  <a:lnTo>
                    <a:pt x="155533" y="0"/>
                  </a:lnTo>
                  <a:lnTo>
                    <a:pt x="186639" y="0"/>
                  </a:lnTo>
                  <a:lnTo>
                    <a:pt x="217746" y="0"/>
                  </a:lnTo>
                  <a:lnTo>
                    <a:pt x="248853" y="0"/>
                  </a:lnTo>
                  <a:lnTo>
                    <a:pt x="279959" y="0"/>
                  </a:lnTo>
                  <a:lnTo>
                    <a:pt x="311066" y="0"/>
                  </a:lnTo>
                  <a:lnTo>
                    <a:pt x="342173" y="0"/>
                  </a:lnTo>
                  <a:lnTo>
                    <a:pt x="373279" y="0"/>
                  </a:lnTo>
                  <a:lnTo>
                    <a:pt x="404386" y="0"/>
                  </a:lnTo>
                  <a:lnTo>
                    <a:pt x="435493" y="0"/>
                  </a:lnTo>
                  <a:lnTo>
                    <a:pt x="466599" y="0"/>
                  </a:lnTo>
                  <a:lnTo>
                    <a:pt x="497706" y="0"/>
                  </a:lnTo>
                  <a:lnTo>
                    <a:pt x="528813" y="0"/>
                  </a:lnTo>
                  <a:lnTo>
                    <a:pt x="559919" y="0"/>
                  </a:lnTo>
                  <a:lnTo>
                    <a:pt x="591026" y="0"/>
                  </a:lnTo>
                  <a:lnTo>
                    <a:pt x="622133" y="0"/>
                  </a:lnTo>
                  <a:lnTo>
                    <a:pt x="653239" y="0"/>
                  </a:lnTo>
                  <a:lnTo>
                    <a:pt x="684346" y="0"/>
                  </a:lnTo>
                  <a:lnTo>
                    <a:pt x="715452" y="0"/>
                  </a:lnTo>
                  <a:lnTo>
                    <a:pt x="746559" y="0"/>
                  </a:lnTo>
                  <a:lnTo>
                    <a:pt x="777666" y="0"/>
                  </a:lnTo>
                  <a:lnTo>
                    <a:pt x="808772" y="0"/>
                  </a:lnTo>
                  <a:lnTo>
                    <a:pt x="839879" y="0"/>
                  </a:lnTo>
                  <a:lnTo>
                    <a:pt x="870986" y="0"/>
                  </a:lnTo>
                  <a:lnTo>
                    <a:pt x="902092" y="0"/>
                  </a:lnTo>
                  <a:lnTo>
                    <a:pt x="933199" y="0"/>
                  </a:lnTo>
                  <a:lnTo>
                    <a:pt x="964306" y="0"/>
                  </a:lnTo>
                  <a:lnTo>
                    <a:pt x="995412" y="0"/>
                  </a:lnTo>
                  <a:lnTo>
                    <a:pt x="1026519" y="0"/>
                  </a:lnTo>
                  <a:lnTo>
                    <a:pt x="1057626" y="0"/>
                  </a:lnTo>
                  <a:lnTo>
                    <a:pt x="1088732" y="0"/>
                  </a:lnTo>
                  <a:lnTo>
                    <a:pt x="1119839" y="0"/>
                  </a:lnTo>
                  <a:lnTo>
                    <a:pt x="1150946" y="0"/>
                  </a:lnTo>
                  <a:lnTo>
                    <a:pt x="1182052" y="0"/>
                  </a:lnTo>
                  <a:lnTo>
                    <a:pt x="1213159" y="0"/>
                  </a:lnTo>
                  <a:lnTo>
                    <a:pt x="1244266" y="0"/>
                  </a:lnTo>
                  <a:lnTo>
                    <a:pt x="1275372" y="0"/>
                  </a:lnTo>
                  <a:lnTo>
                    <a:pt x="1306479" y="0"/>
                  </a:lnTo>
                  <a:lnTo>
                    <a:pt x="1337585" y="0"/>
                  </a:lnTo>
                  <a:lnTo>
                    <a:pt x="1368692" y="0"/>
                  </a:lnTo>
                  <a:lnTo>
                    <a:pt x="1399799" y="0"/>
                  </a:lnTo>
                  <a:lnTo>
                    <a:pt x="1430905" y="0"/>
                  </a:lnTo>
                  <a:lnTo>
                    <a:pt x="1462012" y="0"/>
                  </a:lnTo>
                  <a:lnTo>
                    <a:pt x="1493119" y="0"/>
                  </a:lnTo>
                  <a:lnTo>
                    <a:pt x="1524225" y="0"/>
                  </a:lnTo>
                  <a:lnTo>
                    <a:pt x="1555332" y="0"/>
                  </a:lnTo>
                  <a:lnTo>
                    <a:pt x="1586439" y="0"/>
                  </a:lnTo>
                  <a:lnTo>
                    <a:pt x="1617545" y="0"/>
                  </a:lnTo>
                  <a:lnTo>
                    <a:pt x="1648652" y="0"/>
                  </a:lnTo>
                  <a:lnTo>
                    <a:pt x="1679759" y="0"/>
                  </a:lnTo>
                  <a:lnTo>
                    <a:pt x="1710865" y="0"/>
                  </a:lnTo>
                  <a:lnTo>
                    <a:pt x="1741972" y="0"/>
                  </a:lnTo>
                  <a:lnTo>
                    <a:pt x="1773079" y="0"/>
                  </a:lnTo>
                  <a:lnTo>
                    <a:pt x="1804185" y="0"/>
                  </a:lnTo>
                  <a:lnTo>
                    <a:pt x="1835292" y="0"/>
                  </a:lnTo>
                  <a:lnTo>
                    <a:pt x="1866399" y="0"/>
                  </a:lnTo>
                  <a:lnTo>
                    <a:pt x="1897505" y="0"/>
                  </a:lnTo>
                  <a:lnTo>
                    <a:pt x="1928612" y="0"/>
                  </a:lnTo>
                  <a:lnTo>
                    <a:pt x="1959718" y="0"/>
                  </a:lnTo>
                  <a:lnTo>
                    <a:pt x="1990825" y="0"/>
                  </a:lnTo>
                  <a:lnTo>
                    <a:pt x="2021932" y="0"/>
                  </a:lnTo>
                  <a:lnTo>
                    <a:pt x="2053038" y="0"/>
                  </a:lnTo>
                  <a:lnTo>
                    <a:pt x="2084145" y="0"/>
                  </a:lnTo>
                  <a:lnTo>
                    <a:pt x="2115252" y="0"/>
                  </a:lnTo>
                  <a:lnTo>
                    <a:pt x="2146358" y="0"/>
                  </a:lnTo>
                  <a:lnTo>
                    <a:pt x="2177465" y="0"/>
                  </a:lnTo>
                  <a:lnTo>
                    <a:pt x="2208572" y="0"/>
                  </a:lnTo>
                  <a:lnTo>
                    <a:pt x="2239678" y="0"/>
                  </a:lnTo>
                  <a:lnTo>
                    <a:pt x="2270785" y="0"/>
                  </a:lnTo>
                  <a:lnTo>
                    <a:pt x="2301892" y="0"/>
                  </a:lnTo>
                  <a:lnTo>
                    <a:pt x="2332998" y="0"/>
                  </a:lnTo>
                  <a:lnTo>
                    <a:pt x="2364105" y="0"/>
                  </a:lnTo>
                  <a:lnTo>
                    <a:pt x="2395212" y="0"/>
                  </a:lnTo>
                  <a:lnTo>
                    <a:pt x="2426318" y="0"/>
                  </a:lnTo>
                  <a:lnTo>
                    <a:pt x="2457425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3066777" y="1649405"/>
              <a:ext cx="2357225" cy="2146917"/>
            </a:xfrm>
            <a:custGeom>
              <a:avLst/>
              <a:pathLst>
                <a:path w="2357225" h="2146917">
                  <a:moveTo>
                    <a:pt x="0" y="0"/>
                  </a:moveTo>
                  <a:lnTo>
                    <a:pt x="29838" y="8388"/>
                  </a:lnTo>
                  <a:lnTo>
                    <a:pt x="59676" y="17272"/>
                  </a:lnTo>
                  <a:lnTo>
                    <a:pt x="89514" y="26675"/>
                  </a:lnTo>
                  <a:lnTo>
                    <a:pt x="119353" y="36625"/>
                  </a:lnTo>
                  <a:lnTo>
                    <a:pt x="149191" y="47148"/>
                  </a:lnTo>
                  <a:lnTo>
                    <a:pt x="179029" y="58269"/>
                  </a:lnTo>
                  <a:lnTo>
                    <a:pt x="208868" y="70018"/>
                  </a:lnTo>
                  <a:lnTo>
                    <a:pt x="238706" y="82421"/>
                  </a:lnTo>
                  <a:lnTo>
                    <a:pt x="268544" y="95506"/>
                  </a:lnTo>
                  <a:lnTo>
                    <a:pt x="298382" y="109303"/>
                  </a:lnTo>
                  <a:lnTo>
                    <a:pt x="328221" y="123839"/>
                  </a:lnTo>
                  <a:lnTo>
                    <a:pt x="358059" y="139144"/>
                  </a:lnTo>
                  <a:lnTo>
                    <a:pt x="387897" y="155243"/>
                  </a:lnTo>
                  <a:lnTo>
                    <a:pt x="417736" y="172166"/>
                  </a:lnTo>
                  <a:lnTo>
                    <a:pt x="447574" y="189939"/>
                  </a:lnTo>
                  <a:lnTo>
                    <a:pt x="477412" y="208588"/>
                  </a:lnTo>
                  <a:lnTo>
                    <a:pt x="507250" y="228137"/>
                  </a:lnTo>
                  <a:lnTo>
                    <a:pt x="537089" y="248609"/>
                  </a:lnTo>
                  <a:lnTo>
                    <a:pt x="566927" y="270025"/>
                  </a:lnTo>
                  <a:lnTo>
                    <a:pt x="596765" y="292405"/>
                  </a:lnTo>
                  <a:lnTo>
                    <a:pt x="626604" y="315765"/>
                  </a:lnTo>
                  <a:lnTo>
                    <a:pt x="656442" y="340118"/>
                  </a:lnTo>
                  <a:lnTo>
                    <a:pt x="686280" y="365476"/>
                  </a:lnTo>
                  <a:lnTo>
                    <a:pt x="716119" y="391846"/>
                  </a:lnTo>
                  <a:lnTo>
                    <a:pt x="745957" y="419231"/>
                  </a:lnTo>
                  <a:lnTo>
                    <a:pt x="775795" y="447631"/>
                  </a:lnTo>
                  <a:lnTo>
                    <a:pt x="805633" y="477040"/>
                  </a:lnTo>
                  <a:lnTo>
                    <a:pt x="835472" y="507448"/>
                  </a:lnTo>
                  <a:lnTo>
                    <a:pt x="865310" y="538842"/>
                  </a:lnTo>
                  <a:lnTo>
                    <a:pt x="895148" y="571200"/>
                  </a:lnTo>
                  <a:lnTo>
                    <a:pt x="924987" y="604498"/>
                  </a:lnTo>
                  <a:lnTo>
                    <a:pt x="954825" y="638704"/>
                  </a:lnTo>
                  <a:lnTo>
                    <a:pt x="984663" y="673781"/>
                  </a:lnTo>
                  <a:lnTo>
                    <a:pt x="1014501" y="709689"/>
                  </a:lnTo>
                  <a:lnTo>
                    <a:pt x="1044340" y="746378"/>
                  </a:lnTo>
                  <a:lnTo>
                    <a:pt x="1074178" y="783796"/>
                  </a:lnTo>
                  <a:lnTo>
                    <a:pt x="1104016" y="821885"/>
                  </a:lnTo>
                  <a:lnTo>
                    <a:pt x="1133855" y="860580"/>
                  </a:lnTo>
                  <a:lnTo>
                    <a:pt x="1163693" y="899815"/>
                  </a:lnTo>
                  <a:lnTo>
                    <a:pt x="1193531" y="939516"/>
                  </a:lnTo>
                  <a:lnTo>
                    <a:pt x="1223370" y="979609"/>
                  </a:lnTo>
                  <a:lnTo>
                    <a:pt x="1253208" y="1020014"/>
                  </a:lnTo>
                  <a:lnTo>
                    <a:pt x="1283046" y="1060649"/>
                  </a:lnTo>
                  <a:lnTo>
                    <a:pt x="1312884" y="1101432"/>
                  </a:lnTo>
                  <a:lnTo>
                    <a:pt x="1342723" y="1142278"/>
                  </a:lnTo>
                  <a:lnTo>
                    <a:pt x="1372561" y="1183101"/>
                  </a:lnTo>
                  <a:lnTo>
                    <a:pt x="1402399" y="1223816"/>
                  </a:lnTo>
                  <a:lnTo>
                    <a:pt x="1432238" y="1264340"/>
                  </a:lnTo>
                  <a:lnTo>
                    <a:pt x="1462076" y="1304590"/>
                  </a:lnTo>
                  <a:lnTo>
                    <a:pt x="1491914" y="1344486"/>
                  </a:lnTo>
                  <a:lnTo>
                    <a:pt x="1521752" y="1383950"/>
                  </a:lnTo>
                  <a:lnTo>
                    <a:pt x="1551591" y="1422909"/>
                  </a:lnTo>
                  <a:lnTo>
                    <a:pt x="1581429" y="1461292"/>
                  </a:lnTo>
                  <a:lnTo>
                    <a:pt x="1611267" y="1499034"/>
                  </a:lnTo>
                  <a:lnTo>
                    <a:pt x="1641106" y="1536075"/>
                  </a:lnTo>
                  <a:lnTo>
                    <a:pt x="1670944" y="1572357"/>
                  </a:lnTo>
                  <a:lnTo>
                    <a:pt x="1700782" y="1607832"/>
                  </a:lnTo>
                  <a:lnTo>
                    <a:pt x="1730621" y="1642455"/>
                  </a:lnTo>
                  <a:lnTo>
                    <a:pt x="1760459" y="1676185"/>
                  </a:lnTo>
                  <a:lnTo>
                    <a:pt x="1790297" y="1708990"/>
                  </a:lnTo>
                  <a:lnTo>
                    <a:pt x="1820135" y="1740842"/>
                  </a:lnTo>
                  <a:lnTo>
                    <a:pt x="1849974" y="1771718"/>
                  </a:lnTo>
                  <a:lnTo>
                    <a:pt x="1879812" y="1801600"/>
                  </a:lnTo>
                  <a:lnTo>
                    <a:pt x="1909650" y="1830477"/>
                  </a:lnTo>
                  <a:lnTo>
                    <a:pt x="1939489" y="1858342"/>
                  </a:lnTo>
                  <a:lnTo>
                    <a:pt x="1969327" y="1885191"/>
                  </a:lnTo>
                  <a:lnTo>
                    <a:pt x="1999165" y="1911026"/>
                  </a:lnTo>
                  <a:lnTo>
                    <a:pt x="2029003" y="1935852"/>
                  </a:lnTo>
                  <a:lnTo>
                    <a:pt x="2058842" y="1959679"/>
                  </a:lnTo>
                  <a:lnTo>
                    <a:pt x="2088680" y="1982520"/>
                  </a:lnTo>
                  <a:lnTo>
                    <a:pt x="2118518" y="2004388"/>
                  </a:lnTo>
                  <a:lnTo>
                    <a:pt x="2148357" y="2025304"/>
                  </a:lnTo>
                  <a:lnTo>
                    <a:pt x="2178195" y="2045285"/>
                  </a:lnTo>
                  <a:lnTo>
                    <a:pt x="2208033" y="2064356"/>
                  </a:lnTo>
                  <a:lnTo>
                    <a:pt x="2237872" y="2082539"/>
                  </a:lnTo>
                  <a:lnTo>
                    <a:pt x="2267710" y="2099860"/>
                  </a:lnTo>
                  <a:lnTo>
                    <a:pt x="2297548" y="2116345"/>
                  </a:lnTo>
                  <a:lnTo>
                    <a:pt x="2327386" y="2132022"/>
                  </a:lnTo>
                  <a:lnTo>
                    <a:pt x="2357225" y="2146917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3308923" y="1797479"/>
              <a:ext cx="2028048" cy="715032"/>
            </a:xfrm>
            <a:custGeom>
              <a:avLst/>
              <a:pathLst>
                <a:path w="2028048" h="715032">
                  <a:moveTo>
                    <a:pt x="0" y="0"/>
                  </a:moveTo>
                  <a:lnTo>
                    <a:pt x="25671" y="5255"/>
                  </a:lnTo>
                  <a:lnTo>
                    <a:pt x="51343" y="10596"/>
                  </a:lnTo>
                  <a:lnTo>
                    <a:pt x="77014" y="16024"/>
                  </a:lnTo>
                  <a:lnTo>
                    <a:pt x="102686" y="21538"/>
                  </a:lnTo>
                  <a:lnTo>
                    <a:pt x="128357" y="27141"/>
                  </a:lnTo>
                  <a:lnTo>
                    <a:pt x="154029" y="32833"/>
                  </a:lnTo>
                  <a:lnTo>
                    <a:pt x="179700" y="38615"/>
                  </a:lnTo>
                  <a:lnTo>
                    <a:pt x="205372" y="44488"/>
                  </a:lnTo>
                  <a:lnTo>
                    <a:pt x="231043" y="50452"/>
                  </a:lnTo>
                  <a:lnTo>
                    <a:pt x="256715" y="56509"/>
                  </a:lnTo>
                  <a:lnTo>
                    <a:pt x="282386" y="62659"/>
                  </a:lnTo>
                  <a:lnTo>
                    <a:pt x="308058" y="68903"/>
                  </a:lnTo>
                  <a:lnTo>
                    <a:pt x="333729" y="75242"/>
                  </a:lnTo>
                  <a:lnTo>
                    <a:pt x="359401" y="81677"/>
                  </a:lnTo>
                  <a:lnTo>
                    <a:pt x="385072" y="88208"/>
                  </a:lnTo>
                  <a:lnTo>
                    <a:pt x="410744" y="94837"/>
                  </a:lnTo>
                  <a:lnTo>
                    <a:pt x="436415" y="101563"/>
                  </a:lnTo>
                  <a:lnTo>
                    <a:pt x="462087" y="108388"/>
                  </a:lnTo>
                  <a:lnTo>
                    <a:pt x="487758" y="115312"/>
                  </a:lnTo>
                  <a:lnTo>
                    <a:pt x="513430" y="122335"/>
                  </a:lnTo>
                  <a:lnTo>
                    <a:pt x="539101" y="129460"/>
                  </a:lnTo>
                  <a:lnTo>
                    <a:pt x="564773" y="136685"/>
                  </a:lnTo>
                  <a:lnTo>
                    <a:pt x="590444" y="144012"/>
                  </a:lnTo>
                  <a:lnTo>
                    <a:pt x="616116" y="151441"/>
                  </a:lnTo>
                  <a:lnTo>
                    <a:pt x="641787" y="158973"/>
                  </a:lnTo>
                  <a:lnTo>
                    <a:pt x="667459" y="166607"/>
                  </a:lnTo>
                  <a:lnTo>
                    <a:pt x="693130" y="174346"/>
                  </a:lnTo>
                  <a:lnTo>
                    <a:pt x="718802" y="182188"/>
                  </a:lnTo>
                  <a:lnTo>
                    <a:pt x="744473" y="190135"/>
                  </a:lnTo>
                  <a:lnTo>
                    <a:pt x="770145" y="198186"/>
                  </a:lnTo>
                  <a:lnTo>
                    <a:pt x="795816" y="206342"/>
                  </a:lnTo>
                  <a:lnTo>
                    <a:pt x="821488" y="214603"/>
                  </a:lnTo>
                  <a:lnTo>
                    <a:pt x="847159" y="222970"/>
                  </a:lnTo>
                  <a:lnTo>
                    <a:pt x="872831" y="231442"/>
                  </a:lnTo>
                  <a:lnTo>
                    <a:pt x="898502" y="240021"/>
                  </a:lnTo>
                  <a:lnTo>
                    <a:pt x="924174" y="248705"/>
                  </a:lnTo>
                  <a:lnTo>
                    <a:pt x="949845" y="257494"/>
                  </a:lnTo>
                  <a:lnTo>
                    <a:pt x="975517" y="266390"/>
                  </a:lnTo>
                  <a:lnTo>
                    <a:pt x="1001188" y="275391"/>
                  </a:lnTo>
                  <a:lnTo>
                    <a:pt x="1026860" y="284499"/>
                  </a:lnTo>
                  <a:lnTo>
                    <a:pt x="1052531" y="293711"/>
                  </a:lnTo>
                  <a:lnTo>
                    <a:pt x="1078203" y="303030"/>
                  </a:lnTo>
                  <a:lnTo>
                    <a:pt x="1103874" y="312453"/>
                  </a:lnTo>
                  <a:lnTo>
                    <a:pt x="1129546" y="321981"/>
                  </a:lnTo>
                  <a:lnTo>
                    <a:pt x="1155217" y="331614"/>
                  </a:lnTo>
                  <a:lnTo>
                    <a:pt x="1180889" y="341351"/>
                  </a:lnTo>
                  <a:lnTo>
                    <a:pt x="1206560" y="351191"/>
                  </a:lnTo>
                  <a:lnTo>
                    <a:pt x="1232232" y="361135"/>
                  </a:lnTo>
                  <a:lnTo>
                    <a:pt x="1257903" y="371181"/>
                  </a:lnTo>
                  <a:lnTo>
                    <a:pt x="1283575" y="381329"/>
                  </a:lnTo>
                  <a:lnTo>
                    <a:pt x="1309246" y="391578"/>
                  </a:lnTo>
                  <a:lnTo>
                    <a:pt x="1334918" y="401928"/>
                  </a:lnTo>
                  <a:lnTo>
                    <a:pt x="1360589" y="412378"/>
                  </a:lnTo>
                  <a:lnTo>
                    <a:pt x="1386261" y="422926"/>
                  </a:lnTo>
                  <a:lnTo>
                    <a:pt x="1411932" y="433573"/>
                  </a:lnTo>
                  <a:lnTo>
                    <a:pt x="1437604" y="444316"/>
                  </a:lnTo>
                  <a:lnTo>
                    <a:pt x="1463275" y="455156"/>
                  </a:lnTo>
                  <a:lnTo>
                    <a:pt x="1488947" y="466090"/>
                  </a:lnTo>
                  <a:lnTo>
                    <a:pt x="1514618" y="477118"/>
                  </a:lnTo>
                  <a:lnTo>
                    <a:pt x="1540290" y="488238"/>
                  </a:lnTo>
                  <a:lnTo>
                    <a:pt x="1565961" y="499450"/>
                  </a:lnTo>
                  <a:lnTo>
                    <a:pt x="1591633" y="510751"/>
                  </a:lnTo>
                  <a:lnTo>
                    <a:pt x="1617304" y="522141"/>
                  </a:lnTo>
                  <a:lnTo>
                    <a:pt x="1642976" y="533618"/>
                  </a:lnTo>
                  <a:lnTo>
                    <a:pt x="1668647" y="545180"/>
                  </a:lnTo>
                  <a:lnTo>
                    <a:pt x="1694319" y="556827"/>
                  </a:lnTo>
                  <a:lnTo>
                    <a:pt x="1719990" y="568555"/>
                  </a:lnTo>
                  <a:lnTo>
                    <a:pt x="1745662" y="580364"/>
                  </a:lnTo>
                  <a:lnTo>
                    <a:pt x="1771333" y="592252"/>
                  </a:lnTo>
                  <a:lnTo>
                    <a:pt x="1797005" y="604216"/>
                  </a:lnTo>
                  <a:lnTo>
                    <a:pt x="1822676" y="616256"/>
                  </a:lnTo>
                  <a:lnTo>
                    <a:pt x="1848348" y="628369"/>
                  </a:lnTo>
                  <a:lnTo>
                    <a:pt x="1874019" y="640553"/>
                  </a:lnTo>
                  <a:lnTo>
                    <a:pt x="1899691" y="652806"/>
                  </a:lnTo>
                  <a:lnTo>
                    <a:pt x="1925362" y="665126"/>
                  </a:lnTo>
                  <a:lnTo>
                    <a:pt x="1951034" y="677511"/>
                  </a:lnTo>
                  <a:lnTo>
                    <a:pt x="1976705" y="689958"/>
                  </a:lnTo>
                  <a:lnTo>
                    <a:pt x="2002377" y="702466"/>
                  </a:lnTo>
                  <a:lnTo>
                    <a:pt x="2028048" y="715032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3332956" y="1607863"/>
              <a:ext cx="2027810" cy="1395424"/>
            </a:xfrm>
            <a:custGeom>
              <a:avLst/>
              <a:pathLst>
                <a:path w="2027810" h="1395424">
                  <a:moveTo>
                    <a:pt x="0" y="0"/>
                  </a:moveTo>
                  <a:lnTo>
                    <a:pt x="25668" y="4151"/>
                  </a:lnTo>
                  <a:lnTo>
                    <a:pt x="51336" y="8484"/>
                  </a:lnTo>
                  <a:lnTo>
                    <a:pt x="77005" y="13004"/>
                  </a:lnTo>
                  <a:lnTo>
                    <a:pt x="102673" y="17719"/>
                  </a:lnTo>
                  <a:lnTo>
                    <a:pt x="128342" y="22636"/>
                  </a:lnTo>
                  <a:lnTo>
                    <a:pt x="154010" y="27764"/>
                  </a:lnTo>
                  <a:lnTo>
                    <a:pt x="179679" y="33110"/>
                  </a:lnTo>
                  <a:lnTo>
                    <a:pt x="205347" y="38683"/>
                  </a:lnTo>
                  <a:lnTo>
                    <a:pt x="231016" y="44490"/>
                  </a:lnTo>
                  <a:lnTo>
                    <a:pt x="256684" y="50541"/>
                  </a:lnTo>
                  <a:lnTo>
                    <a:pt x="282353" y="56844"/>
                  </a:lnTo>
                  <a:lnTo>
                    <a:pt x="308021" y="63409"/>
                  </a:lnTo>
                  <a:lnTo>
                    <a:pt x="333690" y="70244"/>
                  </a:lnTo>
                  <a:lnTo>
                    <a:pt x="359358" y="77360"/>
                  </a:lnTo>
                  <a:lnTo>
                    <a:pt x="385027" y="84765"/>
                  </a:lnTo>
                  <a:lnTo>
                    <a:pt x="410695" y="92469"/>
                  </a:lnTo>
                  <a:lnTo>
                    <a:pt x="436364" y="100482"/>
                  </a:lnTo>
                  <a:lnTo>
                    <a:pt x="462032" y="108814"/>
                  </a:lnTo>
                  <a:lnTo>
                    <a:pt x="487701" y="117475"/>
                  </a:lnTo>
                  <a:lnTo>
                    <a:pt x="513369" y="126476"/>
                  </a:lnTo>
                  <a:lnTo>
                    <a:pt x="539038" y="135826"/>
                  </a:lnTo>
                  <a:lnTo>
                    <a:pt x="564706" y="145535"/>
                  </a:lnTo>
                  <a:lnTo>
                    <a:pt x="590375" y="155615"/>
                  </a:lnTo>
                  <a:lnTo>
                    <a:pt x="616043" y="166075"/>
                  </a:lnTo>
                  <a:lnTo>
                    <a:pt x="641712" y="176926"/>
                  </a:lnTo>
                  <a:lnTo>
                    <a:pt x="667380" y="188177"/>
                  </a:lnTo>
                  <a:lnTo>
                    <a:pt x="693049" y="199839"/>
                  </a:lnTo>
                  <a:lnTo>
                    <a:pt x="718717" y="211921"/>
                  </a:lnTo>
                  <a:lnTo>
                    <a:pt x="744386" y="224433"/>
                  </a:lnTo>
                  <a:lnTo>
                    <a:pt x="770054" y="237386"/>
                  </a:lnTo>
                  <a:lnTo>
                    <a:pt x="795723" y="250786"/>
                  </a:lnTo>
                  <a:lnTo>
                    <a:pt x="821391" y="264645"/>
                  </a:lnTo>
                  <a:lnTo>
                    <a:pt x="847060" y="278969"/>
                  </a:lnTo>
                  <a:lnTo>
                    <a:pt x="872728" y="293767"/>
                  </a:lnTo>
                  <a:lnTo>
                    <a:pt x="898397" y="309046"/>
                  </a:lnTo>
                  <a:lnTo>
                    <a:pt x="924065" y="324814"/>
                  </a:lnTo>
                  <a:lnTo>
                    <a:pt x="949733" y="341075"/>
                  </a:lnTo>
                  <a:lnTo>
                    <a:pt x="975402" y="357837"/>
                  </a:lnTo>
                  <a:lnTo>
                    <a:pt x="1001070" y="375104"/>
                  </a:lnTo>
                  <a:lnTo>
                    <a:pt x="1026739" y="392879"/>
                  </a:lnTo>
                  <a:lnTo>
                    <a:pt x="1052407" y="411166"/>
                  </a:lnTo>
                  <a:lnTo>
                    <a:pt x="1078076" y="429968"/>
                  </a:lnTo>
                  <a:lnTo>
                    <a:pt x="1103744" y="449285"/>
                  </a:lnTo>
                  <a:lnTo>
                    <a:pt x="1129413" y="469118"/>
                  </a:lnTo>
                  <a:lnTo>
                    <a:pt x="1155081" y="489465"/>
                  </a:lnTo>
                  <a:lnTo>
                    <a:pt x="1180750" y="510325"/>
                  </a:lnTo>
                  <a:lnTo>
                    <a:pt x="1206418" y="531695"/>
                  </a:lnTo>
                  <a:lnTo>
                    <a:pt x="1232087" y="553568"/>
                  </a:lnTo>
                  <a:lnTo>
                    <a:pt x="1257755" y="575941"/>
                  </a:lnTo>
                  <a:lnTo>
                    <a:pt x="1283424" y="598806"/>
                  </a:lnTo>
                  <a:lnTo>
                    <a:pt x="1309092" y="622153"/>
                  </a:lnTo>
                  <a:lnTo>
                    <a:pt x="1334761" y="645973"/>
                  </a:lnTo>
                  <a:lnTo>
                    <a:pt x="1360429" y="670254"/>
                  </a:lnTo>
                  <a:lnTo>
                    <a:pt x="1386098" y="694984"/>
                  </a:lnTo>
                  <a:lnTo>
                    <a:pt x="1411766" y="720148"/>
                  </a:lnTo>
                  <a:lnTo>
                    <a:pt x="1437435" y="745730"/>
                  </a:lnTo>
                  <a:lnTo>
                    <a:pt x="1463103" y="771713"/>
                  </a:lnTo>
                  <a:lnTo>
                    <a:pt x="1488772" y="798078"/>
                  </a:lnTo>
                  <a:lnTo>
                    <a:pt x="1514440" y="824806"/>
                  </a:lnTo>
                  <a:lnTo>
                    <a:pt x="1540109" y="851875"/>
                  </a:lnTo>
                  <a:lnTo>
                    <a:pt x="1565777" y="879262"/>
                  </a:lnTo>
                  <a:lnTo>
                    <a:pt x="1591446" y="906943"/>
                  </a:lnTo>
                  <a:lnTo>
                    <a:pt x="1617114" y="934893"/>
                  </a:lnTo>
                  <a:lnTo>
                    <a:pt x="1642783" y="963087"/>
                  </a:lnTo>
                  <a:lnTo>
                    <a:pt x="1668451" y="991498"/>
                  </a:lnTo>
                  <a:lnTo>
                    <a:pt x="1694120" y="1020096"/>
                  </a:lnTo>
                  <a:lnTo>
                    <a:pt x="1719788" y="1048854"/>
                  </a:lnTo>
                  <a:lnTo>
                    <a:pt x="1745457" y="1077743"/>
                  </a:lnTo>
                  <a:lnTo>
                    <a:pt x="1771125" y="1106731"/>
                  </a:lnTo>
                  <a:lnTo>
                    <a:pt x="1796794" y="1135790"/>
                  </a:lnTo>
                  <a:lnTo>
                    <a:pt x="1822462" y="1164889"/>
                  </a:lnTo>
                  <a:lnTo>
                    <a:pt x="1848131" y="1193995"/>
                  </a:lnTo>
                  <a:lnTo>
                    <a:pt x="1873799" y="1223080"/>
                  </a:lnTo>
                  <a:lnTo>
                    <a:pt x="1899467" y="1252112"/>
                  </a:lnTo>
                  <a:lnTo>
                    <a:pt x="1925136" y="1281060"/>
                  </a:lnTo>
                  <a:lnTo>
                    <a:pt x="1950804" y="1309895"/>
                  </a:lnTo>
                  <a:lnTo>
                    <a:pt x="1976473" y="1338586"/>
                  </a:lnTo>
                  <a:lnTo>
                    <a:pt x="2002141" y="1367106"/>
                  </a:lnTo>
                  <a:lnTo>
                    <a:pt x="2027810" y="1395424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941827" y="3162564"/>
              <a:ext cx="3139015" cy="797933"/>
            </a:xfrm>
            <a:custGeom>
              <a:avLst/>
              <a:pathLst>
                <a:path w="3139015" h="797933">
                  <a:moveTo>
                    <a:pt x="0" y="0"/>
                  </a:moveTo>
                  <a:lnTo>
                    <a:pt x="39734" y="19794"/>
                  </a:lnTo>
                  <a:lnTo>
                    <a:pt x="79468" y="39373"/>
                  </a:lnTo>
                  <a:lnTo>
                    <a:pt x="119203" y="58727"/>
                  </a:lnTo>
                  <a:lnTo>
                    <a:pt x="158937" y="77849"/>
                  </a:lnTo>
                  <a:lnTo>
                    <a:pt x="198671" y="96732"/>
                  </a:lnTo>
                  <a:lnTo>
                    <a:pt x="238406" y="115369"/>
                  </a:lnTo>
                  <a:lnTo>
                    <a:pt x="278140" y="133754"/>
                  </a:lnTo>
                  <a:lnTo>
                    <a:pt x="317874" y="151882"/>
                  </a:lnTo>
                  <a:lnTo>
                    <a:pt x="357609" y="169747"/>
                  </a:lnTo>
                  <a:lnTo>
                    <a:pt x="397343" y="187344"/>
                  </a:lnTo>
                  <a:lnTo>
                    <a:pt x="437078" y="204670"/>
                  </a:lnTo>
                  <a:lnTo>
                    <a:pt x="476812" y="221719"/>
                  </a:lnTo>
                  <a:lnTo>
                    <a:pt x="516546" y="238489"/>
                  </a:lnTo>
                  <a:lnTo>
                    <a:pt x="556281" y="254977"/>
                  </a:lnTo>
                  <a:lnTo>
                    <a:pt x="596015" y="271179"/>
                  </a:lnTo>
                  <a:lnTo>
                    <a:pt x="635749" y="287095"/>
                  </a:lnTo>
                  <a:lnTo>
                    <a:pt x="675484" y="302722"/>
                  </a:lnTo>
                  <a:lnTo>
                    <a:pt x="715218" y="318059"/>
                  </a:lnTo>
                  <a:lnTo>
                    <a:pt x="754953" y="333105"/>
                  </a:lnTo>
                  <a:lnTo>
                    <a:pt x="794687" y="347859"/>
                  </a:lnTo>
                  <a:lnTo>
                    <a:pt x="834421" y="362322"/>
                  </a:lnTo>
                  <a:lnTo>
                    <a:pt x="874156" y="376493"/>
                  </a:lnTo>
                  <a:lnTo>
                    <a:pt x="913890" y="390373"/>
                  </a:lnTo>
                  <a:lnTo>
                    <a:pt x="953624" y="403962"/>
                  </a:lnTo>
                  <a:lnTo>
                    <a:pt x="993359" y="417263"/>
                  </a:lnTo>
                  <a:lnTo>
                    <a:pt x="1033093" y="430275"/>
                  </a:lnTo>
                  <a:lnTo>
                    <a:pt x="1072828" y="443002"/>
                  </a:lnTo>
                  <a:lnTo>
                    <a:pt x="1112562" y="455444"/>
                  </a:lnTo>
                  <a:lnTo>
                    <a:pt x="1152296" y="467605"/>
                  </a:lnTo>
                  <a:lnTo>
                    <a:pt x="1192031" y="479486"/>
                  </a:lnTo>
                  <a:lnTo>
                    <a:pt x="1231765" y="491090"/>
                  </a:lnTo>
                  <a:lnTo>
                    <a:pt x="1271499" y="502420"/>
                  </a:lnTo>
                  <a:lnTo>
                    <a:pt x="1311234" y="513479"/>
                  </a:lnTo>
                  <a:lnTo>
                    <a:pt x="1350968" y="524271"/>
                  </a:lnTo>
                  <a:lnTo>
                    <a:pt x="1390703" y="534798"/>
                  </a:lnTo>
                  <a:lnTo>
                    <a:pt x="1430437" y="545064"/>
                  </a:lnTo>
                  <a:lnTo>
                    <a:pt x="1470171" y="555073"/>
                  </a:lnTo>
                  <a:lnTo>
                    <a:pt x="1509906" y="564829"/>
                  </a:lnTo>
                  <a:lnTo>
                    <a:pt x="1549640" y="574335"/>
                  </a:lnTo>
                  <a:lnTo>
                    <a:pt x="1589374" y="583595"/>
                  </a:lnTo>
                  <a:lnTo>
                    <a:pt x="1629109" y="592614"/>
                  </a:lnTo>
                  <a:lnTo>
                    <a:pt x="1668843" y="601396"/>
                  </a:lnTo>
                  <a:lnTo>
                    <a:pt x="1708578" y="609944"/>
                  </a:lnTo>
                  <a:lnTo>
                    <a:pt x="1748312" y="618264"/>
                  </a:lnTo>
                  <a:lnTo>
                    <a:pt x="1788046" y="626358"/>
                  </a:lnTo>
                  <a:lnTo>
                    <a:pt x="1827781" y="634233"/>
                  </a:lnTo>
                  <a:lnTo>
                    <a:pt x="1867515" y="641891"/>
                  </a:lnTo>
                  <a:lnTo>
                    <a:pt x="1907249" y="649338"/>
                  </a:lnTo>
                  <a:lnTo>
                    <a:pt x="1946984" y="656577"/>
                  </a:lnTo>
                  <a:lnTo>
                    <a:pt x="1986718" y="663614"/>
                  </a:lnTo>
                  <a:lnTo>
                    <a:pt x="2026453" y="670452"/>
                  </a:lnTo>
                  <a:lnTo>
                    <a:pt x="2066187" y="677096"/>
                  </a:lnTo>
                  <a:lnTo>
                    <a:pt x="2105921" y="683550"/>
                  </a:lnTo>
                  <a:lnTo>
                    <a:pt x="2145656" y="689818"/>
                  </a:lnTo>
                  <a:lnTo>
                    <a:pt x="2185390" y="695906"/>
                  </a:lnTo>
                  <a:lnTo>
                    <a:pt x="2225124" y="701816"/>
                  </a:lnTo>
                  <a:lnTo>
                    <a:pt x="2264859" y="707554"/>
                  </a:lnTo>
                  <a:lnTo>
                    <a:pt x="2304593" y="713123"/>
                  </a:lnTo>
                  <a:lnTo>
                    <a:pt x="2344328" y="718527"/>
                  </a:lnTo>
                  <a:lnTo>
                    <a:pt x="2384062" y="723771"/>
                  </a:lnTo>
                  <a:lnTo>
                    <a:pt x="2423796" y="728859"/>
                  </a:lnTo>
                  <a:lnTo>
                    <a:pt x="2463531" y="733795"/>
                  </a:lnTo>
                  <a:lnTo>
                    <a:pt x="2503265" y="738582"/>
                  </a:lnTo>
                  <a:lnTo>
                    <a:pt x="2542999" y="743224"/>
                  </a:lnTo>
                  <a:lnTo>
                    <a:pt x="2582734" y="747726"/>
                  </a:lnTo>
                  <a:lnTo>
                    <a:pt x="2622468" y="752090"/>
                  </a:lnTo>
                  <a:lnTo>
                    <a:pt x="2662203" y="756322"/>
                  </a:lnTo>
                  <a:lnTo>
                    <a:pt x="2701937" y="760423"/>
                  </a:lnTo>
                  <a:lnTo>
                    <a:pt x="2741671" y="764398"/>
                  </a:lnTo>
                  <a:lnTo>
                    <a:pt x="2781406" y="768250"/>
                  </a:lnTo>
                  <a:lnTo>
                    <a:pt x="2821140" y="771983"/>
                  </a:lnTo>
                  <a:lnTo>
                    <a:pt x="2860874" y="775600"/>
                  </a:lnTo>
                  <a:lnTo>
                    <a:pt x="2900609" y="779104"/>
                  </a:lnTo>
                  <a:lnTo>
                    <a:pt x="2940343" y="782498"/>
                  </a:lnTo>
                  <a:lnTo>
                    <a:pt x="2980078" y="785786"/>
                  </a:lnTo>
                  <a:lnTo>
                    <a:pt x="3019812" y="788971"/>
                  </a:lnTo>
                  <a:lnTo>
                    <a:pt x="3059546" y="792055"/>
                  </a:lnTo>
                  <a:lnTo>
                    <a:pt x="3099281" y="795041"/>
                  </a:lnTo>
                  <a:lnTo>
                    <a:pt x="3139015" y="797933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1623483" y="2361919"/>
              <a:ext cx="3142113" cy="1253537"/>
            </a:xfrm>
            <a:custGeom>
              <a:avLst/>
              <a:pathLst>
                <a:path w="3142113" h="1253537">
                  <a:moveTo>
                    <a:pt x="0" y="0"/>
                  </a:moveTo>
                  <a:lnTo>
                    <a:pt x="39773" y="16279"/>
                  </a:lnTo>
                  <a:lnTo>
                    <a:pt x="79547" y="32708"/>
                  </a:lnTo>
                  <a:lnTo>
                    <a:pt x="119320" y="49282"/>
                  </a:lnTo>
                  <a:lnTo>
                    <a:pt x="159094" y="65997"/>
                  </a:lnTo>
                  <a:lnTo>
                    <a:pt x="198867" y="82846"/>
                  </a:lnTo>
                  <a:lnTo>
                    <a:pt x="238641" y="99824"/>
                  </a:lnTo>
                  <a:lnTo>
                    <a:pt x="278415" y="116926"/>
                  </a:lnTo>
                  <a:lnTo>
                    <a:pt x="318188" y="134147"/>
                  </a:lnTo>
                  <a:lnTo>
                    <a:pt x="357962" y="151479"/>
                  </a:lnTo>
                  <a:lnTo>
                    <a:pt x="397735" y="168917"/>
                  </a:lnTo>
                  <a:lnTo>
                    <a:pt x="437509" y="186455"/>
                  </a:lnTo>
                  <a:lnTo>
                    <a:pt x="477283" y="204085"/>
                  </a:lnTo>
                  <a:lnTo>
                    <a:pt x="517056" y="221803"/>
                  </a:lnTo>
                  <a:lnTo>
                    <a:pt x="556830" y="239599"/>
                  </a:lnTo>
                  <a:lnTo>
                    <a:pt x="596603" y="257469"/>
                  </a:lnTo>
                  <a:lnTo>
                    <a:pt x="636377" y="275404"/>
                  </a:lnTo>
                  <a:lnTo>
                    <a:pt x="676151" y="293399"/>
                  </a:lnTo>
                  <a:lnTo>
                    <a:pt x="715924" y="311444"/>
                  </a:lnTo>
                  <a:lnTo>
                    <a:pt x="755698" y="329534"/>
                  </a:lnTo>
                  <a:lnTo>
                    <a:pt x="795471" y="347661"/>
                  </a:lnTo>
                  <a:lnTo>
                    <a:pt x="835245" y="365817"/>
                  </a:lnTo>
                  <a:lnTo>
                    <a:pt x="875018" y="383995"/>
                  </a:lnTo>
                  <a:lnTo>
                    <a:pt x="914792" y="402188"/>
                  </a:lnTo>
                  <a:lnTo>
                    <a:pt x="954566" y="420387"/>
                  </a:lnTo>
                  <a:lnTo>
                    <a:pt x="994339" y="438586"/>
                  </a:lnTo>
                  <a:lnTo>
                    <a:pt x="1034113" y="456777"/>
                  </a:lnTo>
                  <a:lnTo>
                    <a:pt x="1073886" y="474952"/>
                  </a:lnTo>
                  <a:lnTo>
                    <a:pt x="1113660" y="493104"/>
                  </a:lnTo>
                  <a:lnTo>
                    <a:pt x="1153434" y="511226"/>
                  </a:lnTo>
                  <a:lnTo>
                    <a:pt x="1193207" y="529309"/>
                  </a:lnTo>
                  <a:lnTo>
                    <a:pt x="1232981" y="547348"/>
                  </a:lnTo>
                  <a:lnTo>
                    <a:pt x="1272754" y="565333"/>
                  </a:lnTo>
                  <a:lnTo>
                    <a:pt x="1312528" y="583259"/>
                  </a:lnTo>
                  <a:lnTo>
                    <a:pt x="1352302" y="601118"/>
                  </a:lnTo>
                  <a:lnTo>
                    <a:pt x="1392075" y="618903"/>
                  </a:lnTo>
                  <a:lnTo>
                    <a:pt x="1431849" y="636607"/>
                  </a:lnTo>
                  <a:lnTo>
                    <a:pt x="1471622" y="654224"/>
                  </a:lnTo>
                  <a:lnTo>
                    <a:pt x="1511396" y="671746"/>
                  </a:lnTo>
                  <a:lnTo>
                    <a:pt x="1551169" y="689168"/>
                  </a:lnTo>
                  <a:lnTo>
                    <a:pt x="1590943" y="706484"/>
                  </a:lnTo>
                  <a:lnTo>
                    <a:pt x="1630717" y="723686"/>
                  </a:lnTo>
                  <a:lnTo>
                    <a:pt x="1670490" y="740770"/>
                  </a:lnTo>
                  <a:lnTo>
                    <a:pt x="1710264" y="757729"/>
                  </a:lnTo>
                  <a:lnTo>
                    <a:pt x="1750037" y="774557"/>
                  </a:lnTo>
                  <a:lnTo>
                    <a:pt x="1789811" y="791250"/>
                  </a:lnTo>
                  <a:lnTo>
                    <a:pt x="1829585" y="807802"/>
                  </a:lnTo>
                  <a:lnTo>
                    <a:pt x="1869358" y="824209"/>
                  </a:lnTo>
                  <a:lnTo>
                    <a:pt x="1909132" y="840464"/>
                  </a:lnTo>
                  <a:lnTo>
                    <a:pt x="1948905" y="856565"/>
                  </a:lnTo>
                  <a:lnTo>
                    <a:pt x="1988679" y="872506"/>
                  </a:lnTo>
                  <a:lnTo>
                    <a:pt x="2028453" y="888283"/>
                  </a:lnTo>
                  <a:lnTo>
                    <a:pt x="2068226" y="903893"/>
                  </a:lnTo>
                  <a:lnTo>
                    <a:pt x="2108000" y="919331"/>
                  </a:lnTo>
                  <a:lnTo>
                    <a:pt x="2147773" y="934595"/>
                  </a:lnTo>
                  <a:lnTo>
                    <a:pt x="2187547" y="949680"/>
                  </a:lnTo>
                  <a:lnTo>
                    <a:pt x="2227320" y="964584"/>
                  </a:lnTo>
                  <a:lnTo>
                    <a:pt x="2267094" y="979305"/>
                  </a:lnTo>
                  <a:lnTo>
                    <a:pt x="2306868" y="993839"/>
                  </a:lnTo>
                  <a:lnTo>
                    <a:pt x="2346641" y="1008184"/>
                  </a:lnTo>
                  <a:lnTo>
                    <a:pt x="2386415" y="1022338"/>
                  </a:lnTo>
                  <a:lnTo>
                    <a:pt x="2426188" y="1036298"/>
                  </a:lnTo>
                  <a:lnTo>
                    <a:pt x="2465962" y="1050064"/>
                  </a:lnTo>
                  <a:lnTo>
                    <a:pt x="2505736" y="1063634"/>
                  </a:lnTo>
                  <a:lnTo>
                    <a:pt x="2545509" y="1077006"/>
                  </a:lnTo>
                  <a:lnTo>
                    <a:pt x="2585283" y="1090180"/>
                  </a:lnTo>
                  <a:lnTo>
                    <a:pt x="2625056" y="1103153"/>
                  </a:lnTo>
                  <a:lnTo>
                    <a:pt x="2664830" y="1115926"/>
                  </a:lnTo>
                  <a:lnTo>
                    <a:pt x="2704604" y="1128499"/>
                  </a:lnTo>
                  <a:lnTo>
                    <a:pt x="2744377" y="1140869"/>
                  </a:lnTo>
                  <a:lnTo>
                    <a:pt x="2784151" y="1153039"/>
                  </a:lnTo>
                  <a:lnTo>
                    <a:pt x="2823924" y="1165006"/>
                  </a:lnTo>
                  <a:lnTo>
                    <a:pt x="2863698" y="1176772"/>
                  </a:lnTo>
                  <a:lnTo>
                    <a:pt x="2903471" y="1188337"/>
                  </a:lnTo>
                  <a:lnTo>
                    <a:pt x="2943245" y="1199701"/>
                  </a:lnTo>
                  <a:lnTo>
                    <a:pt x="2983019" y="1210865"/>
                  </a:lnTo>
                  <a:lnTo>
                    <a:pt x="3022792" y="1221830"/>
                  </a:lnTo>
                  <a:lnTo>
                    <a:pt x="3062566" y="1232596"/>
                  </a:lnTo>
                  <a:lnTo>
                    <a:pt x="3102339" y="1243164"/>
                  </a:lnTo>
                  <a:lnTo>
                    <a:pt x="3142113" y="1253537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2115171" y="2250639"/>
              <a:ext cx="2915646" cy="1794203"/>
            </a:xfrm>
            <a:custGeom>
              <a:avLst/>
              <a:pathLst>
                <a:path w="2915646" h="1794203">
                  <a:moveTo>
                    <a:pt x="0" y="0"/>
                  </a:moveTo>
                  <a:lnTo>
                    <a:pt x="36906" y="61443"/>
                  </a:lnTo>
                  <a:lnTo>
                    <a:pt x="73813" y="125565"/>
                  </a:lnTo>
                  <a:lnTo>
                    <a:pt x="110720" y="192091"/>
                  </a:lnTo>
                  <a:lnTo>
                    <a:pt x="147627" y="260697"/>
                  </a:lnTo>
                  <a:lnTo>
                    <a:pt x="184534" y="331006"/>
                  </a:lnTo>
                  <a:lnTo>
                    <a:pt x="221441" y="402601"/>
                  </a:lnTo>
                  <a:lnTo>
                    <a:pt x="258348" y="475033"/>
                  </a:lnTo>
                  <a:lnTo>
                    <a:pt x="295255" y="547829"/>
                  </a:lnTo>
                  <a:lnTo>
                    <a:pt x="332162" y="620509"/>
                  </a:lnTo>
                  <a:lnTo>
                    <a:pt x="369069" y="692595"/>
                  </a:lnTo>
                  <a:lnTo>
                    <a:pt x="405976" y="763624"/>
                  </a:lnTo>
                  <a:lnTo>
                    <a:pt x="442883" y="833161"/>
                  </a:lnTo>
                  <a:lnTo>
                    <a:pt x="479789" y="900807"/>
                  </a:lnTo>
                  <a:lnTo>
                    <a:pt x="516696" y="966211"/>
                  </a:lnTo>
                  <a:lnTo>
                    <a:pt x="553603" y="1029071"/>
                  </a:lnTo>
                  <a:lnTo>
                    <a:pt x="590510" y="1089142"/>
                  </a:lnTo>
                  <a:lnTo>
                    <a:pt x="627417" y="1146234"/>
                  </a:lnTo>
                  <a:lnTo>
                    <a:pt x="664324" y="1200214"/>
                  </a:lnTo>
                  <a:lnTo>
                    <a:pt x="701231" y="1251000"/>
                  </a:lnTo>
                  <a:lnTo>
                    <a:pt x="738138" y="1298563"/>
                  </a:lnTo>
                  <a:lnTo>
                    <a:pt x="775045" y="1342913"/>
                  </a:lnTo>
                  <a:lnTo>
                    <a:pt x="811952" y="1384100"/>
                  </a:lnTo>
                  <a:lnTo>
                    <a:pt x="848859" y="1422208"/>
                  </a:lnTo>
                  <a:lnTo>
                    <a:pt x="885766" y="1457344"/>
                  </a:lnTo>
                  <a:lnTo>
                    <a:pt x="922673" y="1489636"/>
                  </a:lnTo>
                  <a:lnTo>
                    <a:pt x="959579" y="1519228"/>
                  </a:lnTo>
                  <a:lnTo>
                    <a:pt x="996486" y="1546272"/>
                  </a:lnTo>
                  <a:lnTo>
                    <a:pt x="1033393" y="1570926"/>
                  </a:lnTo>
                  <a:lnTo>
                    <a:pt x="1070300" y="1593351"/>
                  </a:lnTo>
                  <a:lnTo>
                    <a:pt x="1107207" y="1613708"/>
                  </a:lnTo>
                  <a:lnTo>
                    <a:pt x="1144114" y="1632152"/>
                  </a:lnTo>
                  <a:lnTo>
                    <a:pt x="1181021" y="1648836"/>
                  </a:lnTo>
                  <a:lnTo>
                    <a:pt x="1217928" y="1663903"/>
                  </a:lnTo>
                  <a:lnTo>
                    <a:pt x="1254835" y="1677493"/>
                  </a:lnTo>
                  <a:lnTo>
                    <a:pt x="1291742" y="1689735"/>
                  </a:lnTo>
                  <a:lnTo>
                    <a:pt x="1328649" y="1700750"/>
                  </a:lnTo>
                  <a:lnTo>
                    <a:pt x="1365556" y="1710652"/>
                  </a:lnTo>
                  <a:lnTo>
                    <a:pt x="1402462" y="1719544"/>
                  </a:lnTo>
                  <a:lnTo>
                    <a:pt x="1439369" y="1727524"/>
                  </a:lnTo>
                  <a:lnTo>
                    <a:pt x="1476276" y="1734679"/>
                  </a:lnTo>
                  <a:lnTo>
                    <a:pt x="1513183" y="1741091"/>
                  </a:lnTo>
                  <a:lnTo>
                    <a:pt x="1550090" y="1746833"/>
                  </a:lnTo>
                  <a:lnTo>
                    <a:pt x="1586997" y="1751973"/>
                  </a:lnTo>
                  <a:lnTo>
                    <a:pt x="1623904" y="1756572"/>
                  </a:lnTo>
                  <a:lnTo>
                    <a:pt x="1660811" y="1760685"/>
                  </a:lnTo>
                  <a:lnTo>
                    <a:pt x="1697718" y="1764362"/>
                  </a:lnTo>
                  <a:lnTo>
                    <a:pt x="1734625" y="1767648"/>
                  </a:lnTo>
                  <a:lnTo>
                    <a:pt x="1771532" y="1770584"/>
                  </a:lnTo>
                  <a:lnTo>
                    <a:pt x="1808439" y="1773206"/>
                  </a:lnTo>
                  <a:lnTo>
                    <a:pt x="1845346" y="1775547"/>
                  </a:lnTo>
                  <a:lnTo>
                    <a:pt x="1882252" y="1777638"/>
                  </a:lnTo>
                  <a:lnTo>
                    <a:pt x="1919159" y="1779504"/>
                  </a:lnTo>
                  <a:lnTo>
                    <a:pt x="1956066" y="1781169"/>
                  </a:lnTo>
                  <a:lnTo>
                    <a:pt x="1992973" y="1782655"/>
                  </a:lnTo>
                  <a:lnTo>
                    <a:pt x="2029880" y="1783981"/>
                  </a:lnTo>
                  <a:lnTo>
                    <a:pt x="2066787" y="1785164"/>
                  </a:lnTo>
                  <a:lnTo>
                    <a:pt x="2103694" y="1786219"/>
                  </a:lnTo>
                  <a:lnTo>
                    <a:pt x="2140601" y="1787159"/>
                  </a:lnTo>
                  <a:lnTo>
                    <a:pt x="2177508" y="1787999"/>
                  </a:lnTo>
                  <a:lnTo>
                    <a:pt x="2214415" y="1788747"/>
                  </a:lnTo>
                  <a:lnTo>
                    <a:pt x="2251322" y="1789414"/>
                  </a:lnTo>
                  <a:lnTo>
                    <a:pt x="2288229" y="1790009"/>
                  </a:lnTo>
                  <a:lnTo>
                    <a:pt x="2325135" y="1790540"/>
                  </a:lnTo>
                  <a:lnTo>
                    <a:pt x="2362042" y="1791013"/>
                  </a:lnTo>
                  <a:lnTo>
                    <a:pt x="2398949" y="1791434"/>
                  </a:lnTo>
                  <a:lnTo>
                    <a:pt x="2435856" y="1791810"/>
                  </a:lnTo>
                  <a:lnTo>
                    <a:pt x="2472763" y="1792145"/>
                  </a:lnTo>
                  <a:lnTo>
                    <a:pt x="2509670" y="1792444"/>
                  </a:lnTo>
                  <a:lnTo>
                    <a:pt x="2546577" y="1792710"/>
                  </a:lnTo>
                  <a:lnTo>
                    <a:pt x="2583484" y="1792948"/>
                  </a:lnTo>
                  <a:lnTo>
                    <a:pt x="2620391" y="1793159"/>
                  </a:lnTo>
                  <a:lnTo>
                    <a:pt x="2657298" y="1793348"/>
                  </a:lnTo>
                  <a:lnTo>
                    <a:pt x="2694205" y="1793516"/>
                  </a:lnTo>
                  <a:lnTo>
                    <a:pt x="2731112" y="1793666"/>
                  </a:lnTo>
                  <a:lnTo>
                    <a:pt x="2768019" y="1793799"/>
                  </a:lnTo>
                  <a:lnTo>
                    <a:pt x="2804925" y="1793918"/>
                  </a:lnTo>
                  <a:lnTo>
                    <a:pt x="2841832" y="1794024"/>
                  </a:lnTo>
                  <a:lnTo>
                    <a:pt x="2878739" y="1794119"/>
                  </a:lnTo>
                  <a:lnTo>
                    <a:pt x="2915646" y="179420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2339979" y="2517239"/>
              <a:ext cx="3182780" cy="1482111"/>
            </a:xfrm>
            <a:custGeom>
              <a:avLst/>
              <a:pathLst>
                <a:path w="3182780" h="1482111">
                  <a:moveTo>
                    <a:pt x="0" y="0"/>
                  </a:moveTo>
                  <a:lnTo>
                    <a:pt x="40288" y="33935"/>
                  </a:lnTo>
                  <a:lnTo>
                    <a:pt x="80576" y="68216"/>
                  </a:lnTo>
                  <a:lnTo>
                    <a:pt x="120865" y="102793"/>
                  </a:lnTo>
                  <a:lnTo>
                    <a:pt x="161153" y="137617"/>
                  </a:lnTo>
                  <a:lnTo>
                    <a:pt x="201441" y="172635"/>
                  </a:lnTo>
                  <a:lnTo>
                    <a:pt x="241730" y="207794"/>
                  </a:lnTo>
                  <a:lnTo>
                    <a:pt x="282018" y="243040"/>
                  </a:lnTo>
                  <a:lnTo>
                    <a:pt x="322306" y="278318"/>
                  </a:lnTo>
                  <a:lnTo>
                    <a:pt x="362595" y="313573"/>
                  </a:lnTo>
                  <a:lnTo>
                    <a:pt x="402883" y="348750"/>
                  </a:lnTo>
                  <a:lnTo>
                    <a:pt x="443171" y="383796"/>
                  </a:lnTo>
                  <a:lnTo>
                    <a:pt x="483460" y="418656"/>
                  </a:lnTo>
                  <a:lnTo>
                    <a:pt x="523748" y="453279"/>
                  </a:lnTo>
                  <a:lnTo>
                    <a:pt x="564037" y="487614"/>
                  </a:lnTo>
                  <a:lnTo>
                    <a:pt x="604325" y="521611"/>
                  </a:lnTo>
                  <a:lnTo>
                    <a:pt x="644613" y="555223"/>
                  </a:lnTo>
                  <a:lnTo>
                    <a:pt x="684902" y="588406"/>
                  </a:lnTo>
                  <a:lnTo>
                    <a:pt x="725190" y="621117"/>
                  </a:lnTo>
                  <a:lnTo>
                    <a:pt x="765478" y="653317"/>
                  </a:lnTo>
                  <a:lnTo>
                    <a:pt x="805767" y="684967"/>
                  </a:lnTo>
                  <a:lnTo>
                    <a:pt x="846055" y="716035"/>
                  </a:lnTo>
                  <a:lnTo>
                    <a:pt x="886343" y="746489"/>
                  </a:lnTo>
                  <a:lnTo>
                    <a:pt x="926632" y="776302"/>
                  </a:lnTo>
                  <a:lnTo>
                    <a:pt x="966920" y="805447"/>
                  </a:lnTo>
                  <a:lnTo>
                    <a:pt x="1007209" y="833905"/>
                  </a:lnTo>
                  <a:lnTo>
                    <a:pt x="1047497" y="861655"/>
                  </a:lnTo>
                  <a:lnTo>
                    <a:pt x="1087785" y="888684"/>
                  </a:lnTo>
                  <a:lnTo>
                    <a:pt x="1128074" y="914977"/>
                  </a:lnTo>
                  <a:lnTo>
                    <a:pt x="1168362" y="940525"/>
                  </a:lnTo>
                  <a:lnTo>
                    <a:pt x="1208650" y="965322"/>
                  </a:lnTo>
                  <a:lnTo>
                    <a:pt x="1248939" y="989363"/>
                  </a:lnTo>
                  <a:lnTo>
                    <a:pt x="1289227" y="1012647"/>
                  </a:lnTo>
                  <a:lnTo>
                    <a:pt x="1329515" y="1035174"/>
                  </a:lnTo>
                  <a:lnTo>
                    <a:pt x="1369804" y="1056947"/>
                  </a:lnTo>
                  <a:lnTo>
                    <a:pt x="1410092" y="1077972"/>
                  </a:lnTo>
                  <a:lnTo>
                    <a:pt x="1450381" y="1098255"/>
                  </a:lnTo>
                  <a:lnTo>
                    <a:pt x="1490669" y="1117804"/>
                  </a:lnTo>
                  <a:lnTo>
                    <a:pt x="1530957" y="1136631"/>
                  </a:lnTo>
                  <a:lnTo>
                    <a:pt x="1571246" y="1154746"/>
                  </a:lnTo>
                  <a:lnTo>
                    <a:pt x="1611534" y="1172163"/>
                  </a:lnTo>
                  <a:lnTo>
                    <a:pt x="1651822" y="1188896"/>
                  </a:lnTo>
                  <a:lnTo>
                    <a:pt x="1692111" y="1204960"/>
                  </a:lnTo>
                  <a:lnTo>
                    <a:pt x="1732399" y="1220370"/>
                  </a:lnTo>
                  <a:lnTo>
                    <a:pt x="1772687" y="1235144"/>
                  </a:lnTo>
                  <a:lnTo>
                    <a:pt x="1812976" y="1249297"/>
                  </a:lnTo>
                  <a:lnTo>
                    <a:pt x="1853264" y="1262849"/>
                  </a:lnTo>
                  <a:lnTo>
                    <a:pt x="1893552" y="1275816"/>
                  </a:lnTo>
                  <a:lnTo>
                    <a:pt x="1933841" y="1288216"/>
                  </a:lnTo>
                  <a:lnTo>
                    <a:pt x="1974129" y="1300069"/>
                  </a:lnTo>
                  <a:lnTo>
                    <a:pt x="2014418" y="1311392"/>
                  </a:lnTo>
                  <a:lnTo>
                    <a:pt x="2054706" y="1322204"/>
                  </a:lnTo>
                  <a:lnTo>
                    <a:pt x="2094994" y="1332522"/>
                  </a:lnTo>
                  <a:lnTo>
                    <a:pt x="2135283" y="1342365"/>
                  </a:lnTo>
                  <a:lnTo>
                    <a:pt x="2175571" y="1351751"/>
                  </a:lnTo>
                  <a:lnTo>
                    <a:pt x="2215859" y="1360696"/>
                  </a:lnTo>
                  <a:lnTo>
                    <a:pt x="2256148" y="1369219"/>
                  </a:lnTo>
                  <a:lnTo>
                    <a:pt x="2296436" y="1377337"/>
                  </a:lnTo>
                  <a:lnTo>
                    <a:pt x="2336724" y="1385065"/>
                  </a:lnTo>
                  <a:lnTo>
                    <a:pt x="2377013" y="1392420"/>
                  </a:lnTo>
                  <a:lnTo>
                    <a:pt x="2417301" y="1399418"/>
                  </a:lnTo>
                  <a:lnTo>
                    <a:pt x="2457590" y="1406073"/>
                  </a:lnTo>
                  <a:lnTo>
                    <a:pt x="2497878" y="1412402"/>
                  </a:lnTo>
                  <a:lnTo>
                    <a:pt x="2538166" y="1418418"/>
                  </a:lnTo>
                  <a:lnTo>
                    <a:pt x="2578455" y="1424135"/>
                  </a:lnTo>
                  <a:lnTo>
                    <a:pt x="2618743" y="1429567"/>
                  </a:lnTo>
                  <a:lnTo>
                    <a:pt x="2659031" y="1434726"/>
                  </a:lnTo>
                  <a:lnTo>
                    <a:pt x="2699320" y="1439626"/>
                  </a:lnTo>
                  <a:lnTo>
                    <a:pt x="2739608" y="1444278"/>
                  </a:lnTo>
                  <a:lnTo>
                    <a:pt x="2779896" y="1448694"/>
                  </a:lnTo>
                  <a:lnTo>
                    <a:pt x="2820185" y="1452885"/>
                  </a:lnTo>
                  <a:lnTo>
                    <a:pt x="2860473" y="1456861"/>
                  </a:lnTo>
                  <a:lnTo>
                    <a:pt x="2900762" y="1460634"/>
                  </a:lnTo>
                  <a:lnTo>
                    <a:pt x="2941050" y="1464213"/>
                  </a:lnTo>
                  <a:lnTo>
                    <a:pt x="2981338" y="1467607"/>
                  </a:lnTo>
                  <a:lnTo>
                    <a:pt x="3021627" y="1470825"/>
                  </a:lnTo>
                  <a:lnTo>
                    <a:pt x="3061915" y="1473877"/>
                  </a:lnTo>
                  <a:lnTo>
                    <a:pt x="3102203" y="1476770"/>
                  </a:lnTo>
                  <a:lnTo>
                    <a:pt x="3142492" y="1479512"/>
                  </a:lnTo>
                  <a:lnTo>
                    <a:pt x="3182780" y="1482111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352475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2493668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3634861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4776054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230" name="tx230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2" name="pt232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tx234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7" name="pt237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tx253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1428519" y="1165040"/>
              <a:ext cx="723016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4947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9541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41356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72442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1838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30912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458617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5931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65182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464839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4260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0912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514821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4582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44839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45543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11507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26966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43854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48036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51452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1045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30707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4260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438175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33841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325999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30811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45543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19521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77227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43377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42954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5343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77196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88460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19521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85214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66817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66785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94899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94899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85184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88499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4271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14350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88694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88499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54362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42599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14350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30738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44303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46341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442700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46373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343205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30842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33970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32388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45291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46026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345973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460585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46988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30284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521090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520824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30272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344069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304978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469573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30269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452917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35334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61343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61093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66352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35334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44401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40651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38776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66086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12269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94502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17487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27901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40492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16767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13293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11579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44440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13293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16974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28024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94502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438783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17487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194041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55539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20607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20607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84869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96206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61347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74467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92835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25685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84924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96153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554738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92853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94284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158824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58218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61874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02483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2483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74476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25826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185271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10632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28975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94223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9085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10632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185272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9085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28020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59109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85257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3838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194270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21019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32124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21114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53838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432210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28020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85150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59066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28883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38454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53861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479727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459537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47943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459205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33674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29958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469162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469130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476412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321484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33894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34283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322188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33894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48533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30359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33613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305179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47647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29958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30016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485117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30016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25150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417715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27557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41754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24924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28545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42776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43576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296601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29664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29853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49847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25026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27714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43577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42775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25583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44542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25485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847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3883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3899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45610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250474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2553218" y="1516266"/>
              <a:ext cx="2492292" cy="0"/>
            </a:xfrm>
            <a:custGeom>
              <a:avLst/>
              <a:pathLst>
                <a:path w="2492292" h="0">
                  <a:moveTo>
                    <a:pt x="0" y="0"/>
                  </a:moveTo>
                  <a:lnTo>
                    <a:pt x="31548" y="0"/>
                  </a:lnTo>
                  <a:lnTo>
                    <a:pt x="63096" y="0"/>
                  </a:lnTo>
                  <a:lnTo>
                    <a:pt x="94644" y="0"/>
                  </a:lnTo>
                  <a:lnTo>
                    <a:pt x="126192" y="0"/>
                  </a:lnTo>
                  <a:lnTo>
                    <a:pt x="157740" y="0"/>
                  </a:lnTo>
                  <a:lnTo>
                    <a:pt x="189288" y="0"/>
                  </a:lnTo>
                  <a:lnTo>
                    <a:pt x="220836" y="0"/>
                  </a:lnTo>
                  <a:lnTo>
                    <a:pt x="252384" y="0"/>
                  </a:lnTo>
                  <a:lnTo>
                    <a:pt x="283932" y="0"/>
                  </a:lnTo>
                  <a:lnTo>
                    <a:pt x="315480" y="0"/>
                  </a:lnTo>
                  <a:lnTo>
                    <a:pt x="347028" y="0"/>
                  </a:lnTo>
                  <a:lnTo>
                    <a:pt x="378576" y="0"/>
                  </a:lnTo>
                  <a:lnTo>
                    <a:pt x="410124" y="0"/>
                  </a:lnTo>
                  <a:lnTo>
                    <a:pt x="441672" y="0"/>
                  </a:lnTo>
                  <a:lnTo>
                    <a:pt x="473220" y="0"/>
                  </a:lnTo>
                  <a:lnTo>
                    <a:pt x="504768" y="0"/>
                  </a:lnTo>
                  <a:lnTo>
                    <a:pt x="536316" y="0"/>
                  </a:lnTo>
                  <a:lnTo>
                    <a:pt x="567864" y="0"/>
                  </a:lnTo>
                  <a:lnTo>
                    <a:pt x="599412" y="0"/>
                  </a:lnTo>
                  <a:lnTo>
                    <a:pt x="630960" y="0"/>
                  </a:lnTo>
                  <a:lnTo>
                    <a:pt x="662508" y="0"/>
                  </a:lnTo>
                  <a:lnTo>
                    <a:pt x="694056" y="0"/>
                  </a:lnTo>
                  <a:lnTo>
                    <a:pt x="725604" y="0"/>
                  </a:lnTo>
                  <a:lnTo>
                    <a:pt x="757152" y="0"/>
                  </a:lnTo>
                  <a:lnTo>
                    <a:pt x="788700" y="0"/>
                  </a:lnTo>
                  <a:lnTo>
                    <a:pt x="820248" y="0"/>
                  </a:lnTo>
                  <a:lnTo>
                    <a:pt x="851796" y="0"/>
                  </a:lnTo>
                  <a:lnTo>
                    <a:pt x="883344" y="0"/>
                  </a:lnTo>
                  <a:lnTo>
                    <a:pt x="914892" y="0"/>
                  </a:lnTo>
                  <a:lnTo>
                    <a:pt x="946440" y="0"/>
                  </a:lnTo>
                  <a:lnTo>
                    <a:pt x="977988" y="0"/>
                  </a:lnTo>
                  <a:lnTo>
                    <a:pt x="1009536" y="0"/>
                  </a:lnTo>
                  <a:lnTo>
                    <a:pt x="1041084" y="0"/>
                  </a:lnTo>
                  <a:lnTo>
                    <a:pt x="1072632" y="0"/>
                  </a:lnTo>
                  <a:lnTo>
                    <a:pt x="1104180" y="0"/>
                  </a:lnTo>
                  <a:lnTo>
                    <a:pt x="1135728" y="0"/>
                  </a:lnTo>
                  <a:lnTo>
                    <a:pt x="1167276" y="0"/>
                  </a:lnTo>
                  <a:lnTo>
                    <a:pt x="1198824" y="0"/>
                  </a:lnTo>
                  <a:lnTo>
                    <a:pt x="1230372" y="0"/>
                  </a:lnTo>
                  <a:lnTo>
                    <a:pt x="1261920" y="0"/>
                  </a:lnTo>
                  <a:lnTo>
                    <a:pt x="1293468" y="0"/>
                  </a:lnTo>
                  <a:lnTo>
                    <a:pt x="1325016" y="0"/>
                  </a:lnTo>
                  <a:lnTo>
                    <a:pt x="1356564" y="0"/>
                  </a:lnTo>
                  <a:lnTo>
                    <a:pt x="1388112" y="0"/>
                  </a:lnTo>
                  <a:lnTo>
                    <a:pt x="1419660" y="0"/>
                  </a:lnTo>
                  <a:lnTo>
                    <a:pt x="1451208" y="0"/>
                  </a:lnTo>
                  <a:lnTo>
                    <a:pt x="1482756" y="0"/>
                  </a:lnTo>
                  <a:lnTo>
                    <a:pt x="1514304" y="0"/>
                  </a:lnTo>
                  <a:lnTo>
                    <a:pt x="1545852" y="0"/>
                  </a:lnTo>
                  <a:lnTo>
                    <a:pt x="1577400" y="0"/>
                  </a:lnTo>
                  <a:lnTo>
                    <a:pt x="1608948" y="0"/>
                  </a:lnTo>
                  <a:lnTo>
                    <a:pt x="1640496" y="0"/>
                  </a:lnTo>
                  <a:lnTo>
                    <a:pt x="1672044" y="0"/>
                  </a:lnTo>
                  <a:lnTo>
                    <a:pt x="1703592" y="0"/>
                  </a:lnTo>
                  <a:lnTo>
                    <a:pt x="1735140" y="0"/>
                  </a:lnTo>
                  <a:lnTo>
                    <a:pt x="1766688" y="0"/>
                  </a:lnTo>
                  <a:lnTo>
                    <a:pt x="1798236" y="0"/>
                  </a:lnTo>
                  <a:lnTo>
                    <a:pt x="1829784" y="0"/>
                  </a:lnTo>
                  <a:lnTo>
                    <a:pt x="1861332" y="0"/>
                  </a:lnTo>
                  <a:lnTo>
                    <a:pt x="1892880" y="0"/>
                  </a:lnTo>
                  <a:lnTo>
                    <a:pt x="1924428" y="0"/>
                  </a:lnTo>
                  <a:lnTo>
                    <a:pt x="1955976" y="0"/>
                  </a:lnTo>
                  <a:lnTo>
                    <a:pt x="1987524" y="0"/>
                  </a:lnTo>
                  <a:lnTo>
                    <a:pt x="2019072" y="0"/>
                  </a:lnTo>
                  <a:lnTo>
                    <a:pt x="2050620" y="0"/>
                  </a:lnTo>
                  <a:lnTo>
                    <a:pt x="2082168" y="0"/>
                  </a:lnTo>
                  <a:lnTo>
                    <a:pt x="2113716" y="0"/>
                  </a:lnTo>
                  <a:lnTo>
                    <a:pt x="2145264" y="0"/>
                  </a:lnTo>
                  <a:lnTo>
                    <a:pt x="2176812" y="0"/>
                  </a:lnTo>
                  <a:lnTo>
                    <a:pt x="2208360" y="0"/>
                  </a:lnTo>
                  <a:lnTo>
                    <a:pt x="2239908" y="0"/>
                  </a:lnTo>
                  <a:lnTo>
                    <a:pt x="2271456" y="0"/>
                  </a:lnTo>
                  <a:lnTo>
                    <a:pt x="2303004" y="0"/>
                  </a:lnTo>
                  <a:lnTo>
                    <a:pt x="2334552" y="0"/>
                  </a:lnTo>
                  <a:lnTo>
                    <a:pt x="2366100" y="0"/>
                  </a:lnTo>
                  <a:lnTo>
                    <a:pt x="2397648" y="0"/>
                  </a:lnTo>
                  <a:lnTo>
                    <a:pt x="2429196" y="0"/>
                  </a:lnTo>
                  <a:lnTo>
                    <a:pt x="2460744" y="0"/>
                  </a:lnTo>
                  <a:lnTo>
                    <a:pt x="2492292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3056700" y="1659478"/>
              <a:ext cx="2346942" cy="2130602"/>
            </a:xfrm>
            <a:custGeom>
              <a:avLst/>
              <a:pathLst>
                <a:path w="2346942" h="2130602">
                  <a:moveTo>
                    <a:pt x="0" y="0"/>
                  </a:moveTo>
                  <a:lnTo>
                    <a:pt x="29708" y="8793"/>
                  </a:lnTo>
                  <a:lnTo>
                    <a:pt x="59416" y="18090"/>
                  </a:lnTo>
                  <a:lnTo>
                    <a:pt x="89124" y="27914"/>
                  </a:lnTo>
                  <a:lnTo>
                    <a:pt x="118832" y="38291"/>
                  </a:lnTo>
                  <a:lnTo>
                    <a:pt x="148540" y="49246"/>
                  </a:lnTo>
                  <a:lnTo>
                    <a:pt x="178248" y="60804"/>
                  </a:lnTo>
                  <a:lnTo>
                    <a:pt x="207956" y="72993"/>
                  </a:lnTo>
                  <a:lnTo>
                    <a:pt x="237665" y="85838"/>
                  </a:lnTo>
                  <a:lnTo>
                    <a:pt x="267373" y="99366"/>
                  </a:lnTo>
                  <a:lnTo>
                    <a:pt x="297081" y="113604"/>
                  </a:lnTo>
                  <a:lnTo>
                    <a:pt x="326789" y="128578"/>
                  </a:lnTo>
                  <a:lnTo>
                    <a:pt x="356497" y="144315"/>
                  </a:lnTo>
                  <a:lnTo>
                    <a:pt x="386205" y="160840"/>
                  </a:lnTo>
                  <a:lnTo>
                    <a:pt x="415913" y="178179"/>
                  </a:lnTo>
                  <a:lnTo>
                    <a:pt x="445621" y="196355"/>
                  </a:lnTo>
                  <a:lnTo>
                    <a:pt x="475330" y="215393"/>
                  </a:lnTo>
                  <a:lnTo>
                    <a:pt x="505038" y="235314"/>
                  </a:lnTo>
                  <a:lnTo>
                    <a:pt x="534746" y="256137"/>
                  </a:lnTo>
                  <a:lnTo>
                    <a:pt x="564454" y="277882"/>
                  </a:lnTo>
                  <a:lnTo>
                    <a:pt x="594162" y="300564"/>
                  </a:lnTo>
                  <a:lnTo>
                    <a:pt x="623870" y="324197"/>
                  </a:lnTo>
                  <a:lnTo>
                    <a:pt x="653578" y="348792"/>
                  </a:lnTo>
                  <a:lnTo>
                    <a:pt x="683287" y="374356"/>
                  </a:lnTo>
                  <a:lnTo>
                    <a:pt x="712995" y="400894"/>
                  </a:lnTo>
                  <a:lnTo>
                    <a:pt x="742703" y="428405"/>
                  </a:lnTo>
                  <a:lnTo>
                    <a:pt x="772411" y="456887"/>
                  </a:lnTo>
                  <a:lnTo>
                    <a:pt x="802119" y="486332"/>
                  </a:lnTo>
                  <a:lnTo>
                    <a:pt x="831827" y="516728"/>
                  </a:lnTo>
                  <a:lnTo>
                    <a:pt x="861535" y="548057"/>
                  </a:lnTo>
                  <a:lnTo>
                    <a:pt x="891243" y="580297"/>
                  </a:lnTo>
                  <a:lnTo>
                    <a:pt x="920952" y="613422"/>
                  </a:lnTo>
                  <a:lnTo>
                    <a:pt x="950660" y="647400"/>
                  </a:lnTo>
                  <a:lnTo>
                    <a:pt x="980368" y="682194"/>
                  </a:lnTo>
                  <a:lnTo>
                    <a:pt x="1010076" y="717760"/>
                  </a:lnTo>
                  <a:lnTo>
                    <a:pt x="1039784" y="754051"/>
                  </a:lnTo>
                  <a:lnTo>
                    <a:pt x="1069492" y="791016"/>
                  </a:lnTo>
                  <a:lnTo>
                    <a:pt x="1099200" y="828597"/>
                  </a:lnTo>
                  <a:lnTo>
                    <a:pt x="1128908" y="866732"/>
                  </a:lnTo>
                  <a:lnTo>
                    <a:pt x="1158617" y="905357"/>
                  </a:lnTo>
                  <a:lnTo>
                    <a:pt x="1188325" y="944401"/>
                  </a:lnTo>
                  <a:lnTo>
                    <a:pt x="1218033" y="983792"/>
                  </a:lnTo>
                  <a:lnTo>
                    <a:pt x="1247741" y="1023455"/>
                  </a:lnTo>
                  <a:lnTo>
                    <a:pt x="1277449" y="1063314"/>
                  </a:lnTo>
                  <a:lnTo>
                    <a:pt x="1307157" y="1103288"/>
                  </a:lnTo>
                  <a:lnTo>
                    <a:pt x="1336865" y="1143298"/>
                  </a:lnTo>
                  <a:lnTo>
                    <a:pt x="1366574" y="1183265"/>
                  </a:lnTo>
                  <a:lnTo>
                    <a:pt x="1396282" y="1223109"/>
                  </a:lnTo>
                  <a:lnTo>
                    <a:pt x="1425990" y="1262750"/>
                  </a:lnTo>
                  <a:lnTo>
                    <a:pt x="1455698" y="1302112"/>
                  </a:lnTo>
                  <a:lnTo>
                    <a:pt x="1485406" y="1341120"/>
                  </a:lnTo>
                  <a:lnTo>
                    <a:pt x="1515114" y="1379701"/>
                  </a:lnTo>
                  <a:lnTo>
                    <a:pt x="1544822" y="1417787"/>
                  </a:lnTo>
                  <a:lnTo>
                    <a:pt x="1574530" y="1455313"/>
                  </a:lnTo>
                  <a:lnTo>
                    <a:pt x="1604239" y="1492217"/>
                  </a:lnTo>
                  <a:lnTo>
                    <a:pt x="1633947" y="1528443"/>
                  </a:lnTo>
                  <a:lnTo>
                    <a:pt x="1663655" y="1563939"/>
                  </a:lnTo>
                  <a:lnTo>
                    <a:pt x="1693363" y="1598657"/>
                  </a:lnTo>
                  <a:lnTo>
                    <a:pt x="1723071" y="1632557"/>
                  </a:lnTo>
                  <a:lnTo>
                    <a:pt x="1752779" y="1665600"/>
                  </a:lnTo>
                  <a:lnTo>
                    <a:pt x="1782487" y="1697757"/>
                  </a:lnTo>
                  <a:lnTo>
                    <a:pt x="1812195" y="1728999"/>
                  </a:lnTo>
                  <a:lnTo>
                    <a:pt x="1841904" y="1759306"/>
                  </a:lnTo>
                  <a:lnTo>
                    <a:pt x="1871612" y="1788662"/>
                  </a:lnTo>
                  <a:lnTo>
                    <a:pt x="1901320" y="1817053"/>
                  </a:lnTo>
                  <a:lnTo>
                    <a:pt x="1931028" y="1844474"/>
                  </a:lnTo>
                  <a:lnTo>
                    <a:pt x="1960736" y="1870920"/>
                  </a:lnTo>
                  <a:lnTo>
                    <a:pt x="1990444" y="1896393"/>
                  </a:lnTo>
                  <a:lnTo>
                    <a:pt x="2020152" y="1920897"/>
                  </a:lnTo>
                  <a:lnTo>
                    <a:pt x="2049861" y="1944441"/>
                  </a:lnTo>
                  <a:lnTo>
                    <a:pt x="2079569" y="1967035"/>
                  </a:lnTo>
                  <a:lnTo>
                    <a:pt x="2109277" y="1988692"/>
                  </a:lnTo>
                  <a:lnTo>
                    <a:pt x="2138985" y="2009431"/>
                  </a:lnTo>
                  <a:lnTo>
                    <a:pt x="2168693" y="2029268"/>
                  </a:lnTo>
                  <a:lnTo>
                    <a:pt x="2198401" y="2048224"/>
                  </a:lnTo>
                  <a:lnTo>
                    <a:pt x="2228109" y="2066321"/>
                  </a:lnTo>
                  <a:lnTo>
                    <a:pt x="2257817" y="2083583"/>
                  </a:lnTo>
                  <a:lnTo>
                    <a:pt x="2287526" y="2100033"/>
                  </a:lnTo>
                  <a:lnTo>
                    <a:pt x="2317234" y="2115698"/>
                  </a:lnTo>
                  <a:lnTo>
                    <a:pt x="2346942" y="2130602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3087776" y="1792519"/>
              <a:ext cx="2183940" cy="715233"/>
            </a:xfrm>
            <a:custGeom>
              <a:avLst/>
              <a:pathLst>
                <a:path w="2183940" h="715233">
                  <a:moveTo>
                    <a:pt x="0" y="0"/>
                  </a:moveTo>
                  <a:lnTo>
                    <a:pt x="27644" y="5212"/>
                  </a:lnTo>
                  <a:lnTo>
                    <a:pt x="55289" y="10511"/>
                  </a:lnTo>
                  <a:lnTo>
                    <a:pt x="82934" y="15896"/>
                  </a:lnTo>
                  <a:lnTo>
                    <a:pt x="110579" y="21370"/>
                  </a:lnTo>
                  <a:lnTo>
                    <a:pt x="138224" y="26931"/>
                  </a:lnTo>
                  <a:lnTo>
                    <a:pt x="165868" y="32583"/>
                  </a:lnTo>
                  <a:lnTo>
                    <a:pt x="193513" y="38325"/>
                  </a:lnTo>
                  <a:lnTo>
                    <a:pt x="221158" y="44158"/>
                  </a:lnTo>
                  <a:lnTo>
                    <a:pt x="248803" y="50083"/>
                  </a:lnTo>
                  <a:lnTo>
                    <a:pt x="276448" y="56102"/>
                  </a:lnTo>
                  <a:lnTo>
                    <a:pt x="304092" y="62214"/>
                  </a:lnTo>
                  <a:lnTo>
                    <a:pt x="331737" y="68421"/>
                  </a:lnTo>
                  <a:lnTo>
                    <a:pt x="359382" y="74724"/>
                  </a:lnTo>
                  <a:lnTo>
                    <a:pt x="387027" y="81123"/>
                  </a:lnTo>
                  <a:lnTo>
                    <a:pt x="414672" y="87620"/>
                  </a:lnTo>
                  <a:lnTo>
                    <a:pt x="442317" y="94214"/>
                  </a:lnTo>
                  <a:lnTo>
                    <a:pt x="469961" y="100907"/>
                  </a:lnTo>
                  <a:lnTo>
                    <a:pt x="497606" y="107699"/>
                  </a:lnTo>
                  <a:lnTo>
                    <a:pt x="525251" y="114592"/>
                  </a:lnTo>
                  <a:lnTo>
                    <a:pt x="552896" y="121585"/>
                  </a:lnTo>
                  <a:lnTo>
                    <a:pt x="580541" y="128680"/>
                  </a:lnTo>
                  <a:lnTo>
                    <a:pt x="608185" y="135877"/>
                  </a:lnTo>
                  <a:lnTo>
                    <a:pt x="635830" y="143176"/>
                  </a:lnTo>
                  <a:lnTo>
                    <a:pt x="663475" y="150579"/>
                  </a:lnTo>
                  <a:lnTo>
                    <a:pt x="691120" y="158086"/>
                  </a:lnTo>
                  <a:lnTo>
                    <a:pt x="718765" y="165696"/>
                  </a:lnTo>
                  <a:lnTo>
                    <a:pt x="746410" y="173412"/>
                  </a:lnTo>
                  <a:lnTo>
                    <a:pt x="774054" y="181232"/>
                  </a:lnTo>
                  <a:lnTo>
                    <a:pt x="801699" y="189159"/>
                  </a:lnTo>
                  <a:lnTo>
                    <a:pt x="829344" y="197191"/>
                  </a:lnTo>
                  <a:lnTo>
                    <a:pt x="856989" y="205329"/>
                  </a:lnTo>
                  <a:lnTo>
                    <a:pt x="884634" y="213574"/>
                  </a:lnTo>
                  <a:lnTo>
                    <a:pt x="912278" y="221926"/>
                  </a:lnTo>
                  <a:lnTo>
                    <a:pt x="939923" y="230385"/>
                  </a:lnTo>
                  <a:lnTo>
                    <a:pt x="967568" y="238951"/>
                  </a:lnTo>
                  <a:lnTo>
                    <a:pt x="995213" y="247624"/>
                  </a:lnTo>
                  <a:lnTo>
                    <a:pt x="1022858" y="256405"/>
                  </a:lnTo>
                  <a:lnTo>
                    <a:pt x="1050502" y="265293"/>
                  </a:lnTo>
                  <a:lnTo>
                    <a:pt x="1078147" y="274289"/>
                  </a:lnTo>
                  <a:lnTo>
                    <a:pt x="1105792" y="283392"/>
                  </a:lnTo>
                  <a:lnTo>
                    <a:pt x="1133437" y="292602"/>
                  </a:lnTo>
                  <a:lnTo>
                    <a:pt x="1161082" y="301919"/>
                  </a:lnTo>
                  <a:lnTo>
                    <a:pt x="1188727" y="311343"/>
                  </a:lnTo>
                  <a:lnTo>
                    <a:pt x="1216371" y="320874"/>
                  </a:lnTo>
                  <a:lnTo>
                    <a:pt x="1244016" y="330511"/>
                  </a:lnTo>
                  <a:lnTo>
                    <a:pt x="1271661" y="340254"/>
                  </a:lnTo>
                  <a:lnTo>
                    <a:pt x="1299306" y="350102"/>
                  </a:lnTo>
                  <a:lnTo>
                    <a:pt x="1326951" y="360056"/>
                  </a:lnTo>
                  <a:lnTo>
                    <a:pt x="1354595" y="370114"/>
                  </a:lnTo>
                  <a:lnTo>
                    <a:pt x="1382240" y="380275"/>
                  </a:lnTo>
                  <a:lnTo>
                    <a:pt x="1409885" y="390540"/>
                  </a:lnTo>
                  <a:lnTo>
                    <a:pt x="1437530" y="400907"/>
                  </a:lnTo>
                  <a:lnTo>
                    <a:pt x="1465175" y="411376"/>
                  </a:lnTo>
                  <a:lnTo>
                    <a:pt x="1492820" y="421946"/>
                  </a:lnTo>
                  <a:lnTo>
                    <a:pt x="1520464" y="432616"/>
                  </a:lnTo>
                  <a:lnTo>
                    <a:pt x="1548109" y="443385"/>
                  </a:lnTo>
                  <a:lnTo>
                    <a:pt x="1575754" y="454251"/>
                  </a:lnTo>
                  <a:lnTo>
                    <a:pt x="1603399" y="465215"/>
                  </a:lnTo>
                  <a:lnTo>
                    <a:pt x="1631044" y="476274"/>
                  </a:lnTo>
                  <a:lnTo>
                    <a:pt x="1658688" y="487428"/>
                  </a:lnTo>
                  <a:lnTo>
                    <a:pt x="1686333" y="498675"/>
                  </a:lnTo>
                  <a:lnTo>
                    <a:pt x="1713978" y="510014"/>
                  </a:lnTo>
                  <a:lnTo>
                    <a:pt x="1741623" y="521443"/>
                  </a:lnTo>
                  <a:lnTo>
                    <a:pt x="1769268" y="532961"/>
                  </a:lnTo>
                  <a:lnTo>
                    <a:pt x="1796913" y="544567"/>
                  </a:lnTo>
                  <a:lnTo>
                    <a:pt x="1824557" y="556259"/>
                  </a:lnTo>
                  <a:lnTo>
                    <a:pt x="1852202" y="568034"/>
                  </a:lnTo>
                  <a:lnTo>
                    <a:pt x="1879847" y="579893"/>
                  </a:lnTo>
                  <a:lnTo>
                    <a:pt x="1907492" y="591832"/>
                  </a:lnTo>
                  <a:lnTo>
                    <a:pt x="1935137" y="603850"/>
                  </a:lnTo>
                  <a:lnTo>
                    <a:pt x="1962781" y="615945"/>
                  </a:lnTo>
                  <a:lnTo>
                    <a:pt x="1990426" y="628115"/>
                  </a:lnTo>
                  <a:lnTo>
                    <a:pt x="2018071" y="640359"/>
                  </a:lnTo>
                  <a:lnTo>
                    <a:pt x="2045716" y="652673"/>
                  </a:lnTo>
                  <a:lnTo>
                    <a:pt x="2073361" y="665056"/>
                  </a:lnTo>
                  <a:lnTo>
                    <a:pt x="2101005" y="677506"/>
                  </a:lnTo>
                  <a:lnTo>
                    <a:pt x="2128650" y="690020"/>
                  </a:lnTo>
                  <a:lnTo>
                    <a:pt x="2156295" y="702596"/>
                  </a:lnTo>
                  <a:lnTo>
                    <a:pt x="2183940" y="715233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3131521" y="1605177"/>
              <a:ext cx="2077506" cy="1397385"/>
            </a:xfrm>
            <a:custGeom>
              <a:avLst/>
              <a:pathLst>
                <a:path w="2077506" h="1397385">
                  <a:moveTo>
                    <a:pt x="0" y="0"/>
                  </a:moveTo>
                  <a:lnTo>
                    <a:pt x="26297" y="4068"/>
                  </a:lnTo>
                  <a:lnTo>
                    <a:pt x="52595" y="8315"/>
                  </a:lnTo>
                  <a:lnTo>
                    <a:pt x="78892" y="12748"/>
                  </a:lnTo>
                  <a:lnTo>
                    <a:pt x="105190" y="17375"/>
                  </a:lnTo>
                  <a:lnTo>
                    <a:pt x="131487" y="22202"/>
                  </a:lnTo>
                  <a:lnTo>
                    <a:pt x="157785" y="27238"/>
                  </a:lnTo>
                  <a:lnTo>
                    <a:pt x="184082" y="32491"/>
                  </a:lnTo>
                  <a:lnTo>
                    <a:pt x="210380" y="37969"/>
                  </a:lnTo>
                  <a:lnTo>
                    <a:pt x="236678" y="43680"/>
                  </a:lnTo>
                  <a:lnTo>
                    <a:pt x="262975" y="49634"/>
                  </a:lnTo>
                  <a:lnTo>
                    <a:pt x="289273" y="55839"/>
                  </a:lnTo>
                  <a:lnTo>
                    <a:pt x="315570" y="62304"/>
                  </a:lnTo>
                  <a:lnTo>
                    <a:pt x="341868" y="69039"/>
                  </a:lnTo>
                  <a:lnTo>
                    <a:pt x="368165" y="76053"/>
                  </a:lnTo>
                  <a:lnTo>
                    <a:pt x="394463" y="83356"/>
                  </a:lnTo>
                  <a:lnTo>
                    <a:pt x="420760" y="90958"/>
                  </a:lnTo>
                  <a:lnTo>
                    <a:pt x="447058" y="98868"/>
                  </a:lnTo>
                  <a:lnTo>
                    <a:pt x="473356" y="107097"/>
                  </a:lnTo>
                  <a:lnTo>
                    <a:pt x="499653" y="115655"/>
                  </a:lnTo>
                  <a:lnTo>
                    <a:pt x="525951" y="124553"/>
                  </a:lnTo>
                  <a:lnTo>
                    <a:pt x="552248" y="133801"/>
                  </a:lnTo>
                  <a:lnTo>
                    <a:pt x="578546" y="143409"/>
                  </a:lnTo>
                  <a:lnTo>
                    <a:pt x="604843" y="153388"/>
                  </a:lnTo>
                  <a:lnTo>
                    <a:pt x="631141" y="163749"/>
                  </a:lnTo>
                  <a:lnTo>
                    <a:pt x="657438" y="174501"/>
                  </a:lnTo>
                  <a:lnTo>
                    <a:pt x="683736" y="185656"/>
                  </a:lnTo>
                  <a:lnTo>
                    <a:pt x="710034" y="197224"/>
                  </a:lnTo>
                  <a:lnTo>
                    <a:pt x="736331" y="209215"/>
                  </a:lnTo>
                  <a:lnTo>
                    <a:pt x="762629" y="221638"/>
                  </a:lnTo>
                  <a:lnTo>
                    <a:pt x="788926" y="234504"/>
                  </a:lnTo>
                  <a:lnTo>
                    <a:pt x="815224" y="247823"/>
                  </a:lnTo>
                  <a:lnTo>
                    <a:pt x="841521" y="261603"/>
                  </a:lnTo>
                  <a:lnTo>
                    <a:pt x="867819" y="275852"/>
                  </a:lnTo>
                  <a:lnTo>
                    <a:pt x="894116" y="290580"/>
                  </a:lnTo>
                  <a:lnTo>
                    <a:pt x="920414" y="305795"/>
                  </a:lnTo>
                  <a:lnTo>
                    <a:pt x="946712" y="321503"/>
                  </a:lnTo>
                  <a:lnTo>
                    <a:pt x="973009" y="337711"/>
                  </a:lnTo>
                  <a:lnTo>
                    <a:pt x="999307" y="354425"/>
                  </a:lnTo>
                  <a:lnTo>
                    <a:pt x="1025604" y="371651"/>
                  </a:lnTo>
                  <a:lnTo>
                    <a:pt x="1051902" y="389392"/>
                  </a:lnTo>
                  <a:lnTo>
                    <a:pt x="1078199" y="407653"/>
                  </a:lnTo>
                  <a:lnTo>
                    <a:pt x="1104497" y="426436"/>
                  </a:lnTo>
                  <a:lnTo>
                    <a:pt x="1130794" y="445743"/>
                  </a:lnTo>
                  <a:lnTo>
                    <a:pt x="1157092" y="465573"/>
                  </a:lnTo>
                  <a:lnTo>
                    <a:pt x="1183390" y="485927"/>
                  </a:lnTo>
                  <a:lnTo>
                    <a:pt x="1209687" y="506803"/>
                  </a:lnTo>
                  <a:lnTo>
                    <a:pt x="1235985" y="528198"/>
                  </a:lnTo>
                  <a:lnTo>
                    <a:pt x="1262282" y="550107"/>
                  </a:lnTo>
                  <a:lnTo>
                    <a:pt x="1288580" y="572525"/>
                  </a:lnTo>
                  <a:lnTo>
                    <a:pt x="1314877" y="595445"/>
                  </a:lnTo>
                  <a:lnTo>
                    <a:pt x="1341175" y="618858"/>
                  </a:lnTo>
                  <a:lnTo>
                    <a:pt x="1367472" y="642754"/>
                  </a:lnTo>
                  <a:lnTo>
                    <a:pt x="1393770" y="667122"/>
                  </a:lnTo>
                  <a:lnTo>
                    <a:pt x="1420068" y="691949"/>
                  </a:lnTo>
                  <a:lnTo>
                    <a:pt x="1446365" y="717221"/>
                  </a:lnTo>
                  <a:lnTo>
                    <a:pt x="1472663" y="742922"/>
                  </a:lnTo>
                  <a:lnTo>
                    <a:pt x="1498960" y="769034"/>
                  </a:lnTo>
                  <a:lnTo>
                    <a:pt x="1525258" y="795538"/>
                  </a:lnTo>
                  <a:lnTo>
                    <a:pt x="1551555" y="822415"/>
                  </a:lnTo>
                  <a:lnTo>
                    <a:pt x="1577853" y="849643"/>
                  </a:lnTo>
                  <a:lnTo>
                    <a:pt x="1604150" y="877198"/>
                  </a:lnTo>
                  <a:lnTo>
                    <a:pt x="1630448" y="905057"/>
                  </a:lnTo>
                  <a:lnTo>
                    <a:pt x="1656746" y="933194"/>
                  </a:lnTo>
                  <a:lnTo>
                    <a:pt x="1683043" y="961582"/>
                  </a:lnTo>
                  <a:lnTo>
                    <a:pt x="1709341" y="990195"/>
                  </a:lnTo>
                  <a:lnTo>
                    <a:pt x="1735638" y="1019003"/>
                  </a:lnTo>
                  <a:lnTo>
                    <a:pt x="1761936" y="1047977"/>
                  </a:lnTo>
                  <a:lnTo>
                    <a:pt x="1788233" y="1077087"/>
                  </a:lnTo>
                  <a:lnTo>
                    <a:pt x="1814531" y="1106302"/>
                  </a:lnTo>
                  <a:lnTo>
                    <a:pt x="1840828" y="1135592"/>
                  </a:lnTo>
                  <a:lnTo>
                    <a:pt x="1867126" y="1164926"/>
                  </a:lnTo>
                  <a:lnTo>
                    <a:pt x="1893424" y="1194271"/>
                  </a:lnTo>
                  <a:lnTo>
                    <a:pt x="1919721" y="1223596"/>
                  </a:lnTo>
                  <a:lnTo>
                    <a:pt x="1946019" y="1252869"/>
                  </a:lnTo>
                  <a:lnTo>
                    <a:pt x="1972316" y="1282060"/>
                  </a:lnTo>
                  <a:lnTo>
                    <a:pt x="1998614" y="1311137"/>
                  </a:lnTo>
                  <a:lnTo>
                    <a:pt x="2024911" y="1340070"/>
                  </a:lnTo>
                  <a:lnTo>
                    <a:pt x="2051209" y="1368829"/>
                  </a:lnTo>
                  <a:lnTo>
                    <a:pt x="2077506" y="1397385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1896659" y="3156701"/>
              <a:ext cx="3057073" cy="820257"/>
            </a:xfrm>
            <a:custGeom>
              <a:avLst/>
              <a:pathLst>
                <a:path w="3057073" h="820257">
                  <a:moveTo>
                    <a:pt x="0" y="0"/>
                  </a:moveTo>
                  <a:lnTo>
                    <a:pt x="38697" y="21531"/>
                  </a:lnTo>
                  <a:lnTo>
                    <a:pt x="77394" y="42810"/>
                  </a:lnTo>
                  <a:lnTo>
                    <a:pt x="116091" y="63826"/>
                  </a:lnTo>
                  <a:lnTo>
                    <a:pt x="154788" y="84569"/>
                  </a:lnTo>
                  <a:lnTo>
                    <a:pt x="193485" y="105031"/>
                  </a:lnTo>
                  <a:lnTo>
                    <a:pt x="232182" y="125202"/>
                  </a:lnTo>
                  <a:lnTo>
                    <a:pt x="270879" y="145076"/>
                  </a:lnTo>
                  <a:lnTo>
                    <a:pt x="309577" y="164644"/>
                  </a:lnTo>
                  <a:lnTo>
                    <a:pt x="348274" y="183901"/>
                  </a:lnTo>
                  <a:lnTo>
                    <a:pt x="386971" y="202841"/>
                  </a:lnTo>
                  <a:lnTo>
                    <a:pt x="425668" y="221457"/>
                  </a:lnTo>
                  <a:lnTo>
                    <a:pt x="464365" y="239747"/>
                  </a:lnTo>
                  <a:lnTo>
                    <a:pt x="503062" y="257705"/>
                  </a:lnTo>
                  <a:lnTo>
                    <a:pt x="541759" y="275328"/>
                  </a:lnTo>
                  <a:lnTo>
                    <a:pt x="580457" y="292614"/>
                  </a:lnTo>
                  <a:lnTo>
                    <a:pt x="619154" y="309560"/>
                  </a:lnTo>
                  <a:lnTo>
                    <a:pt x="657851" y="326165"/>
                  </a:lnTo>
                  <a:lnTo>
                    <a:pt x="696548" y="342427"/>
                  </a:lnTo>
                  <a:lnTo>
                    <a:pt x="735245" y="358346"/>
                  </a:lnTo>
                  <a:lnTo>
                    <a:pt x="773942" y="373921"/>
                  </a:lnTo>
                  <a:lnTo>
                    <a:pt x="812639" y="389154"/>
                  </a:lnTo>
                  <a:lnTo>
                    <a:pt x="851337" y="404044"/>
                  </a:lnTo>
                  <a:lnTo>
                    <a:pt x="890034" y="418594"/>
                  </a:lnTo>
                  <a:lnTo>
                    <a:pt x="928731" y="432804"/>
                  </a:lnTo>
                  <a:lnTo>
                    <a:pt x="967428" y="446677"/>
                  </a:lnTo>
                  <a:lnTo>
                    <a:pt x="1006125" y="460215"/>
                  </a:lnTo>
                  <a:lnTo>
                    <a:pt x="1044822" y="473421"/>
                  </a:lnTo>
                  <a:lnTo>
                    <a:pt x="1083519" y="486298"/>
                  </a:lnTo>
                  <a:lnTo>
                    <a:pt x="1122216" y="498850"/>
                  </a:lnTo>
                  <a:lnTo>
                    <a:pt x="1160914" y="511080"/>
                  </a:lnTo>
                  <a:lnTo>
                    <a:pt x="1199611" y="522992"/>
                  </a:lnTo>
                  <a:lnTo>
                    <a:pt x="1238308" y="534590"/>
                  </a:lnTo>
                  <a:lnTo>
                    <a:pt x="1277005" y="545878"/>
                  </a:lnTo>
                  <a:lnTo>
                    <a:pt x="1315702" y="556862"/>
                  </a:lnTo>
                  <a:lnTo>
                    <a:pt x="1354399" y="567546"/>
                  </a:lnTo>
                  <a:lnTo>
                    <a:pt x="1393096" y="577935"/>
                  </a:lnTo>
                  <a:lnTo>
                    <a:pt x="1431794" y="588033"/>
                  </a:lnTo>
                  <a:lnTo>
                    <a:pt x="1470491" y="597846"/>
                  </a:lnTo>
                  <a:lnTo>
                    <a:pt x="1509188" y="607380"/>
                  </a:lnTo>
                  <a:lnTo>
                    <a:pt x="1547885" y="616640"/>
                  </a:lnTo>
                  <a:lnTo>
                    <a:pt x="1586582" y="625630"/>
                  </a:lnTo>
                  <a:lnTo>
                    <a:pt x="1625279" y="634357"/>
                  </a:lnTo>
                  <a:lnTo>
                    <a:pt x="1663976" y="642826"/>
                  </a:lnTo>
                  <a:lnTo>
                    <a:pt x="1702674" y="651043"/>
                  </a:lnTo>
                  <a:lnTo>
                    <a:pt x="1741371" y="659012"/>
                  </a:lnTo>
                  <a:lnTo>
                    <a:pt x="1780068" y="666741"/>
                  </a:lnTo>
                  <a:lnTo>
                    <a:pt x="1818765" y="674234"/>
                  </a:lnTo>
                  <a:lnTo>
                    <a:pt x="1857462" y="681497"/>
                  </a:lnTo>
                  <a:lnTo>
                    <a:pt x="1896159" y="688535"/>
                  </a:lnTo>
                  <a:lnTo>
                    <a:pt x="1934856" y="695354"/>
                  </a:lnTo>
                  <a:lnTo>
                    <a:pt x="1973554" y="701960"/>
                  </a:lnTo>
                  <a:lnTo>
                    <a:pt x="2012251" y="708358"/>
                  </a:lnTo>
                  <a:lnTo>
                    <a:pt x="2050948" y="714553"/>
                  </a:lnTo>
                  <a:lnTo>
                    <a:pt x="2089645" y="720550"/>
                  </a:lnTo>
                  <a:lnTo>
                    <a:pt x="2128342" y="726355"/>
                  </a:lnTo>
                  <a:lnTo>
                    <a:pt x="2167039" y="731974"/>
                  </a:lnTo>
                  <a:lnTo>
                    <a:pt x="2205736" y="737410"/>
                  </a:lnTo>
                  <a:lnTo>
                    <a:pt x="2244433" y="742670"/>
                  </a:lnTo>
                  <a:lnTo>
                    <a:pt x="2283131" y="747758"/>
                  </a:lnTo>
                  <a:lnTo>
                    <a:pt x="2321828" y="752679"/>
                  </a:lnTo>
                  <a:lnTo>
                    <a:pt x="2360525" y="757437"/>
                  </a:lnTo>
                  <a:lnTo>
                    <a:pt x="2399222" y="762039"/>
                  </a:lnTo>
                  <a:lnTo>
                    <a:pt x="2437919" y="766487"/>
                  </a:lnTo>
                  <a:lnTo>
                    <a:pt x="2476616" y="770787"/>
                  </a:lnTo>
                  <a:lnTo>
                    <a:pt x="2515313" y="774943"/>
                  </a:lnTo>
                  <a:lnTo>
                    <a:pt x="2554011" y="778959"/>
                  </a:lnTo>
                  <a:lnTo>
                    <a:pt x="2592708" y="782840"/>
                  </a:lnTo>
                  <a:lnTo>
                    <a:pt x="2631405" y="786589"/>
                  </a:lnTo>
                  <a:lnTo>
                    <a:pt x="2670102" y="790212"/>
                  </a:lnTo>
                  <a:lnTo>
                    <a:pt x="2708799" y="793711"/>
                  </a:lnTo>
                  <a:lnTo>
                    <a:pt x="2747496" y="797090"/>
                  </a:lnTo>
                  <a:lnTo>
                    <a:pt x="2786193" y="800354"/>
                  </a:lnTo>
                  <a:lnTo>
                    <a:pt x="2824891" y="803506"/>
                  </a:lnTo>
                  <a:lnTo>
                    <a:pt x="2863588" y="806549"/>
                  </a:lnTo>
                  <a:lnTo>
                    <a:pt x="2902285" y="809487"/>
                  </a:lnTo>
                  <a:lnTo>
                    <a:pt x="2940982" y="812324"/>
                  </a:lnTo>
                  <a:lnTo>
                    <a:pt x="2979679" y="815062"/>
                  </a:lnTo>
                  <a:lnTo>
                    <a:pt x="3018376" y="817705"/>
                  </a:lnTo>
                  <a:lnTo>
                    <a:pt x="3057073" y="820257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623483" y="2370561"/>
              <a:ext cx="2977066" cy="1278031"/>
            </a:xfrm>
            <a:custGeom>
              <a:avLst/>
              <a:pathLst>
                <a:path w="2977066" h="1278031">
                  <a:moveTo>
                    <a:pt x="0" y="0"/>
                  </a:moveTo>
                  <a:lnTo>
                    <a:pt x="37684" y="16941"/>
                  </a:lnTo>
                  <a:lnTo>
                    <a:pt x="75368" y="34041"/>
                  </a:lnTo>
                  <a:lnTo>
                    <a:pt x="113053" y="51292"/>
                  </a:lnTo>
                  <a:lnTo>
                    <a:pt x="150737" y="68691"/>
                  </a:lnTo>
                  <a:lnTo>
                    <a:pt x="188421" y="86230"/>
                  </a:lnTo>
                  <a:lnTo>
                    <a:pt x="226106" y="103903"/>
                  </a:lnTo>
                  <a:lnTo>
                    <a:pt x="263790" y="121705"/>
                  </a:lnTo>
                  <a:lnTo>
                    <a:pt x="301475" y="139628"/>
                  </a:lnTo>
                  <a:lnTo>
                    <a:pt x="339159" y="157666"/>
                  </a:lnTo>
                  <a:lnTo>
                    <a:pt x="376843" y="175811"/>
                  </a:lnTo>
                  <a:lnTo>
                    <a:pt x="414528" y="194057"/>
                  </a:lnTo>
                  <a:lnTo>
                    <a:pt x="452212" y="212397"/>
                  </a:lnTo>
                  <a:lnTo>
                    <a:pt x="489897" y="230822"/>
                  </a:lnTo>
                  <a:lnTo>
                    <a:pt x="527581" y="249325"/>
                  </a:lnTo>
                  <a:lnTo>
                    <a:pt x="565265" y="267898"/>
                  </a:lnTo>
                  <a:lnTo>
                    <a:pt x="602950" y="286534"/>
                  </a:lnTo>
                  <a:lnTo>
                    <a:pt x="640634" y="305225"/>
                  </a:lnTo>
                  <a:lnTo>
                    <a:pt x="678318" y="323961"/>
                  </a:lnTo>
                  <a:lnTo>
                    <a:pt x="716003" y="342736"/>
                  </a:lnTo>
                  <a:lnTo>
                    <a:pt x="753687" y="361541"/>
                  </a:lnTo>
                  <a:lnTo>
                    <a:pt x="791372" y="380367"/>
                  </a:lnTo>
                  <a:lnTo>
                    <a:pt x="829056" y="399207"/>
                  </a:lnTo>
                  <a:lnTo>
                    <a:pt x="866740" y="418052"/>
                  </a:lnTo>
                  <a:lnTo>
                    <a:pt x="904425" y="436893"/>
                  </a:lnTo>
                  <a:lnTo>
                    <a:pt x="942109" y="455723"/>
                  </a:lnTo>
                  <a:lnTo>
                    <a:pt x="979794" y="474532"/>
                  </a:lnTo>
                  <a:lnTo>
                    <a:pt x="1017478" y="493313"/>
                  </a:lnTo>
                  <a:lnTo>
                    <a:pt x="1055162" y="512057"/>
                  </a:lnTo>
                  <a:lnTo>
                    <a:pt x="1092847" y="530757"/>
                  </a:lnTo>
                  <a:lnTo>
                    <a:pt x="1130531" y="549403"/>
                  </a:lnTo>
                  <a:lnTo>
                    <a:pt x="1168215" y="567988"/>
                  </a:lnTo>
                  <a:lnTo>
                    <a:pt x="1205900" y="586505"/>
                  </a:lnTo>
                  <a:lnTo>
                    <a:pt x="1243584" y="604945"/>
                  </a:lnTo>
                  <a:lnTo>
                    <a:pt x="1281269" y="623300"/>
                  </a:lnTo>
                  <a:lnTo>
                    <a:pt x="1318953" y="641564"/>
                  </a:lnTo>
                  <a:lnTo>
                    <a:pt x="1356637" y="659728"/>
                  </a:lnTo>
                  <a:lnTo>
                    <a:pt x="1394322" y="677786"/>
                  </a:lnTo>
                  <a:lnTo>
                    <a:pt x="1432006" y="695730"/>
                  </a:lnTo>
                  <a:lnTo>
                    <a:pt x="1469691" y="713554"/>
                  </a:lnTo>
                  <a:lnTo>
                    <a:pt x="1507375" y="731251"/>
                  </a:lnTo>
                  <a:lnTo>
                    <a:pt x="1545059" y="748815"/>
                  </a:lnTo>
                  <a:lnTo>
                    <a:pt x="1582744" y="766240"/>
                  </a:lnTo>
                  <a:lnTo>
                    <a:pt x="1620428" y="783518"/>
                  </a:lnTo>
                  <a:lnTo>
                    <a:pt x="1658112" y="800646"/>
                  </a:lnTo>
                  <a:lnTo>
                    <a:pt x="1695797" y="817617"/>
                  </a:lnTo>
                  <a:lnTo>
                    <a:pt x="1733481" y="834425"/>
                  </a:lnTo>
                  <a:lnTo>
                    <a:pt x="1771166" y="851067"/>
                  </a:lnTo>
                  <a:lnTo>
                    <a:pt x="1808850" y="867536"/>
                  </a:lnTo>
                  <a:lnTo>
                    <a:pt x="1846534" y="883829"/>
                  </a:lnTo>
                  <a:lnTo>
                    <a:pt x="1884219" y="899942"/>
                  </a:lnTo>
                  <a:lnTo>
                    <a:pt x="1921903" y="915869"/>
                  </a:lnTo>
                  <a:lnTo>
                    <a:pt x="1959588" y="931608"/>
                  </a:lnTo>
                  <a:lnTo>
                    <a:pt x="1997272" y="947154"/>
                  </a:lnTo>
                  <a:lnTo>
                    <a:pt x="2034956" y="962506"/>
                  </a:lnTo>
                  <a:lnTo>
                    <a:pt x="2072641" y="977658"/>
                  </a:lnTo>
                  <a:lnTo>
                    <a:pt x="2110325" y="992610"/>
                  </a:lnTo>
                  <a:lnTo>
                    <a:pt x="2148009" y="1007358"/>
                  </a:lnTo>
                  <a:lnTo>
                    <a:pt x="2185694" y="1021900"/>
                  </a:lnTo>
                  <a:lnTo>
                    <a:pt x="2223378" y="1036233"/>
                  </a:lnTo>
                  <a:lnTo>
                    <a:pt x="2261063" y="1050357"/>
                  </a:lnTo>
                  <a:lnTo>
                    <a:pt x="2298747" y="1064269"/>
                  </a:lnTo>
                  <a:lnTo>
                    <a:pt x="2336431" y="1077969"/>
                  </a:lnTo>
                  <a:lnTo>
                    <a:pt x="2374116" y="1091455"/>
                  </a:lnTo>
                  <a:lnTo>
                    <a:pt x="2411800" y="1104726"/>
                  </a:lnTo>
                  <a:lnTo>
                    <a:pt x="2449485" y="1117782"/>
                  </a:lnTo>
                  <a:lnTo>
                    <a:pt x="2487169" y="1130621"/>
                  </a:lnTo>
                  <a:lnTo>
                    <a:pt x="2524853" y="1143245"/>
                  </a:lnTo>
                  <a:lnTo>
                    <a:pt x="2562538" y="1155653"/>
                  </a:lnTo>
                  <a:lnTo>
                    <a:pt x="2600222" y="1167844"/>
                  </a:lnTo>
                  <a:lnTo>
                    <a:pt x="2637906" y="1179820"/>
                  </a:lnTo>
                  <a:lnTo>
                    <a:pt x="2675591" y="1191581"/>
                  </a:lnTo>
                  <a:lnTo>
                    <a:pt x="2713275" y="1203127"/>
                  </a:lnTo>
                  <a:lnTo>
                    <a:pt x="2750960" y="1214459"/>
                  </a:lnTo>
                  <a:lnTo>
                    <a:pt x="2788644" y="1225579"/>
                  </a:lnTo>
                  <a:lnTo>
                    <a:pt x="2826328" y="1236487"/>
                  </a:lnTo>
                  <a:lnTo>
                    <a:pt x="2864013" y="1247185"/>
                  </a:lnTo>
                  <a:lnTo>
                    <a:pt x="2901697" y="1257674"/>
                  </a:lnTo>
                  <a:lnTo>
                    <a:pt x="2939382" y="1267955"/>
                  </a:lnTo>
                  <a:lnTo>
                    <a:pt x="2977066" y="1278031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2160945" y="2250799"/>
              <a:ext cx="2829233" cy="1794630"/>
            </a:xfrm>
            <a:custGeom>
              <a:avLst/>
              <a:pathLst>
                <a:path w="2829233" h="1794630">
                  <a:moveTo>
                    <a:pt x="0" y="0"/>
                  </a:moveTo>
                  <a:lnTo>
                    <a:pt x="35813" y="74629"/>
                  </a:lnTo>
                  <a:lnTo>
                    <a:pt x="71626" y="153092"/>
                  </a:lnTo>
                  <a:lnTo>
                    <a:pt x="107439" y="234874"/>
                  </a:lnTo>
                  <a:lnTo>
                    <a:pt x="143252" y="319355"/>
                  </a:lnTo>
                  <a:lnTo>
                    <a:pt x="179065" y="405815"/>
                  </a:lnTo>
                  <a:lnTo>
                    <a:pt x="214878" y="493465"/>
                  </a:lnTo>
                  <a:lnTo>
                    <a:pt x="250691" y="581468"/>
                  </a:lnTo>
                  <a:lnTo>
                    <a:pt x="286504" y="668976"/>
                  </a:lnTo>
                  <a:lnTo>
                    <a:pt x="322317" y="755159"/>
                  </a:lnTo>
                  <a:lnTo>
                    <a:pt x="358130" y="839235"/>
                  </a:lnTo>
                  <a:lnTo>
                    <a:pt x="393943" y="920502"/>
                  </a:lnTo>
                  <a:lnTo>
                    <a:pt x="429757" y="998354"/>
                  </a:lnTo>
                  <a:lnTo>
                    <a:pt x="465570" y="1072300"/>
                  </a:lnTo>
                  <a:lnTo>
                    <a:pt x="501383" y="1141966"/>
                  </a:lnTo>
                  <a:lnTo>
                    <a:pt x="537196" y="1207100"/>
                  </a:lnTo>
                  <a:lnTo>
                    <a:pt x="573009" y="1267559"/>
                  </a:lnTo>
                  <a:lnTo>
                    <a:pt x="608822" y="1323309"/>
                  </a:lnTo>
                  <a:lnTo>
                    <a:pt x="644635" y="1374401"/>
                  </a:lnTo>
                  <a:lnTo>
                    <a:pt x="680448" y="1420961"/>
                  </a:lnTo>
                  <a:lnTo>
                    <a:pt x="716261" y="1463175"/>
                  </a:lnTo>
                  <a:lnTo>
                    <a:pt x="752074" y="1501270"/>
                  </a:lnTo>
                  <a:lnTo>
                    <a:pt x="787887" y="1535505"/>
                  </a:lnTo>
                  <a:lnTo>
                    <a:pt x="823700" y="1566154"/>
                  </a:lnTo>
                  <a:lnTo>
                    <a:pt x="859514" y="1593500"/>
                  </a:lnTo>
                  <a:lnTo>
                    <a:pt x="895327" y="1617827"/>
                  </a:lnTo>
                  <a:lnTo>
                    <a:pt x="931140" y="1639409"/>
                  </a:lnTo>
                  <a:lnTo>
                    <a:pt x="966953" y="1658510"/>
                  </a:lnTo>
                  <a:lnTo>
                    <a:pt x="1002766" y="1675381"/>
                  </a:lnTo>
                  <a:lnTo>
                    <a:pt x="1038579" y="1690253"/>
                  </a:lnTo>
                  <a:lnTo>
                    <a:pt x="1074392" y="1703343"/>
                  </a:lnTo>
                  <a:lnTo>
                    <a:pt x="1110205" y="1714846"/>
                  </a:lnTo>
                  <a:lnTo>
                    <a:pt x="1146018" y="1724943"/>
                  </a:lnTo>
                  <a:lnTo>
                    <a:pt x="1181831" y="1733796"/>
                  </a:lnTo>
                  <a:lnTo>
                    <a:pt x="1217644" y="1741550"/>
                  </a:lnTo>
                  <a:lnTo>
                    <a:pt x="1253457" y="1748336"/>
                  </a:lnTo>
                  <a:lnTo>
                    <a:pt x="1289271" y="1754270"/>
                  </a:lnTo>
                  <a:lnTo>
                    <a:pt x="1325084" y="1759456"/>
                  </a:lnTo>
                  <a:lnTo>
                    <a:pt x="1360897" y="1763986"/>
                  </a:lnTo>
                  <a:lnTo>
                    <a:pt x="1396710" y="1767940"/>
                  </a:lnTo>
                  <a:lnTo>
                    <a:pt x="1432523" y="1771390"/>
                  </a:lnTo>
                  <a:lnTo>
                    <a:pt x="1468336" y="1774400"/>
                  </a:lnTo>
                  <a:lnTo>
                    <a:pt x="1504149" y="1777024"/>
                  </a:lnTo>
                  <a:lnTo>
                    <a:pt x="1539962" y="1779312"/>
                  </a:lnTo>
                  <a:lnTo>
                    <a:pt x="1575775" y="1781306"/>
                  </a:lnTo>
                  <a:lnTo>
                    <a:pt x="1611588" y="1783043"/>
                  </a:lnTo>
                  <a:lnTo>
                    <a:pt x="1647401" y="1784557"/>
                  </a:lnTo>
                  <a:lnTo>
                    <a:pt x="1683215" y="1785875"/>
                  </a:lnTo>
                  <a:lnTo>
                    <a:pt x="1719028" y="1787023"/>
                  </a:lnTo>
                  <a:lnTo>
                    <a:pt x="1754841" y="1788022"/>
                  </a:lnTo>
                  <a:lnTo>
                    <a:pt x="1790654" y="1788893"/>
                  </a:lnTo>
                  <a:lnTo>
                    <a:pt x="1826467" y="1789650"/>
                  </a:lnTo>
                  <a:lnTo>
                    <a:pt x="1862280" y="1790310"/>
                  </a:lnTo>
                  <a:lnTo>
                    <a:pt x="1898093" y="1790884"/>
                  </a:lnTo>
                  <a:lnTo>
                    <a:pt x="1933906" y="1791384"/>
                  </a:lnTo>
                  <a:lnTo>
                    <a:pt x="1969719" y="1791819"/>
                  </a:lnTo>
                  <a:lnTo>
                    <a:pt x="2005532" y="1792197"/>
                  </a:lnTo>
                  <a:lnTo>
                    <a:pt x="2041345" y="1792526"/>
                  </a:lnTo>
                  <a:lnTo>
                    <a:pt x="2077158" y="1792813"/>
                  </a:lnTo>
                  <a:lnTo>
                    <a:pt x="2112972" y="1793063"/>
                  </a:lnTo>
                  <a:lnTo>
                    <a:pt x="2148785" y="1793280"/>
                  </a:lnTo>
                  <a:lnTo>
                    <a:pt x="2184598" y="1793469"/>
                  </a:lnTo>
                  <a:lnTo>
                    <a:pt x="2220411" y="1793633"/>
                  </a:lnTo>
                  <a:lnTo>
                    <a:pt x="2256224" y="1793776"/>
                  </a:lnTo>
                  <a:lnTo>
                    <a:pt x="2292037" y="1793900"/>
                  </a:lnTo>
                  <a:lnTo>
                    <a:pt x="2327850" y="1794009"/>
                  </a:lnTo>
                  <a:lnTo>
                    <a:pt x="2363663" y="1794103"/>
                  </a:lnTo>
                  <a:lnTo>
                    <a:pt x="2399476" y="1794185"/>
                  </a:lnTo>
                  <a:lnTo>
                    <a:pt x="2435289" y="1794256"/>
                  </a:lnTo>
                  <a:lnTo>
                    <a:pt x="2471102" y="1794318"/>
                  </a:lnTo>
                  <a:lnTo>
                    <a:pt x="2506915" y="1794372"/>
                  </a:lnTo>
                  <a:lnTo>
                    <a:pt x="2542729" y="1794419"/>
                  </a:lnTo>
                  <a:lnTo>
                    <a:pt x="2578542" y="1794460"/>
                  </a:lnTo>
                  <a:lnTo>
                    <a:pt x="2614355" y="1794495"/>
                  </a:lnTo>
                  <a:lnTo>
                    <a:pt x="2650168" y="1794526"/>
                  </a:lnTo>
                  <a:lnTo>
                    <a:pt x="2685981" y="1794553"/>
                  </a:lnTo>
                  <a:lnTo>
                    <a:pt x="2721794" y="1794577"/>
                  </a:lnTo>
                  <a:lnTo>
                    <a:pt x="2757607" y="1794597"/>
                  </a:lnTo>
                  <a:lnTo>
                    <a:pt x="2793420" y="1794615"/>
                  </a:lnTo>
                  <a:lnTo>
                    <a:pt x="2829233" y="179463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2471149" y="2542311"/>
              <a:ext cx="3051610" cy="1468168"/>
            </a:xfrm>
            <a:custGeom>
              <a:avLst/>
              <a:pathLst>
                <a:path w="3051610" h="1468168">
                  <a:moveTo>
                    <a:pt x="0" y="0"/>
                  </a:moveTo>
                  <a:lnTo>
                    <a:pt x="38627" y="36058"/>
                  </a:lnTo>
                  <a:lnTo>
                    <a:pt x="77255" y="72458"/>
                  </a:lnTo>
                  <a:lnTo>
                    <a:pt x="115883" y="109139"/>
                  </a:lnTo>
                  <a:lnTo>
                    <a:pt x="154511" y="146043"/>
                  </a:lnTo>
                  <a:lnTo>
                    <a:pt x="193139" y="183105"/>
                  </a:lnTo>
                  <a:lnTo>
                    <a:pt x="231767" y="220263"/>
                  </a:lnTo>
                  <a:lnTo>
                    <a:pt x="270395" y="257453"/>
                  </a:lnTo>
                  <a:lnTo>
                    <a:pt x="309023" y="294611"/>
                  </a:lnTo>
                  <a:lnTo>
                    <a:pt x="347651" y="331671"/>
                  </a:lnTo>
                  <a:lnTo>
                    <a:pt x="386279" y="368572"/>
                  </a:lnTo>
                  <a:lnTo>
                    <a:pt x="424907" y="405250"/>
                  </a:lnTo>
                  <a:lnTo>
                    <a:pt x="463535" y="441645"/>
                  </a:lnTo>
                  <a:lnTo>
                    <a:pt x="502163" y="477698"/>
                  </a:lnTo>
                  <a:lnTo>
                    <a:pt x="540791" y="513353"/>
                  </a:lnTo>
                  <a:lnTo>
                    <a:pt x="579419" y="548554"/>
                  </a:lnTo>
                  <a:lnTo>
                    <a:pt x="618047" y="583252"/>
                  </a:lnTo>
                  <a:lnTo>
                    <a:pt x="656675" y="617399"/>
                  </a:lnTo>
                  <a:lnTo>
                    <a:pt x="695303" y="650949"/>
                  </a:lnTo>
                  <a:lnTo>
                    <a:pt x="733931" y="683862"/>
                  </a:lnTo>
                  <a:lnTo>
                    <a:pt x="772559" y="716101"/>
                  </a:lnTo>
                  <a:lnTo>
                    <a:pt x="811187" y="747631"/>
                  </a:lnTo>
                  <a:lnTo>
                    <a:pt x="849815" y="778424"/>
                  </a:lnTo>
                  <a:lnTo>
                    <a:pt x="888443" y="808454"/>
                  </a:lnTo>
                  <a:lnTo>
                    <a:pt x="927071" y="837699"/>
                  </a:lnTo>
                  <a:lnTo>
                    <a:pt x="965699" y="866139"/>
                  </a:lnTo>
                  <a:lnTo>
                    <a:pt x="1004327" y="893762"/>
                  </a:lnTo>
                  <a:lnTo>
                    <a:pt x="1042955" y="920557"/>
                  </a:lnTo>
                  <a:lnTo>
                    <a:pt x="1081583" y="946514"/>
                  </a:lnTo>
                  <a:lnTo>
                    <a:pt x="1120211" y="971631"/>
                  </a:lnTo>
                  <a:lnTo>
                    <a:pt x="1158839" y="995907"/>
                  </a:lnTo>
                  <a:lnTo>
                    <a:pt x="1197467" y="1019342"/>
                  </a:lnTo>
                  <a:lnTo>
                    <a:pt x="1236095" y="1041942"/>
                  </a:lnTo>
                  <a:lnTo>
                    <a:pt x="1274723" y="1063713"/>
                  </a:lnTo>
                  <a:lnTo>
                    <a:pt x="1313351" y="1084664"/>
                  </a:lnTo>
                  <a:lnTo>
                    <a:pt x="1351979" y="1104807"/>
                  </a:lnTo>
                  <a:lnTo>
                    <a:pt x="1390607" y="1124155"/>
                  </a:lnTo>
                  <a:lnTo>
                    <a:pt x="1429235" y="1142722"/>
                  </a:lnTo>
                  <a:lnTo>
                    <a:pt x="1467863" y="1160525"/>
                  </a:lnTo>
                  <a:lnTo>
                    <a:pt x="1506491" y="1177580"/>
                  </a:lnTo>
                  <a:lnTo>
                    <a:pt x="1545119" y="1193907"/>
                  </a:lnTo>
                  <a:lnTo>
                    <a:pt x="1583747" y="1209524"/>
                  </a:lnTo>
                  <a:lnTo>
                    <a:pt x="1622375" y="1224452"/>
                  </a:lnTo>
                  <a:lnTo>
                    <a:pt x="1661003" y="1238711"/>
                  </a:lnTo>
                  <a:lnTo>
                    <a:pt x="1699631" y="1252322"/>
                  </a:lnTo>
                  <a:lnTo>
                    <a:pt x="1738259" y="1265306"/>
                  </a:lnTo>
                  <a:lnTo>
                    <a:pt x="1776887" y="1277684"/>
                  </a:lnTo>
                  <a:lnTo>
                    <a:pt x="1815515" y="1289479"/>
                  </a:lnTo>
                  <a:lnTo>
                    <a:pt x="1854143" y="1300711"/>
                  </a:lnTo>
                  <a:lnTo>
                    <a:pt x="1892771" y="1311402"/>
                  </a:lnTo>
                  <a:lnTo>
                    <a:pt x="1931399" y="1321572"/>
                  </a:lnTo>
                  <a:lnTo>
                    <a:pt x="1970027" y="1331243"/>
                  </a:lnTo>
                  <a:lnTo>
                    <a:pt x="2008655" y="1340435"/>
                  </a:lnTo>
                  <a:lnTo>
                    <a:pt x="2047283" y="1349167"/>
                  </a:lnTo>
                  <a:lnTo>
                    <a:pt x="2085910" y="1357460"/>
                  </a:lnTo>
                  <a:lnTo>
                    <a:pt x="2124538" y="1365333"/>
                  </a:lnTo>
                  <a:lnTo>
                    <a:pt x="2163166" y="1372803"/>
                  </a:lnTo>
                  <a:lnTo>
                    <a:pt x="2201794" y="1379890"/>
                  </a:lnTo>
                  <a:lnTo>
                    <a:pt x="2240422" y="1386610"/>
                  </a:lnTo>
                  <a:lnTo>
                    <a:pt x="2279050" y="1392981"/>
                  </a:lnTo>
                  <a:lnTo>
                    <a:pt x="2317678" y="1399019"/>
                  </a:lnTo>
                  <a:lnTo>
                    <a:pt x="2356306" y="1404739"/>
                  </a:lnTo>
                  <a:lnTo>
                    <a:pt x="2394934" y="1410158"/>
                  </a:lnTo>
                  <a:lnTo>
                    <a:pt x="2433562" y="1415289"/>
                  </a:lnTo>
                  <a:lnTo>
                    <a:pt x="2472190" y="1420147"/>
                  </a:lnTo>
                  <a:lnTo>
                    <a:pt x="2510818" y="1424746"/>
                  </a:lnTo>
                  <a:lnTo>
                    <a:pt x="2549446" y="1429097"/>
                  </a:lnTo>
                  <a:lnTo>
                    <a:pt x="2588074" y="1433214"/>
                  </a:lnTo>
                  <a:lnTo>
                    <a:pt x="2626702" y="1437109"/>
                  </a:lnTo>
                  <a:lnTo>
                    <a:pt x="2665330" y="1440792"/>
                  </a:lnTo>
                  <a:lnTo>
                    <a:pt x="2703958" y="1444275"/>
                  </a:lnTo>
                  <a:lnTo>
                    <a:pt x="2742586" y="1447568"/>
                  </a:lnTo>
                  <a:lnTo>
                    <a:pt x="2781214" y="1450681"/>
                  </a:lnTo>
                  <a:lnTo>
                    <a:pt x="2819842" y="1453624"/>
                  </a:lnTo>
                  <a:lnTo>
                    <a:pt x="2858470" y="1456404"/>
                  </a:lnTo>
                  <a:lnTo>
                    <a:pt x="2897098" y="1459032"/>
                  </a:lnTo>
                  <a:lnTo>
                    <a:pt x="2935726" y="1461515"/>
                  </a:lnTo>
                  <a:lnTo>
                    <a:pt x="2974354" y="1463860"/>
                  </a:lnTo>
                  <a:lnTo>
                    <a:pt x="3012982" y="1466075"/>
                  </a:lnTo>
                  <a:lnTo>
                    <a:pt x="3051610" y="1468168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2841352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4256205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2835292" y="4372931"/>
              <a:ext cx="14756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225" name="tx225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27" name="pt227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tx229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2" name="pt232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tx248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1428519" y="1165040"/>
              <a:ext cx="1769181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1396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2643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3889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45136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383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07732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2019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23266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04513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85759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7006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9338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7152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1064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405204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1064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11062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2792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10187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39345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99687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85244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1939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99084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47126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225886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38558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21063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23074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1897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6986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013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1072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22792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40493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88492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3030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84062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54995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2745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30310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84209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2745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07217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53668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40925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1295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4710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83875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4710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54995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4093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3668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1296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2347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2347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0728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8412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88744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0383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21316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396348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22431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20424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396642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203087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367048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390758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366803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22270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38242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202263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38230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40284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39110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226542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472141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47232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402602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202690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224717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20260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9811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80051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8774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6368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9799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8774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189216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9358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9357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7937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17869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7820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6368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0090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17937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6676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99271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7946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18010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0099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17937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6676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8917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99249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8903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0937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0159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170014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0934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70014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8208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1969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1395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57951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8190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5801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158029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6303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6306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1389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0164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15807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171872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1969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17186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8902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16386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3509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39365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65649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359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39365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188577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6366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5849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65686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7563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64123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3509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8587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49651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64135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88532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16388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7563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5841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49724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7007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18586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7017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25544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47341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442104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473675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264051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441836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4619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458981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24657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459121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26173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24601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255799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479035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246420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26140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264051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24715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46739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24657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24601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467126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478574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178318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187666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34905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19822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17798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43757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357637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33477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362844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179432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33462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198451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19829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3757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34902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36913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19280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17916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188364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357608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17825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36934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17804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362680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1623483" y="2207045"/>
              <a:ext cx="3788472" cy="1837769"/>
            </a:xfrm>
            <a:custGeom>
              <a:avLst/>
              <a:pathLst>
                <a:path w="3788472" h="1837769">
                  <a:moveTo>
                    <a:pt x="0" y="0"/>
                  </a:moveTo>
                  <a:lnTo>
                    <a:pt x="47955" y="49458"/>
                  </a:lnTo>
                  <a:lnTo>
                    <a:pt x="95910" y="100118"/>
                  </a:lnTo>
                  <a:lnTo>
                    <a:pt x="143866" y="151680"/>
                  </a:lnTo>
                  <a:lnTo>
                    <a:pt x="191821" y="203819"/>
                  </a:lnTo>
                  <a:lnTo>
                    <a:pt x="239776" y="256194"/>
                  </a:lnTo>
                  <a:lnTo>
                    <a:pt x="287732" y="308458"/>
                  </a:lnTo>
                  <a:lnTo>
                    <a:pt x="335687" y="360269"/>
                  </a:lnTo>
                  <a:lnTo>
                    <a:pt x="383642" y="411306"/>
                  </a:lnTo>
                  <a:lnTo>
                    <a:pt x="431598" y="461277"/>
                  </a:lnTo>
                  <a:lnTo>
                    <a:pt x="479553" y="509933"/>
                  </a:lnTo>
                  <a:lnTo>
                    <a:pt x="527508" y="557074"/>
                  </a:lnTo>
                  <a:lnTo>
                    <a:pt x="575464" y="602552"/>
                  </a:lnTo>
                  <a:lnTo>
                    <a:pt x="623419" y="646274"/>
                  </a:lnTo>
                  <a:lnTo>
                    <a:pt x="671374" y="688194"/>
                  </a:lnTo>
                  <a:lnTo>
                    <a:pt x="719330" y="728313"/>
                  </a:lnTo>
                  <a:lnTo>
                    <a:pt x="767285" y="766665"/>
                  </a:lnTo>
                  <a:lnTo>
                    <a:pt x="815240" y="803310"/>
                  </a:lnTo>
                  <a:lnTo>
                    <a:pt x="863196" y="838329"/>
                  </a:lnTo>
                  <a:lnTo>
                    <a:pt x="911151" y="871811"/>
                  </a:lnTo>
                  <a:lnTo>
                    <a:pt x="959106" y="903851"/>
                  </a:lnTo>
                  <a:lnTo>
                    <a:pt x="1007062" y="934543"/>
                  </a:lnTo>
                  <a:lnTo>
                    <a:pt x="1055017" y="963981"/>
                  </a:lnTo>
                  <a:lnTo>
                    <a:pt x="1102972" y="992249"/>
                  </a:lnTo>
                  <a:lnTo>
                    <a:pt x="1150928" y="1019429"/>
                  </a:lnTo>
                  <a:lnTo>
                    <a:pt x="1198883" y="1045594"/>
                  </a:lnTo>
                  <a:lnTo>
                    <a:pt x="1246839" y="1070811"/>
                  </a:lnTo>
                  <a:lnTo>
                    <a:pt x="1294794" y="1095139"/>
                  </a:lnTo>
                  <a:lnTo>
                    <a:pt x="1342749" y="1118632"/>
                  </a:lnTo>
                  <a:lnTo>
                    <a:pt x="1390705" y="1141338"/>
                  </a:lnTo>
                  <a:lnTo>
                    <a:pt x="1438660" y="1163301"/>
                  </a:lnTo>
                  <a:lnTo>
                    <a:pt x="1486615" y="1184558"/>
                  </a:lnTo>
                  <a:lnTo>
                    <a:pt x="1534571" y="1205143"/>
                  </a:lnTo>
                  <a:lnTo>
                    <a:pt x="1582526" y="1225089"/>
                  </a:lnTo>
                  <a:lnTo>
                    <a:pt x="1630481" y="1244422"/>
                  </a:lnTo>
                  <a:lnTo>
                    <a:pt x="1678437" y="1263168"/>
                  </a:lnTo>
                  <a:lnTo>
                    <a:pt x="1726392" y="1281349"/>
                  </a:lnTo>
                  <a:lnTo>
                    <a:pt x="1774347" y="1298987"/>
                  </a:lnTo>
                  <a:lnTo>
                    <a:pt x="1822303" y="1316101"/>
                  </a:lnTo>
                  <a:lnTo>
                    <a:pt x="1870258" y="1332708"/>
                  </a:lnTo>
                  <a:lnTo>
                    <a:pt x="1918213" y="1348824"/>
                  </a:lnTo>
                  <a:lnTo>
                    <a:pt x="1966169" y="1364466"/>
                  </a:lnTo>
                  <a:lnTo>
                    <a:pt x="2014124" y="1379648"/>
                  </a:lnTo>
                  <a:lnTo>
                    <a:pt x="2062079" y="1394382"/>
                  </a:lnTo>
                  <a:lnTo>
                    <a:pt x="2110035" y="1408682"/>
                  </a:lnTo>
                  <a:lnTo>
                    <a:pt x="2157990" y="1422560"/>
                  </a:lnTo>
                  <a:lnTo>
                    <a:pt x="2205945" y="1436028"/>
                  </a:lnTo>
                  <a:lnTo>
                    <a:pt x="2253901" y="1449096"/>
                  </a:lnTo>
                  <a:lnTo>
                    <a:pt x="2301856" y="1461775"/>
                  </a:lnTo>
                  <a:lnTo>
                    <a:pt x="2349811" y="1474077"/>
                  </a:lnTo>
                  <a:lnTo>
                    <a:pt x="2397767" y="1486010"/>
                  </a:lnTo>
                  <a:lnTo>
                    <a:pt x="2445722" y="1497584"/>
                  </a:lnTo>
                  <a:lnTo>
                    <a:pt x="2493678" y="1508809"/>
                  </a:lnTo>
                  <a:lnTo>
                    <a:pt x="2541633" y="1519694"/>
                  </a:lnTo>
                  <a:lnTo>
                    <a:pt x="2589588" y="1530247"/>
                  </a:lnTo>
                  <a:lnTo>
                    <a:pt x="2637544" y="1540479"/>
                  </a:lnTo>
                  <a:lnTo>
                    <a:pt x="2685499" y="1550396"/>
                  </a:lnTo>
                  <a:lnTo>
                    <a:pt x="2733454" y="1560008"/>
                  </a:lnTo>
                  <a:lnTo>
                    <a:pt x="2781410" y="1569322"/>
                  </a:lnTo>
                  <a:lnTo>
                    <a:pt x="2829365" y="1578346"/>
                  </a:lnTo>
                  <a:lnTo>
                    <a:pt x="2877320" y="1587089"/>
                  </a:lnTo>
                  <a:lnTo>
                    <a:pt x="2925276" y="1595557"/>
                  </a:lnTo>
                  <a:lnTo>
                    <a:pt x="2973231" y="1603759"/>
                  </a:lnTo>
                  <a:lnTo>
                    <a:pt x="3021186" y="1611701"/>
                  </a:lnTo>
                  <a:lnTo>
                    <a:pt x="3069142" y="1619391"/>
                  </a:lnTo>
                  <a:lnTo>
                    <a:pt x="3117097" y="1626836"/>
                  </a:lnTo>
                  <a:lnTo>
                    <a:pt x="3165052" y="1634043"/>
                  </a:lnTo>
                  <a:lnTo>
                    <a:pt x="3213008" y="1641018"/>
                  </a:lnTo>
                  <a:lnTo>
                    <a:pt x="3260963" y="1647768"/>
                  </a:lnTo>
                  <a:lnTo>
                    <a:pt x="3308918" y="1654300"/>
                  </a:lnTo>
                  <a:lnTo>
                    <a:pt x="3356874" y="1660619"/>
                  </a:lnTo>
                  <a:lnTo>
                    <a:pt x="3404829" y="1666732"/>
                  </a:lnTo>
                  <a:lnTo>
                    <a:pt x="3452784" y="1672646"/>
                  </a:lnTo>
                  <a:lnTo>
                    <a:pt x="3500740" y="1678365"/>
                  </a:lnTo>
                  <a:lnTo>
                    <a:pt x="3548695" y="1683896"/>
                  </a:lnTo>
                  <a:lnTo>
                    <a:pt x="3596651" y="1689244"/>
                  </a:lnTo>
                  <a:lnTo>
                    <a:pt x="3644606" y="1694415"/>
                  </a:lnTo>
                  <a:lnTo>
                    <a:pt x="3692561" y="1699413"/>
                  </a:lnTo>
                  <a:lnTo>
                    <a:pt x="3740517" y="1704246"/>
                  </a:lnTo>
                  <a:lnTo>
                    <a:pt x="3788472" y="1708917"/>
                  </a:lnTo>
                  <a:lnTo>
                    <a:pt x="3788472" y="1837769"/>
                  </a:lnTo>
                  <a:lnTo>
                    <a:pt x="3740517" y="1837684"/>
                  </a:lnTo>
                  <a:lnTo>
                    <a:pt x="3692561" y="1837590"/>
                  </a:lnTo>
                  <a:lnTo>
                    <a:pt x="3644606" y="1837484"/>
                  </a:lnTo>
                  <a:lnTo>
                    <a:pt x="3596651" y="1837367"/>
                  </a:lnTo>
                  <a:lnTo>
                    <a:pt x="3548695" y="1837235"/>
                  </a:lnTo>
                  <a:lnTo>
                    <a:pt x="3500740" y="1837088"/>
                  </a:lnTo>
                  <a:lnTo>
                    <a:pt x="3452784" y="1836924"/>
                  </a:lnTo>
                  <a:lnTo>
                    <a:pt x="3404829" y="1836741"/>
                  </a:lnTo>
                  <a:lnTo>
                    <a:pt x="3356874" y="1836536"/>
                  </a:lnTo>
                  <a:lnTo>
                    <a:pt x="3308918" y="1836308"/>
                  </a:lnTo>
                  <a:lnTo>
                    <a:pt x="3260963" y="1836052"/>
                  </a:lnTo>
                  <a:lnTo>
                    <a:pt x="3213008" y="1835767"/>
                  </a:lnTo>
                  <a:lnTo>
                    <a:pt x="3165052" y="1835449"/>
                  </a:lnTo>
                  <a:lnTo>
                    <a:pt x="3117097" y="1835094"/>
                  </a:lnTo>
                  <a:lnTo>
                    <a:pt x="3069142" y="1834698"/>
                  </a:lnTo>
                  <a:lnTo>
                    <a:pt x="3021186" y="1834255"/>
                  </a:lnTo>
                  <a:lnTo>
                    <a:pt x="2973231" y="1833761"/>
                  </a:lnTo>
                  <a:lnTo>
                    <a:pt x="2925276" y="1833210"/>
                  </a:lnTo>
                  <a:lnTo>
                    <a:pt x="2877320" y="1832595"/>
                  </a:lnTo>
                  <a:lnTo>
                    <a:pt x="2829365" y="1831909"/>
                  </a:lnTo>
                  <a:lnTo>
                    <a:pt x="2781410" y="1831144"/>
                  </a:lnTo>
                  <a:lnTo>
                    <a:pt x="2733454" y="1830291"/>
                  </a:lnTo>
                  <a:lnTo>
                    <a:pt x="2685499" y="1829339"/>
                  </a:lnTo>
                  <a:lnTo>
                    <a:pt x="2637544" y="1828278"/>
                  </a:lnTo>
                  <a:lnTo>
                    <a:pt x="2589588" y="1827096"/>
                  </a:lnTo>
                  <a:lnTo>
                    <a:pt x="2541633" y="1825778"/>
                  </a:lnTo>
                  <a:lnTo>
                    <a:pt x="2493678" y="1824309"/>
                  </a:lnTo>
                  <a:lnTo>
                    <a:pt x="2445722" y="1822674"/>
                  </a:lnTo>
                  <a:lnTo>
                    <a:pt x="2397767" y="1820852"/>
                  </a:lnTo>
                  <a:lnTo>
                    <a:pt x="2349811" y="1818825"/>
                  </a:lnTo>
                  <a:lnTo>
                    <a:pt x="2301856" y="1816569"/>
                  </a:lnTo>
                  <a:lnTo>
                    <a:pt x="2253901" y="1814059"/>
                  </a:lnTo>
                  <a:lnTo>
                    <a:pt x="2205945" y="1811268"/>
                  </a:lnTo>
                  <a:lnTo>
                    <a:pt x="2157990" y="1808166"/>
                  </a:lnTo>
                  <a:lnTo>
                    <a:pt x="2110035" y="1804721"/>
                  </a:lnTo>
                  <a:lnTo>
                    <a:pt x="2062079" y="1800895"/>
                  </a:lnTo>
                  <a:lnTo>
                    <a:pt x="2014124" y="1796650"/>
                  </a:lnTo>
                  <a:lnTo>
                    <a:pt x="1966169" y="1791943"/>
                  </a:lnTo>
                  <a:lnTo>
                    <a:pt x="1918213" y="1786727"/>
                  </a:lnTo>
                  <a:lnTo>
                    <a:pt x="1870258" y="1780952"/>
                  </a:lnTo>
                  <a:lnTo>
                    <a:pt x="1822303" y="1774564"/>
                  </a:lnTo>
                  <a:lnTo>
                    <a:pt x="1774347" y="1767504"/>
                  </a:lnTo>
                  <a:lnTo>
                    <a:pt x="1726392" y="1759711"/>
                  </a:lnTo>
                  <a:lnTo>
                    <a:pt x="1678437" y="1751118"/>
                  </a:lnTo>
                  <a:lnTo>
                    <a:pt x="1630481" y="1741655"/>
                  </a:lnTo>
                  <a:lnTo>
                    <a:pt x="1582526" y="1731249"/>
                  </a:lnTo>
                  <a:lnTo>
                    <a:pt x="1534571" y="1719825"/>
                  </a:lnTo>
                  <a:lnTo>
                    <a:pt x="1486615" y="1707304"/>
                  </a:lnTo>
                  <a:lnTo>
                    <a:pt x="1438660" y="1693608"/>
                  </a:lnTo>
                  <a:lnTo>
                    <a:pt x="1390705" y="1678658"/>
                  </a:lnTo>
                  <a:lnTo>
                    <a:pt x="1342749" y="1662377"/>
                  </a:lnTo>
                  <a:lnTo>
                    <a:pt x="1294794" y="1644692"/>
                  </a:lnTo>
                  <a:lnTo>
                    <a:pt x="1246839" y="1625535"/>
                  </a:lnTo>
                  <a:lnTo>
                    <a:pt x="1198883" y="1604847"/>
                  </a:lnTo>
                  <a:lnTo>
                    <a:pt x="1150928" y="1582582"/>
                  </a:lnTo>
                  <a:lnTo>
                    <a:pt x="1102972" y="1558707"/>
                  </a:lnTo>
                  <a:lnTo>
                    <a:pt x="1055017" y="1533208"/>
                  </a:lnTo>
                  <a:lnTo>
                    <a:pt x="1007062" y="1506092"/>
                  </a:lnTo>
                  <a:lnTo>
                    <a:pt x="959106" y="1477393"/>
                  </a:lnTo>
                  <a:lnTo>
                    <a:pt x="911151" y="1447169"/>
                  </a:lnTo>
                  <a:lnTo>
                    <a:pt x="863196" y="1415512"/>
                  </a:lnTo>
                  <a:lnTo>
                    <a:pt x="815240" y="1382540"/>
                  </a:lnTo>
                  <a:lnTo>
                    <a:pt x="767285" y="1348404"/>
                  </a:lnTo>
                  <a:lnTo>
                    <a:pt x="719330" y="1313277"/>
                  </a:lnTo>
                  <a:lnTo>
                    <a:pt x="671374" y="1277356"/>
                  </a:lnTo>
                  <a:lnTo>
                    <a:pt x="623419" y="1240849"/>
                  </a:lnTo>
                  <a:lnTo>
                    <a:pt x="575464" y="1203968"/>
                  </a:lnTo>
                  <a:lnTo>
                    <a:pt x="527508" y="1166922"/>
                  </a:lnTo>
                  <a:lnTo>
                    <a:pt x="479553" y="1129905"/>
                  </a:lnTo>
                  <a:lnTo>
                    <a:pt x="431598" y="1093086"/>
                  </a:lnTo>
                  <a:lnTo>
                    <a:pt x="383642" y="1056610"/>
                  </a:lnTo>
                  <a:lnTo>
                    <a:pt x="335687" y="1020589"/>
                  </a:lnTo>
                  <a:lnTo>
                    <a:pt x="287732" y="985106"/>
                  </a:lnTo>
                  <a:lnTo>
                    <a:pt x="239776" y="950214"/>
                  </a:lnTo>
                  <a:lnTo>
                    <a:pt x="191821" y="915944"/>
                  </a:lnTo>
                  <a:lnTo>
                    <a:pt x="143866" y="882304"/>
                  </a:lnTo>
                  <a:lnTo>
                    <a:pt x="95910" y="849290"/>
                  </a:lnTo>
                  <a:lnTo>
                    <a:pt x="47955" y="816886"/>
                  </a:lnTo>
                  <a:lnTo>
                    <a:pt x="0" y="785069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623483" y="2207045"/>
              <a:ext cx="3788472" cy="1708917"/>
            </a:xfrm>
            <a:custGeom>
              <a:avLst/>
              <a:pathLst>
                <a:path w="3788472" h="1708917">
                  <a:moveTo>
                    <a:pt x="0" y="0"/>
                  </a:moveTo>
                  <a:lnTo>
                    <a:pt x="47955" y="49458"/>
                  </a:lnTo>
                  <a:lnTo>
                    <a:pt x="95910" y="100118"/>
                  </a:lnTo>
                  <a:lnTo>
                    <a:pt x="143866" y="151680"/>
                  </a:lnTo>
                  <a:lnTo>
                    <a:pt x="191821" y="203819"/>
                  </a:lnTo>
                  <a:lnTo>
                    <a:pt x="239776" y="256194"/>
                  </a:lnTo>
                  <a:lnTo>
                    <a:pt x="287732" y="308458"/>
                  </a:lnTo>
                  <a:lnTo>
                    <a:pt x="335687" y="360269"/>
                  </a:lnTo>
                  <a:lnTo>
                    <a:pt x="383642" y="411306"/>
                  </a:lnTo>
                  <a:lnTo>
                    <a:pt x="431598" y="461277"/>
                  </a:lnTo>
                  <a:lnTo>
                    <a:pt x="479553" y="509933"/>
                  </a:lnTo>
                  <a:lnTo>
                    <a:pt x="527508" y="557074"/>
                  </a:lnTo>
                  <a:lnTo>
                    <a:pt x="575464" y="602552"/>
                  </a:lnTo>
                  <a:lnTo>
                    <a:pt x="623419" y="646274"/>
                  </a:lnTo>
                  <a:lnTo>
                    <a:pt x="671374" y="688194"/>
                  </a:lnTo>
                  <a:lnTo>
                    <a:pt x="719330" y="728313"/>
                  </a:lnTo>
                  <a:lnTo>
                    <a:pt x="767285" y="766665"/>
                  </a:lnTo>
                  <a:lnTo>
                    <a:pt x="815240" y="803310"/>
                  </a:lnTo>
                  <a:lnTo>
                    <a:pt x="863196" y="838329"/>
                  </a:lnTo>
                  <a:lnTo>
                    <a:pt x="911151" y="871811"/>
                  </a:lnTo>
                  <a:lnTo>
                    <a:pt x="959106" y="903851"/>
                  </a:lnTo>
                  <a:lnTo>
                    <a:pt x="1007062" y="934543"/>
                  </a:lnTo>
                  <a:lnTo>
                    <a:pt x="1055017" y="963981"/>
                  </a:lnTo>
                  <a:lnTo>
                    <a:pt x="1102972" y="992249"/>
                  </a:lnTo>
                  <a:lnTo>
                    <a:pt x="1150928" y="1019429"/>
                  </a:lnTo>
                  <a:lnTo>
                    <a:pt x="1198883" y="1045594"/>
                  </a:lnTo>
                  <a:lnTo>
                    <a:pt x="1246839" y="1070811"/>
                  </a:lnTo>
                  <a:lnTo>
                    <a:pt x="1294794" y="1095139"/>
                  </a:lnTo>
                  <a:lnTo>
                    <a:pt x="1342749" y="1118632"/>
                  </a:lnTo>
                  <a:lnTo>
                    <a:pt x="1390705" y="1141338"/>
                  </a:lnTo>
                  <a:lnTo>
                    <a:pt x="1438660" y="1163301"/>
                  </a:lnTo>
                  <a:lnTo>
                    <a:pt x="1486615" y="1184558"/>
                  </a:lnTo>
                  <a:lnTo>
                    <a:pt x="1534571" y="1205143"/>
                  </a:lnTo>
                  <a:lnTo>
                    <a:pt x="1582526" y="1225089"/>
                  </a:lnTo>
                  <a:lnTo>
                    <a:pt x="1630481" y="1244422"/>
                  </a:lnTo>
                  <a:lnTo>
                    <a:pt x="1678437" y="1263168"/>
                  </a:lnTo>
                  <a:lnTo>
                    <a:pt x="1726392" y="1281349"/>
                  </a:lnTo>
                  <a:lnTo>
                    <a:pt x="1774347" y="1298987"/>
                  </a:lnTo>
                  <a:lnTo>
                    <a:pt x="1822303" y="1316101"/>
                  </a:lnTo>
                  <a:lnTo>
                    <a:pt x="1870258" y="1332708"/>
                  </a:lnTo>
                  <a:lnTo>
                    <a:pt x="1918213" y="1348824"/>
                  </a:lnTo>
                  <a:lnTo>
                    <a:pt x="1966169" y="1364466"/>
                  </a:lnTo>
                  <a:lnTo>
                    <a:pt x="2014124" y="1379648"/>
                  </a:lnTo>
                  <a:lnTo>
                    <a:pt x="2062079" y="1394382"/>
                  </a:lnTo>
                  <a:lnTo>
                    <a:pt x="2110035" y="1408682"/>
                  </a:lnTo>
                  <a:lnTo>
                    <a:pt x="2157990" y="1422560"/>
                  </a:lnTo>
                  <a:lnTo>
                    <a:pt x="2205945" y="1436028"/>
                  </a:lnTo>
                  <a:lnTo>
                    <a:pt x="2253901" y="1449096"/>
                  </a:lnTo>
                  <a:lnTo>
                    <a:pt x="2301856" y="1461775"/>
                  </a:lnTo>
                  <a:lnTo>
                    <a:pt x="2349811" y="1474077"/>
                  </a:lnTo>
                  <a:lnTo>
                    <a:pt x="2397767" y="1486010"/>
                  </a:lnTo>
                  <a:lnTo>
                    <a:pt x="2445722" y="1497584"/>
                  </a:lnTo>
                  <a:lnTo>
                    <a:pt x="2493678" y="1508809"/>
                  </a:lnTo>
                  <a:lnTo>
                    <a:pt x="2541633" y="1519694"/>
                  </a:lnTo>
                  <a:lnTo>
                    <a:pt x="2589588" y="1530247"/>
                  </a:lnTo>
                  <a:lnTo>
                    <a:pt x="2637544" y="1540479"/>
                  </a:lnTo>
                  <a:lnTo>
                    <a:pt x="2685499" y="1550396"/>
                  </a:lnTo>
                  <a:lnTo>
                    <a:pt x="2733454" y="1560008"/>
                  </a:lnTo>
                  <a:lnTo>
                    <a:pt x="2781410" y="1569322"/>
                  </a:lnTo>
                  <a:lnTo>
                    <a:pt x="2829365" y="1578346"/>
                  </a:lnTo>
                  <a:lnTo>
                    <a:pt x="2877320" y="1587089"/>
                  </a:lnTo>
                  <a:lnTo>
                    <a:pt x="2925276" y="1595557"/>
                  </a:lnTo>
                  <a:lnTo>
                    <a:pt x="2973231" y="1603759"/>
                  </a:lnTo>
                  <a:lnTo>
                    <a:pt x="3021186" y="1611701"/>
                  </a:lnTo>
                  <a:lnTo>
                    <a:pt x="3069142" y="1619391"/>
                  </a:lnTo>
                  <a:lnTo>
                    <a:pt x="3117097" y="1626836"/>
                  </a:lnTo>
                  <a:lnTo>
                    <a:pt x="3165052" y="1634043"/>
                  </a:lnTo>
                  <a:lnTo>
                    <a:pt x="3213008" y="1641018"/>
                  </a:lnTo>
                  <a:lnTo>
                    <a:pt x="3260963" y="1647768"/>
                  </a:lnTo>
                  <a:lnTo>
                    <a:pt x="3308918" y="1654300"/>
                  </a:lnTo>
                  <a:lnTo>
                    <a:pt x="3356874" y="1660619"/>
                  </a:lnTo>
                  <a:lnTo>
                    <a:pt x="3404829" y="1666732"/>
                  </a:lnTo>
                  <a:lnTo>
                    <a:pt x="3452784" y="1672646"/>
                  </a:lnTo>
                  <a:lnTo>
                    <a:pt x="3500740" y="1678365"/>
                  </a:lnTo>
                  <a:lnTo>
                    <a:pt x="3548695" y="1683896"/>
                  </a:lnTo>
                  <a:lnTo>
                    <a:pt x="3596651" y="1689244"/>
                  </a:lnTo>
                  <a:lnTo>
                    <a:pt x="3644606" y="1694415"/>
                  </a:lnTo>
                  <a:lnTo>
                    <a:pt x="3692561" y="1699413"/>
                  </a:lnTo>
                  <a:lnTo>
                    <a:pt x="3740517" y="1704246"/>
                  </a:lnTo>
                  <a:lnTo>
                    <a:pt x="3788472" y="17089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1623483" y="2992114"/>
              <a:ext cx="3788472" cy="1052700"/>
            </a:xfrm>
            <a:custGeom>
              <a:avLst/>
              <a:pathLst>
                <a:path w="3788472" h="1052700">
                  <a:moveTo>
                    <a:pt x="3788472" y="1052700"/>
                  </a:moveTo>
                  <a:lnTo>
                    <a:pt x="3740517" y="1052615"/>
                  </a:lnTo>
                  <a:lnTo>
                    <a:pt x="3692561" y="1052521"/>
                  </a:lnTo>
                  <a:lnTo>
                    <a:pt x="3644606" y="1052415"/>
                  </a:lnTo>
                  <a:lnTo>
                    <a:pt x="3596651" y="1052298"/>
                  </a:lnTo>
                  <a:lnTo>
                    <a:pt x="3548695" y="1052166"/>
                  </a:lnTo>
                  <a:lnTo>
                    <a:pt x="3500740" y="1052019"/>
                  </a:lnTo>
                  <a:lnTo>
                    <a:pt x="3452784" y="1051855"/>
                  </a:lnTo>
                  <a:lnTo>
                    <a:pt x="3404829" y="1051672"/>
                  </a:lnTo>
                  <a:lnTo>
                    <a:pt x="3356874" y="1051467"/>
                  </a:lnTo>
                  <a:lnTo>
                    <a:pt x="3308918" y="1051239"/>
                  </a:lnTo>
                  <a:lnTo>
                    <a:pt x="3260963" y="1050983"/>
                  </a:lnTo>
                  <a:lnTo>
                    <a:pt x="3213008" y="1050698"/>
                  </a:lnTo>
                  <a:lnTo>
                    <a:pt x="3165052" y="1050380"/>
                  </a:lnTo>
                  <a:lnTo>
                    <a:pt x="3117097" y="1050025"/>
                  </a:lnTo>
                  <a:lnTo>
                    <a:pt x="3069142" y="1049629"/>
                  </a:lnTo>
                  <a:lnTo>
                    <a:pt x="3021186" y="1049186"/>
                  </a:lnTo>
                  <a:lnTo>
                    <a:pt x="2973231" y="1048692"/>
                  </a:lnTo>
                  <a:lnTo>
                    <a:pt x="2925276" y="1048141"/>
                  </a:lnTo>
                  <a:lnTo>
                    <a:pt x="2877320" y="1047526"/>
                  </a:lnTo>
                  <a:lnTo>
                    <a:pt x="2829365" y="1046840"/>
                  </a:lnTo>
                  <a:lnTo>
                    <a:pt x="2781410" y="1046075"/>
                  </a:lnTo>
                  <a:lnTo>
                    <a:pt x="2733454" y="1045222"/>
                  </a:lnTo>
                  <a:lnTo>
                    <a:pt x="2685499" y="1044270"/>
                  </a:lnTo>
                  <a:lnTo>
                    <a:pt x="2637544" y="1043209"/>
                  </a:lnTo>
                  <a:lnTo>
                    <a:pt x="2589588" y="1042027"/>
                  </a:lnTo>
                  <a:lnTo>
                    <a:pt x="2541633" y="1040709"/>
                  </a:lnTo>
                  <a:lnTo>
                    <a:pt x="2493678" y="1039240"/>
                  </a:lnTo>
                  <a:lnTo>
                    <a:pt x="2445722" y="1037605"/>
                  </a:lnTo>
                  <a:lnTo>
                    <a:pt x="2397767" y="1035783"/>
                  </a:lnTo>
                  <a:lnTo>
                    <a:pt x="2349811" y="1033756"/>
                  </a:lnTo>
                  <a:lnTo>
                    <a:pt x="2301856" y="1031500"/>
                  </a:lnTo>
                  <a:lnTo>
                    <a:pt x="2253901" y="1028990"/>
                  </a:lnTo>
                  <a:lnTo>
                    <a:pt x="2205945" y="1026199"/>
                  </a:lnTo>
                  <a:lnTo>
                    <a:pt x="2157990" y="1023097"/>
                  </a:lnTo>
                  <a:lnTo>
                    <a:pt x="2110035" y="1019652"/>
                  </a:lnTo>
                  <a:lnTo>
                    <a:pt x="2062079" y="1015826"/>
                  </a:lnTo>
                  <a:lnTo>
                    <a:pt x="2014124" y="1011581"/>
                  </a:lnTo>
                  <a:lnTo>
                    <a:pt x="1966169" y="1006874"/>
                  </a:lnTo>
                  <a:lnTo>
                    <a:pt x="1918213" y="1001658"/>
                  </a:lnTo>
                  <a:lnTo>
                    <a:pt x="1870258" y="995883"/>
                  </a:lnTo>
                  <a:lnTo>
                    <a:pt x="1822303" y="989495"/>
                  </a:lnTo>
                  <a:lnTo>
                    <a:pt x="1774347" y="982435"/>
                  </a:lnTo>
                  <a:lnTo>
                    <a:pt x="1726392" y="974642"/>
                  </a:lnTo>
                  <a:lnTo>
                    <a:pt x="1678437" y="966049"/>
                  </a:lnTo>
                  <a:lnTo>
                    <a:pt x="1630481" y="956586"/>
                  </a:lnTo>
                  <a:lnTo>
                    <a:pt x="1582526" y="946180"/>
                  </a:lnTo>
                  <a:lnTo>
                    <a:pt x="1534571" y="934756"/>
                  </a:lnTo>
                  <a:lnTo>
                    <a:pt x="1486615" y="922235"/>
                  </a:lnTo>
                  <a:lnTo>
                    <a:pt x="1438660" y="908539"/>
                  </a:lnTo>
                  <a:lnTo>
                    <a:pt x="1390705" y="893589"/>
                  </a:lnTo>
                  <a:lnTo>
                    <a:pt x="1342749" y="877308"/>
                  </a:lnTo>
                  <a:lnTo>
                    <a:pt x="1294794" y="859623"/>
                  </a:lnTo>
                  <a:lnTo>
                    <a:pt x="1246839" y="840466"/>
                  </a:lnTo>
                  <a:lnTo>
                    <a:pt x="1198883" y="819778"/>
                  </a:lnTo>
                  <a:lnTo>
                    <a:pt x="1150928" y="797513"/>
                  </a:lnTo>
                  <a:lnTo>
                    <a:pt x="1102972" y="773638"/>
                  </a:lnTo>
                  <a:lnTo>
                    <a:pt x="1055017" y="748139"/>
                  </a:lnTo>
                  <a:lnTo>
                    <a:pt x="1007062" y="721023"/>
                  </a:lnTo>
                  <a:lnTo>
                    <a:pt x="959106" y="692324"/>
                  </a:lnTo>
                  <a:lnTo>
                    <a:pt x="911151" y="662100"/>
                  </a:lnTo>
                  <a:lnTo>
                    <a:pt x="863196" y="630443"/>
                  </a:lnTo>
                  <a:lnTo>
                    <a:pt x="815240" y="597471"/>
                  </a:lnTo>
                  <a:lnTo>
                    <a:pt x="767285" y="563335"/>
                  </a:lnTo>
                  <a:lnTo>
                    <a:pt x="719330" y="528208"/>
                  </a:lnTo>
                  <a:lnTo>
                    <a:pt x="671374" y="492287"/>
                  </a:lnTo>
                  <a:lnTo>
                    <a:pt x="623419" y="455780"/>
                  </a:lnTo>
                  <a:lnTo>
                    <a:pt x="575464" y="418899"/>
                  </a:lnTo>
                  <a:lnTo>
                    <a:pt x="527508" y="381853"/>
                  </a:lnTo>
                  <a:lnTo>
                    <a:pt x="479553" y="344836"/>
                  </a:lnTo>
                  <a:lnTo>
                    <a:pt x="431598" y="308017"/>
                  </a:lnTo>
                  <a:lnTo>
                    <a:pt x="383642" y="271541"/>
                  </a:lnTo>
                  <a:lnTo>
                    <a:pt x="335687" y="235520"/>
                  </a:lnTo>
                  <a:lnTo>
                    <a:pt x="287732" y="200037"/>
                  </a:lnTo>
                  <a:lnTo>
                    <a:pt x="239776" y="165145"/>
                  </a:lnTo>
                  <a:lnTo>
                    <a:pt x="191821" y="130875"/>
                  </a:lnTo>
                  <a:lnTo>
                    <a:pt x="143866" y="97235"/>
                  </a:lnTo>
                  <a:lnTo>
                    <a:pt x="95910" y="64221"/>
                  </a:lnTo>
                  <a:lnTo>
                    <a:pt x="47955" y="318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1623483" y="2579747"/>
              <a:ext cx="3788472" cy="1455911"/>
            </a:xfrm>
            <a:custGeom>
              <a:avLst/>
              <a:pathLst>
                <a:path w="3788472" h="1455911">
                  <a:moveTo>
                    <a:pt x="0" y="0"/>
                  </a:moveTo>
                  <a:lnTo>
                    <a:pt x="47955" y="45987"/>
                  </a:lnTo>
                  <a:lnTo>
                    <a:pt x="95910" y="92395"/>
                  </a:lnTo>
                  <a:lnTo>
                    <a:pt x="143866" y="139101"/>
                  </a:lnTo>
                  <a:lnTo>
                    <a:pt x="191821" y="185976"/>
                  </a:lnTo>
                  <a:lnTo>
                    <a:pt x="239776" y="232893"/>
                  </a:lnTo>
                  <a:lnTo>
                    <a:pt x="287732" y="279723"/>
                  </a:lnTo>
                  <a:lnTo>
                    <a:pt x="335687" y="326338"/>
                  </a:lnTo>
                  <a:lnTo>
                    <a:pt x="383642" y="372611"/>
                  </a:lnTo>
                  <a:lnTo>
                    <a:pt x="431598" y="418422"/>
                  </a:lnTo>
                  <a:lnTo>
                    <a:pt x="479553" y="463652"/>
                  </a:lnTo>
                  <a:lnTo>
                    <a:pt x="527508" y="508192"/>
                  </a:lnTo>
                  <a:lnTo>
                    <a:pt x="575464" y="551936"/>
                  </a:lnTo>
                  <a:lnTo>
                    <a:pt x="623419" y="594790"/>
                  </a:lnTo>
                  <a:lnTo>
                    <a:pt x="671374" y="636665"/>
                  </a:lnTo>
                  <a:lnTo>
                    <a:pt x="719330" y="677484"/>
                  </a:lnTo>
                  <a:lnTo>
                    <a:pt x="767285" y="717179"/>
                  </a:lnTo>
                  <a:lnTo>
                    <a:pt x="815240" y="755690"/>
                  </a:lnTo>
                  <a:lnTo>
                    <a:pt x="863196" y="792968"/>
                  </a:lnTo>
                  <a:lnTo>
                    <a:pt x="911151" y="828974"/>
                  </a:lnTo>
                  <a:lnTo>
                    <a:pt x="959106" y="863679"/>
                  </a:lnTo>
                  <a:lnTo>
                    <a:pt x="1007062" y="897060"/>
                  </a:lnTo>
                  <a:lnTo>
                    <a:pt x="1055017" y="929106"/>
                  </a:lnTo>
                  <a:lnTo>
                    <a:pt x="1102972" y="959813"/>
                  </a:lnTo>
                  <a:lnTo>
                    <a:pt x="1150928" y="989183"/>
                  </a:lnTo>
                  <a:lnTo>
                    <a:pt x="1198883" y="1017226"/>
                  </a:lnTo>
                  <a:lnTo>
                    <a:pt x="1246839" y="1043958"/>
                  </a:lnTo>
                  <a:lnTo>
                    <a:pt x="1294794" y="1069400"/>
                  </a:lnTo>
                  <a:lnTo>
                    <a:pt x="1342749" y="1093579"/>
                  </a:lnTo>
                  <a:lnTo>
                    <a:pt x="1390705" y="1116525"/>
                  </a:lnTo>
                  <a:lnTo>
                    <a:pt x="1438660" y="1138270"/>
                  </a:lnTo>
                  <a:lnTo>
                    <a:pt x="1486615" y="1158853"/>
                  </a:lnTo>
                  <a:lnTo>
                    <a:pt x="1534571" y="1178311"/>
                  </a:lnTo>
                  <a:lnTo>
                    <a:pt x="1582526" y="1196684"/>
                  </a:lnTo>
                  <a:lnTo>
                    <a:pt x="1630481" y="1214016"/>
                  </a:lnTo>
                  <a:lnTo>
                    <a:pt x="1678437" y="1230347"/>
                  </a:lnTo>
                  <a:lnTo>
                    <a:pt x="1726392" y="1245721"/>
                  </a:lnTo>
                  <a:lnTo>
                    <a:pt x="1774347" y="1260182"/>
                  </a:lnTo>
                  <a:lnTo>
                    <a:pt x="1822303" y="1273771"/>
                  </a:lnTo>
                  <a:lnTo>
                    <a:pt x="1870258" y="1286531"/>
                  </a:lnTo>
                  <a:lnTo>
                    <a:pt x="1918213" y="1298504"/>
                  </a:lnTo>
                  <a:lnTo>
                    <a:pt x="1966169" y="1309731"/>
                  </a:lnTo>
                  <a:lnTo>
                    <a:pt x="2014124" y="1320250"/>
                  </a:lnTo>
                  <a:lnTo>
                    <a:pt x="2062079" y="1330101"/>
                  </a:lnTo>
                  <a:lnTo>
                    <a:pt x="2110035" y="1339320"/>
                  </a:lnTo>
                  <a:lnTo>
                    <a:pt x="2157990" y="1347944"/>
                  </a:lnTo>
                  <a:lnTo>
                    <a:pt x="2205945" y="1356007"/>
                  </a:lnTo>
                  <a:lnTo>
                    <a:pt x="2253901" y="1363541"/>
                  </a:lnTo>
                  <a:lnTo>
                    <a:pt x="2301856" y="1370579"/>
                  </a:lnTo>
                  <a:lnTo>
                    <a:pt x="2349811" y="1377150"/>
                  </a:lnTo>
                  <a:lnTo>
                    <a:pt x="2397767" y="1383283"/>
                  </a:lnTo>
                  <a:lnTo>
                    <a:pt x="2445722" y="1389004"/>
                  </a:lnTo>
                  <a:lnTo>
                    <a:pt x="2493678" y="1394341"/>
                  </a:lnTo>
                  <a:lnTo>
                    <a:pt x="2541633" y="1399317"/>
                  </a:lnTo>
                  <a:lnTo>
                    <a:pt x="2589588" y="1403955"/>
                  </a:lnTo>
                  <a:lnTo>
                    <a:pt x="2637544" y="1408277"/>
                  </a:lnTo>
                  <a:lnTo>
                    <a:pt x="2685499" y="1412303"/>
                  </a:lnTo>
                  <a:lnTo>
                    <a:pt x="2733454" y="1416053"/>
                  </a:lnTo>
                  <a:lnTo>
                    <a:pt x="2781410" y="1419545"/>
                  </a:lnTo>
                  <a:lnTo>
                    <a:pt x="2829365" y="1422796"/>
                  </a:lnTo>
                  <a:lnTo>
                    <a:pt x="2877320" y="1425822"/>
                  </a:lnTo>
                  <a:lnTo>
                    <a:pt x="2925276" y="1428639"/>
                  </a:lnTo>
                  <a:lnTo>
                    <a:pt x="2973231" y="1431259"/>
                  </a:lnTo>
                  <a:lnTo>
                    <a:pt x="3021186" y="1433697"/>
                  </a:lnTo>
                  <a:lnTo>
                    <a:pt x="3069142" y="1435965"/>
                  </a:lnTo>
                  <a:lnTo>
                    <a:pt x="3117097" y="1438075"/>
                  </a:lnTo>
                  <a:lnTo>
                    <a:pt x="3165052" y="1440037"/>
                  </a:lnTo>
                  <a:lnTo>
                    <a:pt x="3213008" y="1441861"/>
                  </a:lnTo>
                  <a:lnTo>
                    <a:pt x="3260963" y="1443557"/>
                  </a:lnTo>
                  <a:lnTo>
                    <a:pt x="3308918" y="1445134"/>
                  </a:lnTo>
                  <a:lnTo>
                    <a:pt x="3356874" y="1446600"/>
                  </a:lnTo>
                  <a:lnTo>
                    <a:pt x="3404829" y="1447963"/>
                  </a:lnTo>
                  <a:lnTo>
                    <a:pt x="3452784" y="1449229"/>
                  </a:lnTo>
                  <a:lnTo>
                    <a:pt x="3500740" y="1450406"/>
                  </a:lnTo>
                  <a:lnTo>
                    <a:pt x="3548695" y="1451500"/>
                  </a:lnTo>
                  <a:lnTo>
                    <a:pt x="3596651" y="1452516"/>
                  </a:lnTo>
                  <a:lnTo>
                    <a:pt x="3644606" y="1453461"/>
                  </a:lnTo>
                  <a:lnTo>
                    <a:pt x="3692561" y="1454338"/>
                  </a:lnTo>
                  <a:lnTo>
                    <a:pt x="3740517" y="1455154"/>
                  </a:lnTo>
                  <a:lnTo>
                    <a:pt x="3788472" y="1455911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1840636" y="1529848"/>
              <a:ext cx="3682123" cy="2310438"/>
            </a:xfrm>
            <a:custGeom>
              <a:avLst/>
              <a:pathLst>
                <a:path w="3682123" h="2310438">
                  <a:moveTo>
                    <a:pt x="0" y="0"/>
                  </a:moveTo>
                  <a:lnTo>
                    <a:pt x="46609" y="1291"/>
                  </a:lnTo>
                  <a:lnTo>
                    <a:pt x="93218" y="2702"/>
                  </a:lnTo>
                  <a:lnTo>
                    <a:pt x="139827" y="4245"/>
                  </a:lnTo>
                  <a:lnTo>
                    <a:pt x="186436" y="5930"/>
                  </a:lnTo>
                  <a:lnTo>
                    <a:pt x="233045" y="7771"/>
                  </a:lnTo>
                  <a:lnTo>
                    <a:pt x="279654" y="9781"/>
                  </a:lnTo>
                  <a:lnTo>
                    <a:pt x="326264" y="11975"/>
                  </a:lnTo>
                  <a:lnTo>
                    <a:pt x="372873" y="14369"/>
                  </a:lnTo>
                  <a:lnTo>
                    <a:pt x="419482" y="16980"/>
                  </a:lnTo>
                  <a:lnTo>
                    <a:pt x="466091" y="19826"/>
                  </a:lnTo>
                  <a:lnTo>
                    <a:pt x="512700" y="22927"/>
                  </a:lnTo>
                  <a:lnTo>
                    <a:pt x="559309" y="26304"/>
                  </a:lnTo>
                  <a:lnTo>
                    <a:pt x="605919" y="29979"/>
                  </a:lnTo>
                  <a:lnTo>
                    <a:pt x="652528" y="33976"/>
                  </a:lnTo>
                  <a:lnTo>
                    <a:pt x="699137" y="38321"/>
                  </a:lnTo>
                  <a:lnTo>
                    <a:pt x="745746" y="43040"/>
                  </a:lnTo>
                  <a:lnTo>
                    <a:pt x="792355" y="48161"/>
                  </a:lnTo>
                  <a:lnTo>
                    <a:pt x="838964" y="53713"/>
                  </a:lnTo>
                  <a:lnTo>
                    <a:pt x="885574" y="59728"/>
                  </a:lnTo>
                  <a:lnTo>
                    <a:pt x="932183" y="66237"/>
                  </a:lnTo>
                  <a:lnTo>
                    <a:pt x="978792" y="73273"/>
                  </a:lnTo>
                  <a:lnTo>
                    <a:pt x="1025401" y="80869"/>
                  </a:lnTo>
                  <a:lnTo>
                    <a:pt x="1072010" y="89060"/>
                  </a:lnTo>
                  <a:lnTo>
                    <a:pt x="1118619" y="97878"/>
                  </a:lnTo>
                  <a:lnTo>
                    <a:pt x="1165229" y="107357"/>
                  </a:lnTo>
                  <a:lnTo>
                    <a:pt x="1211838" y="117530"/>
                  </a:lnTo>
                  <a:lnTo>
                    <a:pt x="1258447" y="128429"/>
                  </a:lnTo>
                  <a:lnTo>
                    <a:pt x="1305056" y="140081"/>
                  </a:lnTo>
                  <a:lnTo>
                    <a:pt x="1351665" y="152512"/>
                  </a:lnTo>
                  <a:lnTo>
                    <a:pt x="1398274" y="165745"/>
                  </a:lnTo>
                  <a:lnTo>
                    <a:pt x="1444884" y="179796"/>
                  </a:lnTo>
                  <a:lnTo>
                    <a:pt x="1491493" y="194676"/>
                  </a:lnTo>
                  <a:lnTo>
                    <a:pt x="1538102" y="210391"/>
                  </a:lnTo>
                  <a:lnTo>
                    <a:pt x="1584711" y="226937"/>
                  </a:lnTo>
                  <a:lnTo>
                    <a:pt x="1631320" y="244302"/>
                  </a:lnTo>
                  <a:lnTo>
                    <a:pt x="1677929" y="262467"/>
                  </a:lnTo>
                  <a:lnTo>
                    <a:pt x="1724538" y="281401"/>
                  </a:lnTo>
                  <a:lnTo>
                    <a:pt x="1771148" y="301065"/>
                  </a:lnTo>
                  <a:lnTo>
                    <a:pt x="1817757" y="321412"/>
                  </a:lnTo>
                  <a:lnTo>
                    <a:pt x="1864366" y="342383"/>
                  </a:lnTo>
                  <a:lnTo>
                    <a:pt x="1910975" y="363917"/>
                  </a:lnTo>
                  <a:lnTo>
                    <a:pt x="1957584" y="385943"/>
                  </a:lnTo>
                  <a:lnTo>
                    <a:pt x="2004193" y="408390"/>
                  </a:lnTo>
                  <a:lnTo>
                    <a:pt x="2050803" y="431184"/>
                  </a:lnTo>
                  <a:lnTo>
                    <a:pt x="2097412" y="454253"/>
                  </a:lnTo>
                  <a:lnTo>
                    <a:pt x="2144021" y="477527"/>
                  </a:lnTo>
                  <a:lnTo>
                    <a:pt x="2190630" y="500942"/>
                  </a:lnTo>
                  <a:lnTo>
                    <a:pt x="2237239" y="524441"/>
                  </a:lnTo>
                  <a:lnTo>
                    <a:pt x="2283848" y="547972"/>
                  </a:lnTo>
                  <a:lnTo>
                    <a:pt x="2330458" y="571495"/>
                  </a:lnTo>
                  <a:lnTo>
                    <a:pt x="2377067" y="594973"/>
                  </a:lnTo>
                  <a:lnTo>
                    <a:pt x="2423676" y="618382"/>
                  </a:lnTo>
                  <a:lnTo>
                    <a:pt x="2470285" y="641700"/>
                  </a:lnTo>
                  <a:lnTo>
                    <a:pt x="2516894" y="664915"/>
                  </a:lnTo>
                  <a:lnTo>
                    <a:pt x="2563503" y="688018"/>
                  </a:lnTo>
                  <a:lnTo>
                    <a:pt x="2610113" y="711005"/>
                  </a:lnTo>
                  <a:lnTo>
                    <a:pt x="2656722" y="733876"/>
                  </a:lnTo>
                  <a:lnTo>
                    <a:pt x="2703331" y="756632"/>
                  </a:lnTo>
                  <a:lnTo>
                    <a:pt x="2749940" y="779276"/>
                  </a:lnTo>
                  <a:lnTo>
                    <a:pt x="2796549" y="801813"/>
                  </a:lnTo>
                  <a:lnTo>
                    <a:pt x="2843158" y="824248"/>
                  </a:lnTo>
                  <a:lnTo>
                    <a:pt x="2889768" y="846588"/>
                  </a:lnTo>
                  <a:lnTo>
                    <a:pt x="2936377" y="868836"/>
                  </a:lnTo>
                  <a:lnTo>
                    <a:pt x="2982986" y="890999"/>
                  </a:lnTo>
                  <a:lnTo>
                    <a:pt x="3029595" y="913081"/>
                  </a:lnTo>
                  <a:lnTo>
                    <a:pt x="3076204" y="935086"/>
                  </a:lnTo>
                  <a:lnTo>
                    <a:pt x="3122813" y="957017"/>
                  </a:lnTo>
                  <a:lnTo>
                    <a:pt x="3169422" y="978876"/>
                  </a:lnTo>
                  <a:lnTo>
                    <a:pt x="3216032" y="1000667"/>
                  </a:lnTo>
                  <a:lnTo>
                    <a:pt x="3262641" y="1022389"/>
                  </a:lnTo>
                  <a:lnTo>
                    <a:pt x="3309250" y="1044043"/>
                  </a:lnTo>
                  <a:lnTo>
                    <a:pt x="3355859" y="1065629"/>
                  </a:lnTo>
                  <a:lnTo>
                    <a:pt x="3402468" y="1087146"/>
                  </a:lnTo>
                  <a:lnTo>
                    <a:pt x="3449077" y="1108593"/>
                  </a:lnTo>
                  <a:lnTo>
                    <a:pt x="3495687" y="1129967"/>
                  </a:lnTo>
                  <a:lnTo>
                    <a:pt x="3542296" y="1151265"/>
                  </a:lnTo>
                  <a:lnTo>
                    <a:pt x="3588905" y="1172486"/>
                  </a:lnTo>
                  <a:lnTo>
                    <a:pt x="3635514" y="1193625"/>
                  </a:lnTo>
                  <a:lnTo>
                    <a:pt x="3682123" y="1214678"/>
                  </a:lnTo>
                  <a:lnTo>
                    <a:pt x="3682123" y="2310438"/>
                  </a:lnTo>
                  <a:lnTo>
                    <a:pt x="3635514" y="2292813"/>
                  </a:lnTo>
                  <a:lnTo>
                    <a:pt x="3588905" y="2273872"/>
                  </a:lnTo>
                  <a:lnTo>
                    <a:pt x="3542296" y="2253552"/>
                  </a:lnTo>
                  <a:lnTo>
                    <a:pt x="3495687" y="2231790"/>
                  </a:lnTo>
                  <a:lnTo>
                    <a:pt x="3449077" y="2208528"/>
                  </a:lnTo>
                  <a:lnTo>
                    <a:pt x="3402468" y="2183715"/>
                  </a:lnTo>
                  <a:lnTo>
                    <a:pt x="3355859" y="2157302"/>
                  </a:lnTo>
                  <a:lnTo>
                    <a:pt x="3309250" y="2129253"/>
                  </a:lnTo>
                  <a:lnTo>
                    <a:pt x="3262641" y="2099538"/>
                  </a:lnTo>
                  <a:lnTo>
                    <a:pt x="3216032" y="2068140"/>
                  </a:lnTo>
                  <a:lnTo>
                    <a:pt x="3169422" y="2035055"/>
                  </a:lnTo>
                  <a:lnTo>
                    <a:pt x="3122813" y="2000293"/>
                  </a:lnTo>
                  <a:lnTo>
                    <a:pt x="3076204" y="1963879"/>
                  </a:lnTo>
                  <a:lnTo>
                    <a:pt x="3029595" y="1925859"/>
                  </a:lnTo>
                  <a:lnTo>
                    <a:pt x="2982986" y="1886293"/>
                  </a:lnTo>
                  <a:lnTo>
                    <a:pt x="2936377" y="1845263"/>
                  </a:lnTo>
                  <a:lnTo>
                    <a:pt x="2889768" y="1802870"/>
                  </a:lnTo>
                  <a:lnTo>
                    <a:pt x="2843158" y="1759234"/>
                  </a:lnTo>
                  <a:lnTo>
                    <a:pt x="2796549" y="1714495"/>
                  </a:lnTo>
                  <a:lnTo>
                    <a:pt x="2749940" y="1668810"/>
                  </a:lnTo>
                  <a:lnTo>
                    <a:pt x="2703331" y="1622352"/>
                  </a:lnTo>
                  <a:lnTo>
                    <a:pt x="2656722" y="1575310"/>
                  </a:lnTo>
                  <a:lnTo>
                    <a:pt x="2610113" y="1527880"/>
                  </a:lnTo>
                  <a:lnTo>
                    <a:pt x="2563503" y="1480271"/>
                  </a:lnTo>
                  <a:lnTo>
                    <a:pt x="2516894" y="1432692"/>
                  </a:lnTo>
                  <a:lnTo>
                    <a:pt x="2470285" y="1385353"/>
                  </a:lnTo>
                  <a:lnTo>
                    <a:pt x="2423676" y="1338463"/>
                  </a:lnTo>
                  <a:lnTo>
                    <a:pt x="2377067" y="1292217"/>
                  </a:lnTo>
                  <a:lnTo>
                    <a:pt x="2330458" y="1246802"/>
                  </a:lnTo>
                  <a:lnTo>
                    <a:pt x="2283848" y="1202387"/>
                  </a:lnTo>
                  <a:lnTo>
                    <a:pt x="2237239" y="1159120"/>
                  </a:lnTo>
                  <a:lnTo>
                    <a:pt x="2190630" y="1117127"/>
                  </a:lnTo>
                  <a:lnTo>
                    <a:pt x="2144021" y="1076511"/>
                  </a:lnTo>
                  <a:lnTo>
                    <a:pt x="2097412" y="1037348"/>
                  </a:lnTo>
                  <a:lnTo>
                    <a:pt x="2050803" y="999690"/>
                  </a:lnTo>
                  <a:lnTo>
                    <a:pt x="2004193" y="963564"/>
                  </a:lnTo>
                  <a:lnTo>
                    <a:pt x="1957584" y="928973"/>
                  </a:lnTo>
                  <a:lnTo>
                    <a:pt x="1910975" y="895904"/>
                  </a:lnTo>
                  <a:lnTo>
                    <a:pt x="1864366" y="864324"/>
                  </a:lnTo>
                  <a:lnTo>
                    <a:pt x="1817757" y="834187"/>
                  </a:lnTo>
                  <a:lnTo>
                    <a:pt x="1771148" y="805439"/>
                  </a:lnTo>
                  <a:lnTo>
                    <a:pt x="1724538" y="778014"/>
                  </a:lnTo>
                  <a:lnTo>
                    <a:pt x="1677929" y="751847"/>
                  </a:lnTo>
                  <a:lnTo>
                    <a:pt x="1631320" y="726866"/>
                  </a:lnTo>
                  <a:lnTo>
                    <a:pt x="1584711" y="703002"/>
                  </a:lnTo>
                  <a:lnTo>
                    <a:pt x="1538102" y="680187"/>
                  </a:lnTo>
                  <a:lnTo>
                    <a:pt x="1491493" y="658353"/>
                  </a:lnTo>
                  <a:lnTo>
                    <a:pt x="1444884" y="637440"/>
                  </a:lnTo>
                  <a:lnTo>
                    <a:pt x="1398274" y="617386"/>
                  </a:lnTo>
                  <a:lnTo>
                    <a:pt x="1351665" y="598137"/>
                  </a:lnTo>
                  <a:lnTo>
                    <a:pt x="1305056" y="579642"/>
                  </a:lnTo>
                  <a:lnTo>
                    <a:pt x="1258447" y="561854"/>
                  </a:lnTo>
                  <a:lnTo>
                    <a:pt x="1211838" y="544729"/>
                  </a:lnTo>
                  <a:lnTo>
                    <a:pt x="1165229" y="528228"/>
                  </a:lnTo>
                  <a:lnTo>
                    <a:pt x="1118619" y="512313"/>
                  </a:lnTo>
                  <a:lnTo>
                    <a:pt x="1072010" y="496953"/>
                  </a:lnTo>
                  <a:lnTo>
                    <a:pt x="1025401" y="482117"/>
                  </a:lnTo>
                  <a:lnTo>
                    <a:pt x="978792" y="467776"/>
                  </a:lnTo>
                  <a:lnTo>
                    <a:pt x="932183" y="453906"/>
                  </a:lnTo>
                  <a:lnTo>
                    <a:pt x="885574" y="440483"/>
                  </a:lnTo>
                  <a:lnTo>
                    <a:pt x="838964" y="427486"/>
                  </a:lnTo>
                  <a:lnTo>
                    <a:pt x="792355" y="414895"/>
                  </a:lnTo>
                  <a:lnTo>
                    <a:pt x="745746" y="402692"/>
                  </a:lnTo>
                  <a:lnTo>
                    <a:pt x="699137" y="390861"/>
                  </a:lnTo>
                  <a:lnTo>
                    <a:pt x="652528" y="379387"/>
                  </a:lnTo>
                  <a:lnTo>
                    <a:pt x="605919" y="368254"/>
                  </a:lnTo>
                  <a:lnTo>
                    <a:pt x="559309" y="357449"/>
                  </a:lnTo>
                  <a:lnTo>
                    <a:pt x="512700" y="346961"/>
                  </a:lnTo>
                  <a:lnTo>
                    <a:pt x="466091" y="336777"/>
                  </a:lnTo>
                  <a:lnTo>
                    <a:pt x="419482" y="326887"/>
                  </a:lnTo>
                  <a:lnTo>
                    <a:pt x="372873" y="317281"/>
                  </a:lnTo>
                  <a:lnTo>
                    <a:pt x="326264" y="307948"/>
                  </a:lnTo>
                  <a:lnTo>
                    <a:pt x="279654" y="298880"/>
                  </a:lnTo>
                  <a:lnTo>
                    <a:pt x="233045" y="290068"/>
                  </a:lnTo>
                  <a:lnTo>
                    <a:pt x="186436" y="281504"/>
                  </a:lnTo>
                  <a:lnTo>
                    <a:pt x="139827" y="273180"/>
                  </a:lnTo>
                  <a:lnTo>
                    <a:pt x="93218" y="265090"/>
                  </a:lnTo>
                  <a:lnTo>
                    <a:pt x="46609" y="257225"/>
                  </a:lnTo>
                  <a:lnTo>
                    <a:pt x="0" y="249579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1840636" y="1529848"/>
              <a:ext cx="3682123" cy="1214678"/>
            </a:xfrm>
            <a:custGeom>
              <a:avLst/>
              <a:pathLst>
                <a:path w="3682123" h="1214678">
                  <a:moveTo>
                    <a:pt x="0" y="0"/>
                  </a:moveTo>
                  <a:lnTo>
                    <a:pt x="46609" y="1291"/>
                  </a:lnTo>
                  <a:lnTo>
                    <a:pt x="93218" y="2702"/>
                  </a:lnTo>
                  <a:lnTo>
                    <a:pt x="139827" y="4245"/>
                  </a:lnTo>
                  <a:lnTo>
                    <a:pt x="186436" y="5930"/>
                  </a:lnTo>
                  <a:lnTo>
                    <a:pt x="233045" y="7771"/>
                  </a:lnTo>
                  <a:lnTo>
                    <a:pt x="279654" y="9781"/>
                  </a:lnTo>
                  <a:lnTo>
                    <a:pt x="326264" y="11975"/>
                  </a:lnTo>
                  <a:lnTo>
                    <a:pt x="372873" y="14369"/>
                  </a:lnTo>
                  <a:lnTo>
                    <a:pt x="419482" y="16980"/>
                  </a:lnTo>
                  <a:lnTo>
                    <a:pt x="466091" y="19826"/>
                  </a:lnTo>
                  <a:lnTo>
                    <a:pt x="512700" y="22927"/>
                  </a:lnTo>
                  <a:lnTo>
                    <a:pt x="559309" y="26304"/>
                  </a:lnTo>
                  <a:lnTo>
                    <a:pt x="605919" y="29979"/>
                  </a:lnTo>
                  <a:lnTo>
                    <a:pt x="652528" y="33976"/>
                  </a:lnTo>
                  <a:lnTo>
                    <a:pt x="699137" y="38321"/>
                  </a:lnTo>
                  <a:lnTo>
                    <a:pt x="745746" y="43040"/>
                  </a:lnTo>
                  <a:lnTo>
                    <a:pt x="792355" y="48161"/>
                  </a:lnTo>
                  <a:lnTo>
                    <a:pt x="838964" y="53713"/>
                  </a:lnTo>
                  <a:lnTo>
                    <a:pt x="885574" y="59728"/>
                  </a:lnTo>
                  <a:lnTo>
                    <a:pt x="932183" y="66237"/>
                  </a:lnTo>
                  <a:lnTo>
                    <a:pt x="978792" y="73273"/>
                  </a:lnTo>
                  <a:lnTo>
                    <a:pt x="1025401" y="80869"/>
                  </a:lnTo>
                  <a:lnTo>
                    <a:pt x="1072010" y="89060"/>
                  </a:lnTo>
                  <a:lnTo>
                    <a:pt x="1118619" y="97878"/>
                  </a:lnTo>
                  <a:lnTo>
                    <a:pt x="1165229" y="107357"/>
                  </a:lnTo>
                  <a:lnTo>
                    <a:pt x="1211838" y="117530"/>
                  </a:lnTo>
                  <a:lnTo>
                    <a:pt x="1258447" y="128429"/>
                  </a:lnTo>
                  <a:lnTo>
                    <a:pt x="1305056" y="140081"/>
                  </a:lnTo>
                  <a:lnTo>
                    <a:pt x="1351665" y="152512"/>
                  </a:lnTo>
                  <a:lnTo>
                    <a:pt x="1398274" y="165745"/>
                  </a:lnTo>
                  <a:lnTo>
                    <a:pt x="1444884" y="179796"/>
                  </a:lnTo>
                  <a:lnTo>
                    <a:pt x="1491493" y="194676"/>
                  </a:lnTo>
                  <a:lnTo>
                    <a:pt x="1538102" y="210391"/>
                  </a:lnTo>
                  <a:lnTo>
                    <a:pt x="1584711" y="226937"/>
                  </a:lnTo>
                  <a:lnTo>
                    <a:pt x="1631320" y="244302"/>
                  </a:lnTo>
                  <a:lnTo>
                    <a:pt x="1677929" y="262467"/>
                  </a:lnTo>
                  <a:lnTo>
                    <a:pt x="1724538" y="281401"/>
                  </a:lnTo>
                  <a:lnTo>
                    <a:pt x="1771148" y="301065"/>
                  </a:lnTo>
                  <a:lnTo>
                    <a:pt x="1817757" y="321412"/>
                  </a:lnTo>
                  <a:lnTo>
                    <a:pt x="1864366" y="342383"/>
                  </a:lnTo>
                  <a:lnTo>
                    <a:pt x="1910975" y="363917"/>
                  </a:lnTo>
                  <a:lnTo>
                    <a:pt x="1957584" y="385943"/>
                  </a:lnTo>
                  <a:lnTo>
                    <a:pt x="2004193" y="408390"/>
                  </a:lnTo>
                  <a:lnTo>
                    <a:pt x="2050803" y="431184"/>
                  </a:lnTo>
                  <a:lnTo>
                    <a:pt x="2097412" y="454253"/>
                  </a:lnTo>
                  <a:lnTo>
                    <a:pt x="2144021" y="477527"/>
                  </a:lnTo>
                  <a:lnTo>
                    <a:pt x="2190630" y="500942"/>
                  </a:lnTo>
                  <a:lnTo>
                    <a:pt x="2237239" y="524441"/>
                  </a:lnTo>
                  <a:lnTo>
                    <a:pt x="2283848" y="547972"/>
                  </a:lnTo>
                  <a:lnTo>
                    <a:pt x="2330458" y="571495"/>
                  </a:lnTo>
                  <a:lnTo>
                    <a:pt x="2377067" y="594973"/>
                  </a:lnTo>
                  <a:lnTo>
                    <a:pt x="2423676" y="618382"/>
                  </a:lnTo>
                  <a:lnTo>
                    <a:pt x="2470285" y="641700"/>
                  </a:lnTo>
                  <a:lnTo>
                    <a:pt x="2516894" y="664915"/>
                  </a:lnTo>
                  <a:lnTo>
                    <a:pt x="2563503" y="688018"/>
                  </a:lnTo>
                  <a:lnTo>
                    <a:pt x="2610113" y="711005"/>
                  </a:lnTo>
                  <a:lnTo>
                    <a:pt x="2656722" y="733876"/>
                  </a:lnTo>
                  <a:lnTo>
                    <a:pt x="2703331" y="756632"/>
                  </a:lnTo>
                  <a:lnTo>
                    <a:pt x="2749940" y="779276"/>
                  </a:lnTo>
                  <a:lnTo>
                    <a:pt x="2796549" y="801813"/>
                  </a:lnTo>
                  <a:lnTo>
                    <a:pt x="2843158" y="824248"/>
                  </a:lnTo>
                  <a:lnTo>
                    <a:pt x="2889768" y="846588"/>
                  </a:lnTo>
                  <a:lnTo>
                    <a:pt x="2936377" y="868836"/>
                  </a:lnTo>
                  <a:lnTo>
                    <a:pt x="2982986" y="890999"/>
                  </a:lnTo>
                  <a:lnTo>
                    <a:pt x="3029595" y="913081"/>
                  </a:lnTo>
                  <a:lnTo>
                    <a:pt x="3076204" y="935086"/>
                  </a:lnTo>
                  <a:lnTo>
                    <a:pt x="3122813" y="957017"/>
                  </a:lnTo>
                  <a:lnTo>
                    <a:pt x="3169422" y="978876"/>
                  </a:lnTo>
                  <a:lnTo>
                    <a:pt x="3216032" y="1000667"/>
                  </a:lnTo>
                  <a:lnTo>
                    <a:pt x="3262641" y="1022389"/>
                  </a:lnTo>
                  <a:lnTo>
                    <a:pt x="3309250" y="1044043"/>
                  </a:lnTo>
                  <a:lnTo>
                    <a:pt x="3355859" y="1065629"/>
                  </a:lnTo>
                  <a:lnTo>
                    <a:pt x="3402468" y="1087146"/>
                  </a:lnTo>
                  <a:lnTo>
                    <a:pt x="3449077" y="1108593"/>
                  </a:lnTo>
                  <a:lnTo>
                    <a:pt x="3495687" y="1129967"/>
                  </a:lnTo>
                  <a:lnTo>
                    <a:pt x="3542296" y="1151265"/>
                  </a:lnTo>
                  <a:lnTo>
                    <a:pt x="3588905" y="1172486"/>
                  </a:lnTo>
                  <a:lnTo>
                    <a:pt x="3635514" y="1193625"/>
                  </a:lnTo>
                  <a:lnTo>
                    <a:pt x="3682123" y="12146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1840636" y="1779427"/>
              <a:ext cx="3682123" cy="2060859"/>
            </a:xfrm>
            <a:custGeom>
              <a:avLst/>
              <a:pathLst>
                <a:path w="3682123" h="2060859">
                  <a:moveTo>
                    <a:pt x="3682123" y="2060859"/>
                  </a:moveTo>
                  <a:lnTo>
                    <a:pt x="3635514" y="2043234"/>
                  </a:lnTo>
                  <a:lnTo>
                    <a:pt x="3588905" y="2024293"/>
                  </a:lnTo>
                  <a:lnTo>
                    <a:pt x="3542296" y="2003972"/>
                  </a:lnTo>
                  <a:lnTo>
                    <a:pt x="3495687" y="1982210"/>
                  </a:lnTo>
                  <a:lnTo>
                    <a:pt x="3449077" y="1958949"/>
                  </a:lnTo>
                  <a:lnTo>
                    <a:pt x="3402468" y="1934135"/>
                  </a:lnTo>
                  <a:lnTo>
                    <a:pt x="3355859" y="1907723"/>
                  </a:lnTo>
                  <a:lnTo>
                    <a:pt x="3309250" y="1879674"/>
                  </a:lnTo>
                  <a:lnTo>
                    <a:pt x="3262641" y="1849959"/>
                  </a:lnTo>
                  <a:lnTo>
                    <a:pt x="3216032" y="1818561"/>
                  </a:lnTo>
                  <a:lnTo>
                    <a:pt x="3169422" y="1785476"/>
                  </a:lnTo>
                  <a:lnTo>
                    <a:pt x="3122813" y="1750713"/>
                  </a:lnTo>
                  <a:lnTo>
                    <a:pt x="3076204" y="1714300"/>
                  </a:lnTo>
                  <a:lnTo>
                    <a:pt x="3029595" y="1676279"/>
                  </a:lnTo>
                  <a:lnTo>
                    <a:pt x="2982986" y="1636713"/>
                  </a:lnTo>
                  <a:lnTo>
                    <a:pt x="2936377" y="1595684"/>
                  </a:lnTo>
                  <a:lnTo>
                    <a:pt x="2889768" y="1553291"/>
                  </a:lnTo>
                  <a:lnTo>
                    <a:pt x="2843158" y="1509655"/>
                  </a:lnTo>
                  <a:lnTo>
                    <a:pt x="2796549" y="1464916"/>
                  </a:lnTo>
                  <a:lnTo>
                    <a:pt x="2749940" y="1419231"/>
                  </a:lnTo>
                  <a:lnTo>
                    <a:pt x="2703331" y="1372773"/>
                  </a:lnTo>
                  <a:lnTo>
                    <a:pt x="2656722" y="1325730"/>
                  </a:lnTo>
                  <a:lnTo>
                    <a:pt x="2610113" y="1278301"/>
                  </a:lnTo>
                  <a:lnTo>
                    <a:pt x="2563503" y="1230691"/>
                  </a:lnTo>
                  <a:lnTo>
                    <a:pt x="2516894" y="1183112"/>
                  </a:lnTo>
                  <a:lnTo>
                    <a:pt x="2470285" y="1135774"/>
                  </a:lnTo>
                  <a:lnTo>
                    <a:pt x="2423676" y="1088883"/>
                  </a:lnTo>
                  <a:lnTo>
                    <a:pt x="2377067" y="1042638"/>
                  </a:lnTo>
                  <a:lnTo>
                    <a:pt x="2330458" y="997223"/>
                  </a:lnTo>
                  <a:lnTo>
                    <a:pt x="2283848" y="952807"/>
                  </a:lnTo>
                  <a:lnTo>
                    <a:pt x="2237239" y="909540"/>
                  </a:lnTo>
                  <a:lnTo>
                    <a:pt x="2190630" y="867548"/>
                  </a:lnTo>
                  <a:lnTo>
                    <a:pt x="2144021" y="826932"/>
                  </a:lnTo>
                  <a:lnTo>
                    <a:pt x="2097412" y="787769"/>
                  </a:lnTo>
                  <a:lnTo>
                    <a:pt x="2050803" y="750111"/>
                  </a:lnTo>
                  <a:lnTo>
                    <a:pt x="2004193" y="713984"/>
                  </a:lnTo>
                  <a:lnTo>
                    <a:pt x="1957584" y="679394"/>
                  </a:lnTo>
                  <a:lnTo>
                    <a:pt x="1910975" y="646325"/>
                  </a:lnTo>
                  <a:lnTo>
                    <a:pt x="1864366" y="614745"/>
                  </a:lnTo>
                  <a:lnTo>
                    <a:pt x="1817757" y="584608"/>
                  </a:lnTo>
                  <a:lnTo>
                    <a:pt x="1771148" y="555859"/>
                  </a:lnTo>
                  <a:lnTo>
                    <a:pt x="1724538" y="528435"/>
                  </a:lnTo>
                  <a:lnTo>
                    <a:pt x="1677929" y="502267"/>
                  </a:lnTo>
                  <a:lnTo>
                    <a:pt x="1631320" y="477286"/>
                  </a:lnTo>
                  <a:lnTo>
                    <a:pt x="1584711" y="453423"/>
                  </a:lnTo>
                  <a:lnTo>
                    <a:pt x="1538102" y="430607"/>
                  </a:lnTo>
                  <a:lnTo>
                    <a:pt x="1491493" y="408774"/>
                  </a:lnTo>
                  <a:lnTo>
                    <a:pt x="1444884" y="387860"/>
                  </a:lnTo>
                  <a:lnTo>
                    <a:pt x="1398274" y="367807"/>
                  </a:lnTo>
                  <a:lnTo>
                    <a:pt x="1351665" y="348558"/>
                  </a:lnTo>
                  <a:lnTo>
                    <a:pt x="1305056" y="330063"/>
                  </a:lnTo>
                  <a:lnTo>
                    <a:pt x="1258447" y="312275"/>
                  </a:lnTo>
                  <a:lnTo>
                    <a:pt x="1211838" y="295150"/>
                  </a:lnTo>
                  <a:lnTo>
                    <a:pt x="1165229" y="278648"/>
                  </a:lnTo>
                  <a:lnTo>
                    <a:pt x="1118619" y="262734"/>
                  </a:lnTo>
                  <a:lnTo>
                    <a:pt x="1072010" y="247374"/>
                  </a:lnTo>
                  <a:lnTo>
                    <a:pt x="1025401" y="232537"/>
                  </a:lnTo>
                  <a:lnTo>
                    <a:pt x="978792" y="218196"/>
                  </a:lnTo>
                  <a:lnTo>
                    <a:pt x="932183" y="204326"/>
                  </a:lnTo>
                  <a:lnTo>
                    <a:pt x="885574" y="190903"/>
                  </a:lnTo>
                  <a:lnTo>
                    <a:pt x="838964" y="177906"/>
                  </a:lnTo>
                  <a:lnTo>
                    <a:pt x="792355" y="165315"/>
                  </a:lnTo>
                  <a:lnTo>
                    <a:pt x="745746" y="153113"/>
                  </a:lnTo>
                  <a:lnTo>
                    <a:pt x="699137" y="141282"/>
                  </a:lnTo>
                  <a:lnTo>
                    <a:pt x="652528" y="129807"/>
                  </a:lnTo>
                  <a:lnTo>
                    <a:pt x="605919" y="118674"/>
                  </a:lnTo>
                  <a:lnTo>
                    <a:pt x="559309" y="107870"/>
                  </a:lnTo>
                  <a:lnTo>
                    <a:pt x="512700" y="97382"/>
                  </a:lnTo>
                  <a:lnTo>
                    <a:pt x="466091" y="87198"/>
                  </a:lnTo>
                  <a:lnTo>
                    <a:pt x="419482" y="77308"/>
                  </a:lnTo>
                  <a:lnTo>
                    <a:pt x="372873" y="67701"/>
                  </a:lnTo>
                  <a:lnTo>
                    <a:pt x="326264" y="58368"/>
                  </a:lnTo>
                  <a:lnTo>
                    <a:pt x="279654" y="49300"/>
                  </a:lnTo>
                  <a:lnTo>
                    <a:pt x="233045" y="40488"/>
                  </a:lnTo>
                  <a:lnTo>
                    <a:pt x="186436" y="31925"/>
                  </a:lnTo>
                  <a:lnTo>
                    <a:pt x="139827" y="23601"/>
                  </a:lnTo>
                  <a:lnTo>
                    <a:pt x="93218" y="15510"/>
                  </a:lnTo>
                  <a:lnTo>
                    <a:pt x="46609" y="764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1840636" y="1578050"/>
              <a:ext cx="3682123" cy="1875085"/>
            </a:xfrm>
            <a:custGeom>
              <a:avLst/>
              <a:pathLst>
                <a:path w="3682123" h="1875085">
                  <a:moveTo>
                    <a:pt x="0" y="0"/>
                  </a:moveTo>
                  <a:lnTo>
                    <a:pt x="46609" y="3828"/>
                  </a:lnTo>
                  <a:lnTo>
                    <a:pt x="93218" y="7886"/>
                  </a:lnTo>
                  <a:lnTo>
                    <a:pt x="139827" y="12189"/>
                  </a:lnTo>
                  <a:lnTo>
                    <a:pt x="186436" y="16748"/>
                  </a:lnTo>
                  <a:lnTo>
                    <a:pt x="233045" y="21579"/>
                  </a:lnTo>
                  <a:lnTo>
                    <a:pt x="279654" y="26697"/>
                  </a:lnTo>
                  <a:lnTo>
                    <a:pt x="326264" y="32116"/>
                  </a:lnTo>
                  <a:lnTo>
                    <a:pt x="372873" y="37854"/>
                  </a:lnTo>
                  <a:lnTo>
                    <a:pt x="419482" y="43927"/>
                  </a:lnTo>
                  <a:lnTo>
                    <a:pt x="466091" y="50354"/>
                  </a:lnTo>
                  <a:lnTo>
                    <a:pt x="512700" y="57152"/>
                  </a:lnTo>
                  <a:lnTo>
                    <a:pt x="559309" y="64340"/>
                  </a:lnTo>
                  <a:lnTo>
                    <a:pt x="605919" y="71939"/>
                  </a:lnTo>
                  <a:lnTo>
                    <a:pt x="652528" y="79968"/>
                  </a:lnTo>
                  <a:lnTo>
                    <a:pt x="699137" y="88450"/>
                  </a:lnTo>
                  <a:lnTo>
                    <a:pt x="745746" y="97405"/>
                  </a:lnTo>
                  <a:lnTo>
                    <a:pt x="792355" y="106856"/>
                  </a:lnTo>
                  <a:lnTo>
                    <a:pt x="838964" y="116826"/>
                  </a:lnTo>
                  <a:lnTo>
                    <a:pt x="885574" y="127339"/>
                  </a:lnTo>
                  <a:lnTo>
                    <a:pt x="932183" y="138417"/>
                  </a:lnTo>
                  <a:lnTo>
                    <a:pt x="978792" y="150085"/>
                  </a:lnTo>
                  <a:lnTo>
                    <a:pt x="1025401" y="162368"/>
                  </a:lnTo>
                  <a:lnTo>
                    <a:pt x="1072010" y="175290"/>
                  </a:lnTo>
                  <a:lnTo>
                    <a:pt x="1118619" y="188876"/>
                  </a:lnTo>
                  <a:lnTo>
                    <a:pt x="1165229" y="203151"/>
                  </a:lnTo>
                  <a:lnTo>
                    <a:pt x="1211838" y="218139"/>
                  </a:lnTo>
                  <a:lnTo>
                    <a:pt x="1258447" y="233864"/>
                  </a:lnTo>
                  <a:lnTo>
                    <a:pt x="1305056" y="250350"/>
                  </a:lnTo>
                  <a:lnTo>
                    <a:pt x="1351665" y="267619"/>
                  </a:lnTo>
                  <a:lnTo>
                    <a:pt x="1398274" y="285695"/>
                  </a:lnTo>
                  <a:lnTo>
                    <a:pt x="1444884" y="304596"/>
                  </a:lnTo>
                  <a:lnTo>
                    <a:pt x="1491493" y="324344"/>
                  </a:lnTo>
                  <a:lnTo>
                    <a:pt x="1538102" y="344957"/>
                  </a:lnTo>
                  <a:lnTo>
                    <a:pt x="1584711" y="366450"/>
                  </a:lnTo>
                  <a:lnTo>
                    <a:pt x="1631320" y="388837"/>
                  </a:lnTo>
                  <a:lnTo>
                    <a:pt x="1677929" y="412131"/>
                  </a:lnTo>
                  <a:lnTo>
                    <a:pt x="1724538" y="436340"/>
                  </a:lnTo>
                  <a:lnTo>
                    <a:pt x="1771148" y="461471"/>
                  </a:lnTo>
                  <a:lnTo>
                    <a:pt x="1817757" y="487528"/>
                  </a:lnTo>
                  <a:lnTo>
                    <a:pt x="1864366" y="514509"/>
                  </a:lnTo>
                  <a:lnTo>
                    <a:pt x="1910975" y="542410"/>
                  </a:lnTo>
                  <a:lnTo>
                    <a:pt x="1957584" y="571225"/>
                  </a:lnTo>
                  <a:lnTo>
                    <a:pt x="2004193" y="600941"/>
                  </a:lnTo>
                  <a:lnTo>
                    <a:pt x="2050803" y="631542"/>
                  </a:lnTo>
                  <a:lnTo>
                    <a:pt x="2097412" y="663007"/>
                  </a:lnTo>
                  <a:lnTo>
                    <a:pt x="2144021" y="695312"/>
                  </a:lnTo>
                  <a:lnTo>
                    <a:pt x="2190630" y="728425"/>
                  </a:lnTo>
                  <a:lnTo>
                    <a:pt x="2237239" y="762314"/>
                  </a:lnTo>
                  <a:lnTo>
                    <a:pt x="2283848" y="796938"/>
                  </a:lnTo>
                  <a:lnTo>
                    <a:pt x="2330458" y="832254"/>
                  </a:lnTo>
                  <a:lnTo>
                    <a:pt x="2377067" y="868214"/>
                  </a:lnTo>
                  <a:lnTo>
                    <a:pt x="2423676" y="904766"/>
                  </a:lnTo>
                  <a:lnTo>
                    <a:pt x="2470285" y="941852"/>
                  </a:lnTo>
                  <a:lnTo>
                    <a:pt x="2516894" y="979413"/>
                  </a:lnTo>
                  <a:lnTo>
                    <a:pt x="2563503" y="1017386"/>
                  </a:lnTo>
                  <a:lnTo>
                    <a:pt x="2610113" y="1055704"/>
                  </a:lnTo>
                  <a:lnTo>
                    <a:pt x="2656722" y="1094297"/>
                  </a:lnTo>
                  <a:lnTo>
                    <a:pt x="2703331" y="1133096"/>
                  </a:lnTo>
                  <a:lnTo>
                    <a:pt x="2749940" y="1172026"/>
                  </a:lnTo>
                  <a:lnTo>
                    <a:pt x="2796549" y="1211015"/>
                  </a:lnTo>
                  <a:lnTo>
                    <a:pt x="2843158" y="1249988"/>
                  </a:lnTo>
                  <a:lnTo>
                    <a:pt x="2889768" y="1288872"/>
                  </a:lnTo>
                  <a:lnTo>
                    <a:pt x="2936377" y="1327594"/>
                  </a:lnTo>
                  <a:lnTo>
                    <a:pt x="2982986" y="1366080"/>
                  </a:lnTo>
                  <a:lnTo>
                    <a:pt x="3029595" y="1404262"/>
                  </a:lnTo>
                  <a:lnTo>
                    <a:pt x="3076204" y="1442070"/>
                  </a:lnTo>
                  <a:lnTo>
                    <a:pt x="3122813" y="1479440"/>
                  </a:lnTo>
                  <a:lnTo>
                    <a:pt x="3169422" y="1516310"/>
                  </a:lnTo>
                  <a:lnTo>
                    <a:pt x="3216032" y="1552620"/>
                  </a:lnTo>
                  <a:lnTo>
                    <a:pt x="3262641" y="1588316"/>
                  </a:lnTo>
                  <a:lnTo>
                    <a:pt x="3309250" y="1623348"/>
                  </a:lnTo>
                  <a:lnTo>
                    <a:pt x="3355859" y="1657669"/>
                  </a:lnTo>
                  <a:lnTo>
                    <a:pt x="3402468" y="1691238"/>
                  </a:lnTo>
                  <a:lnTo>
                    <a:pt x="3449077" y="1724017"/>
                  </a:lnTo>
                  <a:lnTo>
                    <a:pt x="3495687" y="1755973"/>
                  </a:lnTo>
                  <a:lnTo>
                    <a:pt x="3542296" y="1787079"/>
                  </a:lnTo>
                  <a:lnTo>
                    <a:pt x="3588905" y="1817311"/>
                  </a:lnTo>
                  <a:lnTo>
                    <a:pt x="3635514" y="1846652"/>
                  </a:lnTo>
                  <a:lnTo>
                    <a:pt x="3682123" y="1875085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tx223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467828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2280295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3092761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3905228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717694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530161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3240326" y="4372931"/>
              <a:ext cx="66559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235" name="tx235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5926491" y="2018463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7" name="pt237"/>
            <p:cNvSpPr/>
            <p:nvPr/>
          </p:nvSpPr>
          <p:spPr>
            <a:xfrm>
              <a:off x="5991067" y="226738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5926491" y="2202809"/>
              <a:ext cx="219455" cy="219455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5948436" y="231253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991067" y="2486842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5926491" y="2422265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5948436" y="25319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tx243"/>
            <p:cNvSpPr/>
            <p:nvPr/>
          </p:nvSpPr>
          <p:spPr>
            <a:xfrm>
              <a:off x="6215536" y="2272532"/>
              <a:ext cx="21131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6215536" y="2491988"/>
              <a:ext cx="22978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5926491" y="2934799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46" name="pt246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975409" y="3378113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tx248"/>
            <p:cNvSpPr/>
            <p:nvPr/>
          </p:nvSpPr>
          <p:spPr>
            <a:xfrm>
              <a:off x="6215536" y="3188869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215536" y="3408325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1428519" y="1165040"/>
              <a:ext cx="797814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3244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83452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4459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85466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0694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5794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0895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659962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71097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54619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7767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92703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9172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93417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299725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52367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7334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54619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00239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9794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9774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52142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52367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54129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29522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52606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94700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535728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54441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51986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54037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505546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9025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43465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82944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29587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5373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3612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5504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97317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81891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29587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82360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8138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5429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183891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3017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8527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8360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39193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8376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8527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8376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23017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4751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50416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97317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510451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26634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69803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48847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26537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269298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47883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27256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490852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265383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269680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511606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51509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52089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491559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512937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25437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495487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51446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266901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26750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247652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263143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19851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10467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87925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9290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15483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180937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87925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9905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08763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2585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0782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18599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2585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9383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18722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0782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0296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84227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80937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0412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2012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188785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17269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185217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7550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15870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15870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63101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175731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177086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2427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69866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2583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3967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23503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5890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65979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2573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2872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45361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2933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75731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7145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26433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2641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2771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2771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5920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17308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7187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76231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16534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9365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27251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7187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9365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76546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6836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6245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8936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26948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76546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8460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63823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7347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87480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6928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7321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27230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92272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7499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275124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28552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25114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278204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27968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267135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299618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277541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27329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2774900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23180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25101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23630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25101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25573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283747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26939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278656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28044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27329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27509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285252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27509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362241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334634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32532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30555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36045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35580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20014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19794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320788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337282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356479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201785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22338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19770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19571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357600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198841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351841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20128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33781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200668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223385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20116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20231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1623483" y="2680065"/>
              <a:ext cx="1358187" cy="1238780"/>
            </a:xfrm>
            <a:custGeom>
              <a:avLst/>
              <a:pathLst>
                <a:path w="1358187" h="1238780">
                  <a:moveTo>
                    <a:pt x="0" y="0"/>
                  </a:moveTo>
                  <a:lnTo>
                    <a:pt x="17192" y="19966"/>
                  </a:lnTo>
                  <a:lnTo>
                    <a:pt x="34384" y="39811"/>
                  </a:lnTo>
                  <a:lnTo>
                    <a:pt x="51576" y="59512"/>
                  </a:lnTo>
                  <a:lnTo>
                    <a:pt x="68768" y="79046"/>
                  </a:lnTo>
                  <a:lnTo>
                    <a:pt x="85961" y="98388"/>
                  </a:lnTo>
                  <a:lnTo>
                    <a:pt x="103153" y="117513"/>
                  </a:lnTo>
                  <a:lnTo>
                    <a:pt x="120345" y="136396"/>
                  </a:lnTo>
                  <a:lnTo>
                    <a:pt x="137537" y="155011"/>
                  </a:lnTo>
                  <a:lnTo>
                    <a:pt x="154730" y="173330"/>
                  </a:lnTo>
                  <a:lnTo>
                    <a:pt x="171922" y="191327"/>
                  </a:lnTo>
                  <a:lnTo>
                    <a:pt x="189114" y="208972"/>
                  </a:lnTo>
                  <a:lnTo>
                    <a:pt x="206306" y="226239"/>
                  </a:lnTo>
                  <a:lnTo>
                    <a:pt x="223499" y="243096"/>
                  </a:lnTo>
                  <a:lnTo>
                    <a:pt x="240691" y="259515"/>
                  </a:lnTo>
                  <a:lnTo>
                    <a:pt x="257883" y="275467"/>
                  </a:lnTo>
                  <a:lnTo>
                    <a:pt x="275075" y="290921"/>
                  </a:lnTo>
                  <a:lnTo>
                    <a:pt x="292268" y="305849"/>
                  </a:lnTo>
                  <a:lnTo>
                    <a:pt x="309460" y="320222"/>
                  </a:lnTo>
                  <a:lnTo>
                    <a:pt x="326652" y="334012"/>
                  </a:lnTo>
                  <a:lnTo>
                    <a:pt x="343844" y="347195"/>
                  </a:lnTo>
                  <a:lnTo>
                    <a:pt x="361037" y="359746"/>
                  </a:lnTo>
                  <a:lnTo>
                    <a:pt x="378229" y="371644"/>
                  </a:lnTo>
                  <a:lnTo>
                    <a:pt x="395421" y="382871"/>
                  </a:lnTo>
                  <a:lnTo>
                    <a:pt x="412613" y="393413"/>
                  </a:lnTo>
                  <a:lnTo>
                    <a:pt x="429806" y="403260"/>
                  </a:lnTo>
                  <a:lnTo>
                    <a:pt x="446998" y="412406"/>
                  </a:lnTo>
                  <a:lnTo>
                    <a:pt x="464190" y="420849"/>
                  </a:lnTo>
                  <a:lnTo>
                    <a:pt x="481382" y="428594"/>
                  </a:lnTo>
                  <a:lnTo>
                    <a:pt x="498575" y="435650"/>
                  </a:lnTo>
                  <a:lnTo>
                    <a:pt x="515767" y="442028"/>
                  </a:lnTo>
                  <a:lnTo>
                    <a:pt x="532959" y="447747"/>
                  </a:lnTo>
                  <a:lnTo>
                    <a:pt x="550151" y="452828"/>
                  </a:lnTo>
                  <a:lnTo>
                    <a:pt x="567344" y="457293"/>
                  </a:lnTo>
                  <a:lnTo>
                    <a:pt x="584536" y="461169"/>
                  </a:lnTo>
                  <a:lnTo>
                    <a:pt x="601728" y="464485"/>
                  </a:lnTo>
                  <a:lnTo>
                    <a:pt x="618920" y="467269"/>
                  </a:lnTo>
                  <a:lnTo>
                    <a:pt x="636113" y="469551"/>
                  </a:lnTo>
                  <a:lnTo>
                    <a:pt x="653305" y="471361"/>
                  </a:lnTo>
                  <a:lnTo>
                    <a:pt x="670497" y="472729"/>
                  </a:lnTo>
                  <a:lnTo>
                    <a:pt x="687689" y="473681"/>
                  </a:lnTo>
                  <a:lnTo>
                    <a:pt x="704882" y="474247"/>
                  </a:lnTo>
                  <a:lnTo>
                    <a:pt x="722074" y="474452"/>
                  </a:lnTo>
                  <a:lnTo>
                    <a:pt x="739266" y="474321"/>
                  </a:lnTo>
                  <a:lnTo>
                    <a:pt x="756458" y="473878"/>
                  </a:lnTo>
                  <a:lnTo>
                    <a:pt x="773651" y="473144"/>
                  </a:lnTo>
                  <a:lnTo>
                    <a:pt x="790843" y="472140"/>
                  </a:lnTo>
                  <a:lnTo>
                    <a:pt x="808035" y="470886"/>
                  </a:lnTo>
                  <a:lnTo>
                    <a:pt x="825227" y="469398"/>
                  </a:lnTo>
                  <a:lnTo>
                    <a:pt x="842420" y="467693"/>
                  </a:lnTo>
                  <a:lnTo>
                    <a:pt x="859612" y="465786"/>
                  </a:lnTo>
                  <a:lnTo>
                    <a:pt x="876804" y="463690"/>
                  </a:lnTo>
                  <a:lnTo>
                    <a:pt x="893996" y="461420"/>
                  </a:lnTo>
                  <a:lnTo>
                    <a:pt x="911189" y="458985"/>
                  </a:lnTo>
                  <a:lnTo>
                    <a:pt x="928381" y="456398"/>
                  </a:lnTo>
                  <a:lnTo>
                    <a:pt x="945573" y="453668"/>
                  </a:lnTo>
                  <a:lnTo>
                    <a:pt x="962765" y="450803"/>
                  </a:lnTo>
                  <a:lnTo>
                    <a:pt x="979957" y="447814"/>
                  </a:lnTo>
                  <a:lnTo>
                    <a:pt x="997150" y="444706"/>
                  </a:lnTo>
                  <a:lnTo>
                    <a:pt x="1014342" y="441488"/>
                  </a:lnTo>
                  <a:lnTo>
                    <a:pt x="1031534" y="438165"/>
                  </a:lnTo>
                  <a:lnTo>
                    <a:pt x="1048726" y="434745"/>
                  </a:lnTo>
                  <a:lnTo>
                    <a:pt x="1065919" y="431232"/>
                  </a:lnTo>
                  <a:lnTo>
                    <a:pt x="1083111" y="427631"/>
                  </a:lnTo>
                  <a:lnTo>
                    <a:pt x="1100303" y="423948"/>
                  </a:lnTo>
                  <a:lnTo>
                    <a:pt x="1117495" y="420187"/>
                  </a:lnTo>
                  <a:lnTo>
                    <a:pt x="1134688" y="416351"/>
                  </a:lnTo>
                  <a:lnTo>
                    <a:pt x="1151880" y="412445"/>
                  </a:lnTo>
                  <a:lnTo>
                    <a:pt x="1169072" y="408473"/>
                  </a:lnTo>
                  <a:lnTo>
                    <a:pt x="1186264" y="404437"/>
                  </a:lnTo>
                  <a:lnTo>
                    <a:pt x="1203457" y="400340"/>
                  </a:lnTo>
                  <a:lnTo>
                    <a:pt x="1220649" y="396186"/>
                  </a:lnTo>
                  <a:lnTo>
                    <a:pt x="1237841" y="391977"/>
                  </a:lnTo>
                  <a:lnTo>
                    <a:pt x="1255033" y="387715"/>
                  </a:lnTo>
                  <a:lnTo>
                    <a:pt x="1272226" y="383403"/>
                  </a:lnTo>
                  <a:lnTo>
                    <a:pt x="1289418" y="379044"/>
                  </a:lnTo>
                  <a:lnTo>
                    <a:pt x="1306610" y="374638"/>
                  </a:lnTo>
                  <a:lnTo>
                    <a:pt x="1323802" y="370188"/>
                  </a:lnTo>
                  <a:lnTo>
                    <a:pt x="1340995" y="365697"/>
                  </a:lnTo>
                  <a:lnTo>
                    <a:pt x="1358187" y="361164"/>
                  </a:lnTo>
                  <a:lnTo>
                    <a:pt x="1358187" y="1238780"/>
                  </a:lnTo>
                  <a:lnTo>
                    <a:pt x="1340995" y="1234529"/>
                  </a:lnTo>
                  <a:lnTo>
                    <a:pt x="1323802" y="1230151"/>
                  </a:lnTo>
                  <a:lnTo>
                    <a:pt x="1306610" y="1225643"/>
                  </a:lnTo>
                  <a:lnTo>
                    <a:pt x="1289418" y="1221002"/>
                  </a:lnTo>
                  <a:lnTo>
                    <a:pt x="1272226" y="1216226"/>
                  </a:lnTo>
                  <a:lnTo>
                    <a:pt x="1255033" y="1211312"/>
                  </a:lnTo>
                  <a:lnTo>
                    <a:pt x="1237841" y="1206257"/>
                  </a:lnTo>
                  <a:lnTo>
                    <a:pt x="1220649" y="1201060"/>
                  </a:lnTo>
                  <a:lnTo>
                    <a:pt x="1203457" y="1195719"/>
                  </a:lnTo>
                  <a:lnTo>
                    <a:pt x="1186264" y="1190231"/>
                  </a:lnTo>
                  <a:lnTo>
                    <a:pt x="1169072" y="1184593"/>
                  </a:lnTo>
                  <a:lnTo>
                    <a:pt x="1151880" y="1178806"/>
                  </a:lnTo>
                  <a:lnTo>
                    <a:pt x="1134688" y="1172867"/>
                  </a:lnTo>
                  <a:lnTo>
                    <a:pt x="1117495" y="1166774"/>
                  </a:lnTo>
                  <a:lnTo>
                    <a:pt x="1100303" y="1160527"/>
                  </a:lnTo>
                  <a:lnTo>
                    <a:pt x="1083111" y="1154126"/>
                  </a:lnTo>
                  <a:lnTo>
                    <a:pt x="1065919" y="1147569"/>
                  </a:lnTo>
                  <a:lnTo>
                    <a:pt x="1048726" y="1140857"/>
                  </a:lnTo>
                  <a:lnTo>
                    <a:pt x="1031534" y="1133989"/>
                  </a:lnTo>
                  <a:lnTo>
                    <a:pt x="1014342" y="1126968"/>
                  </a:lnTo>
                  <a:lnTo>
                    <a:pt x="997150" y="1119794"/>
                  </a:lnTo>
                  <a:lnTo>
                    <a:pt x="979957" y="1112470"/>
                  </a:lnTo>
                  <a:lnTo>
                    <a:pt x="962765" y="1104997"/>
                  </a:lnTo>
                  <a:lnTo>
                    <a:pt x="945573" y="1097380"/>
                  </a:lnTo>
                  <a:lnTo>
                    <a:pt x="928381" y="1089621"/>
                  </a:lnTo>
                  <a:lnTo>
                    <a:pt x="911189" y="1081727"/>
                  </a:lnTo>
                  <a:lnTo>
                    <a:pt x="893996" y="1073703"/>
                  </a:lnTo>
                  <a:lnTo>
                    <a:pt x="876804" y="1065555"/>
                  </a:lnTo>
                  <a:lnTo>
                    <a:pt x="859612" y="1057292"/>
                  </a:lnTo>
                  <a:lnTo>
                    <a:pt x="842420" y="1048922"/>
                  </a:lnTo>
                  <a:lnTo>
                    <a:pt x="825227" y="1040456"/>
                  </a:lnTo>
                  <a:lnTo>
                    <a:pt x="808035" y="1031907"/>
                  </a:lnTo>
                  <a:lnTo>
                    <a:pt x="790843" y="1023286"/>
                  </a:lnTo>
                  <a:lnTo>
                    <a:pt x="773651" y="1014608"/>
                  </a:lnTo>
                  <a:lnTo>
                    <a:pt x="756458" y="1005891"/>
                  </a:lnTo>
                  <a:lnTo>
                    <a:pt x="739266" y="997153"/>
                  </a:lnTo>
                  <a:lnTo>
                    <a:pt x="722074" y="988412"/>
                  </a:lnTo>
                  <a:lnTo>
                    <a:pt x="704882" y="979692"/>
                  </a:lnTo>
                  <a:lnTo>
                    <a:pt x="687689" y="971014"/>
                  </a:lnTo>
                  <a:lnTo>
                    <a:pt x="670497" y="962406"/>
                  </a:lnTo>
                  <a:lnTo>
                    <a:pt x="653305" y="953892"/>
                  </a:lnTo>
                  <a:lnTo>
                    <a:pt x="636113" y="945502"/>
                  </a:lnTo>
                  <a:lnTo>
                    <a:pt x="618920" y="937264"/>
                  </a:lnTo>
                  <a:lnTo>
                    <a:pt x="601728" y="929210"/>
                  </a:lnTo>
                  <a:lnTo>
                    <a:pt x="584536" y="921368"/>
                  </a:lnTo>
                  <a:lnTo>
                    <a:pt x="567344" y="913771"/>
                  </a:lnTo>
                  <a:lnTo>
                    <a:pt x="550151" y="906446"/>
                  </a:lnTo>
                  <a:lnTo>
                    <a:pt x="532959" y="899423"/>
                  </a:lnTo>
                  <a:lnTo>
                    <a:pt x="515767" y="892729"/>
                  </a:lnTo>
                  <a:lnTo>
                    <a:pt x="498575" y="886386"/>
                  </a:lnTo>
                  <a:lnTo>
                    <a:pt x="481382" y="880416"/>
                  </a:lnTo>
                  <a:lnTo>
                    <a:pt x="464190" y="874836"/>
                  </a:lnTo>
                  <a:lnTo>
                    <a:pt x="446998" y="869660"/>
                  </a:lnTo>
                  <a:lnTo>
                    <a:pt x="429806" y="864895"/>
                  </a:lnTo>
                  <a:lnTo>
                    <a:pt x="412613" y="860546"/>
                  </a:lnTo>
                  <a:lnTo>
                    <a:pt x="395421" y="856615"/>
                  </a:lnTo>
                  <a:lnTo>
                    <a:pt x="378229" y="853096"/>
                  </a:lnTo>
                  <a:lnTo>
                    <a:pt x="361037" y="849984"/>
                  </a:lnTo>
                  <a:lnTo>
                    <a:pt x="343844" y="847268"/>
                  </a:lnTo>
                  <a:lnTo>
                    <a:pt x="326652" y="844934"/>
                  </a:lnTo>
                  <a:lnTo>
                    <a:pt x="309460" y="842968"/>
                  </a:lnTo>
                  <a:lnTo>
                    <a:pt x="292268" y="841354"/>
                  </a:lnTo>
                  <a:lnTo>
                    <a:pt x="275075" y="840072"/>
                  </a:lnTo>
                  <a:lnTo>
                    <a:pt x="257883" y="839106"/>
                  </a:lnTo>
                  <a:lnTo>
                    <a:pt x="240691" y="838436"/>
                  </a:lnTo>
                  <a:lnTo>
                    <a:pt x="223499" y="838043"/>
                  </a:lnTo>
                  <a:lnTo>
                    <a:pt x="206306" y="837911"/>
                  </a:lnTo>
                  <a:lnTo>
                    <a:pt x="189114" y="838020"/>
                  </a:lnTo>
                  <a:lnTo>
                    <a:pt x="171922" y="838354"/>
                  </a:lnTo>
                  <a:lnTo>
                    <a:pt x="154730" y="838896"/>
                  </a:lnTo>
                  <a:lnTo>
                    <a:pt x="137537" y="839632"/>
                  </a:lnTo>
                  <a:lnTo>
                    <a:pt x="120345" y="840546"/>
                  </a:lnTo>
                  <a:lnTo>
                    <a:pt x="103153" y="841625"/>
                  </a:lnTo>
                  <a:lnTo>
                    <a:pt x="85961" y="842857"/>
                  </a:lnTo>
                  <a:lnTo>
                    <a:pt x="68768" y="844229"/>
                  </a:lnTo>
                  <a:lnTo>
                    <a:pt x="51576" y="845730"/>
                  </a:lnTo>
                  <a:lnTo>
                    <a:pt x="34384" y="847351"/>
                  </a:lnTo>
                  <a:lnTo>
                    <a:pt x="17192" y="849081"/>
                  </a:lnTo>
                  <a:lnTo>
                    <a:pt x="0" y="850912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623483" y="2680065"/>
              <a:ext cx="1358187" cy="474452"/>
            </a:xfrm>
            <a:custGeom>
              <a:avLst/>
              <a:pathLst>
                <a:path w="1358187" h="474452">
                  <a:moveTo>
                    <a:pt x="0" y="0"/>
                  </a:moveTo>
                  <a:lnTo>
                    <a:pt x="17192" y="19966"/>
                  </a:lnTo>
                  <a:lnTo>
                    <a:pt x="34384" y="39811"/>
                  </a:lnTo>
                  <a:lnTo>
                    <a:pt x="51576" y="59512"/>
                  </a:lnTo>
                  <a:lnTo>
                    <a:pt x="68768" y="79046"/>
                  </a:lnTo>
                  <a:lnTo>
                    <a:pt x="85961" y="98388"/>
                  </a:lnTo>
                  <a:lnTo>
                    <a:pt x="103153" y="117513"/>
                  </a:lnTo>
                  <a:lnTo>
                    <a:pt x="120345" y="136396"/>
                  </a:lnTo>
                  <a:lnTo>
                    <a:pt x="137537" y="155011"/>
                  </a:lnTo>
                  <a:lnTo>
                    <a:pt x="154730" y="173330"/>
                  </a:lnTo>
                  <a:lnTo>
                    <a:pt x="171922" y="191327"/>
                  </a:lnTo>
                  <a:lnTo>
                    <a:pt x="189114" y="208972"/>
                  </a:lnTo>
                  <a:lnTo>
                    <a:pt x="206306" y="226239"/>
                  </a:lnTo>
                  <a:lnTo>
                    <a:pt x="223499" y="243096"/>
                  </a:lnTo>
                  <a:lnTo>
                    <a:pt x="240691" y="259515"/>
                  </a:lnTo>
                  <a:lnTo>
                    <a:pt x="257883" y="275467"/>
                  </a:lnTo>
                  <a:lnTo>
                    <a:pt x="275075" y="290921"/>
                  </a:lnTo>
                  <a:lnTo>
                    <a:pt x="292268" y="305849"/>
                  </a:lnTo>
                  <a:lnTo>
                    <a:pt x="309460" y="320222"/>
                  </a:lnTo>
                  <a:lnTo>
                    <a:pt x="326652" y="334012"/>
                  </a:lnTo>
                  <a:lnTo>
                    <a:pt x="343844" y="347195"/>
                  </a:lnTo>
                  <a:lnTo>
                    <a:pt x="361037" y="359746"/>
                  </a:lnTo>
                  <a:lnTo>
                    <a:pt x="378229" y="371644"/>
                  </a:lnTo>
                  <a:lnTo>
                    <a:pt x="395421" y="382871"/>
                  </a:lnTo>
                  <a:lnTo>
                    <a:pt x="412613" y="393413"/>
                  </a:lnTo>
                  <a:lnTo>
                    <a:pt x="429806" y="403260"/>
                  </a:lnTo>
                  <a:lnTo>
                    <a:pt x="446998" y="412406"/>
                  </a:lnTo>
                  <a:lnTo>
                    <a:pt x="464190" y="420849"/>
                  </a:lnTo>
                  <a:lnTo>
                    <a:pt x="481382" y="428594"/>
                  </a:lnTo>
                  <a:lnTo>
                    <a:pt x="498575" y="435650"/>
                  </a:lnTo>
                  <a:lnTo>
                    <a:pt x="515767" y="442028"/>
                  </a:lnTo>
                  <a:lnTo>
                    <a:pt x="532959" y="447747"/>
                  </a:lnTo>
                  <a:lnTo>
                    <a:pt x="550151" y="452828"/>
                  </a:lnTo>
                  <a:lnTo>
                    <a:pt x="567344" y="457293"/>
                  </a:lnTo>
                  <a:lnTo>
                    <a:pt x="584536" y="461169"/>
                  </a:lnTo>
                  <a:lnTo>
                    <a:pt x="601728" y="464485"/>
                  </a:lnTo>
                  <a:lnTo>
                    <a:pt x="618920" y="467269"/>
                  </a:lnTo>
                  <a:lnTo>
                    <a:pt x="636113" y="469551"/>
                  </a:lnTo>
                  <a:lnTo>
                    <a:pt x="653305" y="471361"/>
                  </a:lnTo>
                  <a:lnTo>
                    <a:pt x="670497" y="472729"/>
                  </a:lnTo>
                  <a:lnTo>
                    <a:pt x="687689" y="473681"/>
                  </a:lnTo>
                  <a:lnTo>
                    <a:pt x="704882" y="474247"/>
                  </a:lnTo>
                  <a:lnTo>
                    <a:pt x="722074" y="474452"/>
                  </a:lnTo>
                  <a:lnTo>
                    <a:pt x="739266" y="474321"/>
                  </a:lnTo>
                  <a:lnTo>
                    <a:pt x="756458" y="473878"/>
                  </a:lnTo>
                  <a:lnTo>
                    <a:pt x="773651" y="473144"/>
                  </a:lnTo>
                  <a:lnTo>
                    <a:pt x="790843" y="472140"/>
                  </a:lnTo>
                  <a:lnTo>
                    <a:pt x="808035" y="470886"/>
                  </a:lnTo>
                  <a:lnTo>
                    <a:pt x="825227" y="469398"/>
                  </a:lnTo>
                  <a:lnTo>
                    <a:pt x="842420" y="467693"/>
                  </a:lnTo>
                  <a:lnTo>
                    <a:pt x="859612" y="465786"/>
                  </a:lnTo>
                  <a:lnTo>
                    <a:pt x="876804" y="463690"/>
                  </a:lnTo>
                  <a:lnTo>
                    <a:pt x="893996" y="461420"/>
                  </a:lnTo>
                  <a:lnTo>
                    <a:pt x="911189" y="458985"/>
                  </a:lnTo>
                  <a:lnTo>
                    <a:pt x="928381" y="456398"/>
                  </a:lnTo>
                  <a:lnTo>
                    <a:pt x="945573" y="453668"/>
                  </a:lnTo>
                  <a:lnTo>
                    <a:pt x="962765" y="450803"/>
                  </a:lnTo>
                  <a:lnTo>
                    <a:pt x="979957" y="447814"/>
                  </a:lnTo>
                  <a:lnTo>
                    <a:pt x="997150" y="444706"/>
                  </a:lnTo>
                  <a:lnTo>
                    <a:pt x="1014342" y="441488"/>
                  </a:lnTo>
                  <a:lnTo>
                    <a:pt x="1031534" y="438165"/>
                  </a:lnTo>
                  <a:lnTo>
                    <a:pt x="1048726" y="434745"/>
                  </a:lnTo>
                  <a:lnTo>
                    <a:pt x="1065919" y="431232"/>
                  </a:lnTo>
                  <a:lnTo>
                    <a:pt x="1083111" y="427631"/>
                  </a:lnTo>
                  <a:lnTo>
                    <a:pt x="1100303" y="423948"/>
                  </a:lnTo>
                  <a:lnTo>
                    <a:pt x="1117495" y="420187"/>
                  </a:lnTo>
                  <a:lnTo>
                    <a:pt x="1134688" y="416351"/>
                  </a:lnTo>
                  <a:lnTo>
                    <a:pt x="1151880" y="412445"/>
                  </a:lnTo>
                  <a:lnTo>
                    <a:pt x="1169072" y="408473"/>
                  </a:lnTo>
                  <a:lnTo>
                    <a:pt x="1186264" y="404437"/>
                  </a:lnTo>
                  <a:lnTo>
                    <a:pt x="1203457" y="400340"/>
                  </a:lnTo>
                  <a:lnTo>
                    <a:pt x="1220649" y="396186"/>
                  </a:lnTo>
                  <a:lnTo>
                    <a:pt x="1237841" y="391977"/>
                  </a:lnTo>
                  <a:lnTo>
                    <a:pt x="1255033" y="387715"/>
                  </a:lnTo>
                  <a:lnTo>
                    <a:pt x="1272226" y="383403"/>
                  </a:lnTo>
                  <a:lnTo>
                    <a:pt x="1289418" y="379044"/>
                  </a:lnTo>
                  <a:lnTo>
                    <a:pt x="1306610" y="374638"/>
                  </a:lnTo>
                  <a:lnTo>
                    <a:pt x="1323802" y="370188"/>
                  </a:lnTo>
                  <a:lnTo>
                    <a:pt x="1340995" y="365697"/>
                  </a:lnTo>
                  <a:lnTo>
                    <a:pt x="1358187" y="3611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623483" y="3517976"/>
              <a:ext cx="1358187" cy="400868"/>
            </a:xfrm>
            <a:custGeom>
              <a:avLst/>
              <a:pathLst>
                <a:path w="1358187" h="400868">
                  <a:moveTo>
                    <a:pt x="1358187" y="400868"/>
                  </a:moveTo>
                  <a:lnTo>
                    <a:pt x="1340995" y="396618"/>
                  </a:lnTo>
                  <a:lnTo>
                    <a:pt x="1323802" y="392240"/>
                  </a:lnTo>
                  <a:lnTo>
                    <a:pt x="1306610" y="387732"/>
                  </a:lnTo>
                  <a:lnTo>
                    <a:pt x="1289418" y="383091"/>
                  </a:lnTo>
                  <a:lnTo>
                    <a:pt x="1272226" y="378315"/>
                  </a:lnTo>
                  <a:lnTo>
                    <a:pt x="1255033" y="373400"/>
                  </a:lnTo>
                  <a:lnTo>
                    <a:pt x="1237841" y="368346"/>
                  </a:lnTo>
                  <a:lnTo>
                    <a:pt x="1220649" y="363149"/>
                  </a:lnTo>
                  <a:lnTo>
                    <a:pt x="1203457" y="357808"/>
                  </a:lnTo>
                  <a:lnTo>
                    <a:pt x="1186264" y="352319"/>
                  </a:lnTo>
                  <a:lnTo>
                    <a:pt x="1169072" y="346682"/>
                  </a:lnTo>
                  <a:lnTo>
                    <a:pt x="1151880" y="340895"/>
                  </a:lnTo>
                  <a:lnTo>
                    <a:pt x="1134688" y="334955"/>
                  </a:lnTo>
                  <a:lnTo>
                    <a:pt x="1117495" y="328863"/>
                  </a:lnTo>
                  <a:lnTo>
                    <a:pt x="1100303" y="322616"/>
                  </a:lnTo>
                  <a:lnTo>
                    <a:pt x="1083111" y="316215"/>
                  </a:lnTo>
                  <a:lnTo>
                    <a:pt x="1065919" y="309658"/>
                  </a:lnTo>
                  <a:lnTo>
                    <a:pt x="1048726" y="302945"/>
                  </a:lnTo>
                  <a:lnTo>
                    <a:pt x="1031534" y="296078"/>
                  </a:lnTo>
                  <a:lnTo>
                    <a:pt x="1014342" y="289057"/>
                  </a:lnTo>
                  <a:lnTo>
                    <a:pt x="997150" y="281883"/>
                  </a:lnTo>
                  <a:lnTo>
                    <a:pt x="979957" y="274559"/>
                  </a:lnTo>
                  <a:lnTo>
                    <a:pt x="962765" y="267086"/>
                  </a:lnTo>
                  <a:lnTo>
                    <a:pt x="945573" y="259468"/>
                  </a:lnTo>
                  <a:lnTo>
                    <a:pt x="928381" y="251710"/>
                  </a:lnTo>
                  <a:lnTo>
                    <a:pt x="911189" y="243816"/>
                  </a:lnTo>
                  <a:lnTo>
                    <a:pt x="893996" y="235791"/>
                  </a:lnTo>
                  <a:lnTo>
                    <a:pt x="876804" y="227644"/>
                  </a:lnTo>
                  <a:lnTo>
                    <a:pt x="859612" y="219380"/>
                  </a:lnTo>
                  <a:lnTo>
                    <a:pt x="842420" y="211011"/>
                  </a:lnTo>
                  <a:lnTo>
                    <a:pt x="825227" y="202545"/>
                  </a:lnTo>
                  <a:lnTo>
                    <a:pt x="808035" y="193995"/>
                  </a:lnTo>
                  <a:lnTo>
                    <a:pt x="790843" y="185374"/>
                  </a:lnTo>
                  <a:lnTo>
                    <a:pt x="773651" y="176697"/>
                  </a:lnTo>
                  <a:lnTo>
                    <a:pt x="756458" y="167980"/>
                  </a:lnTo>
                  <a:lnTo>
                    <a:pt x="739266" y="159241"/>
                  </a:lnTo>
                  <a:lnTo>
                    <a:pt x="722074" y="150501"/>
                  </a:lnTo>
                  <a:lnTo>
                    <a:pt x="704882" y="141780"/>
                  </a:lnTo>
                  <a:lnTo>
                    <a:pt x="687689" y="133103"/>
                  </a:lnTo>
                  <a:lnTo>
                    <a:pt x="670497" y="124494"/>
                  </a:lnTo>
                  <a:lnTo>
                    <a:pt x="653305" y="115981"/>
                  </a:lnTo>
                  <a:lnTo>
                    <a:pt x="636113" y="107591"/>
                  </a:lnTo>
                  <a:lnTo>
                    <a:pt x="618920" y="99353"/>
                  </a:lnTo>
                  <a:lnTo>
                    <a:pt x="601728" y="91299"/>
                  </a:lnTo>
                  <a:lnTo>
                    <a:pt x="584536" y="83457"/>
                  </a:lnTo>
                  <a:lnTo>
                    <a:pt x="567344" y="75859"/>
                  </a:lnTo>
                  <a:lnTo>
                    <a:pt x="550151" y="68535"/>
                  </a:lnTo>
                  <a:lnTo>
                    <a:pt x="532959" y="61512"/>
                  </a:lnTo>
                  <a:lnTo>
                    <a:pt x="515767" y="54817"/>
                  </a:lnTo>
                  <a:lnTo>
                    <a:pt x="498575" y="48475"/>
                  </a:lnTo>
                  <a:lnTo>
                    <a:pt x="481382" y="42505"/>
                  </a:lnTo>
                  <a:lnTo>
                    <a:pt x="464190" y="36925"/>
                  </a:lnTo>
                  <a:lnTo>
                    <a:pt x="446998" y="31748"/>
                  </a:lnTo>
                  <a:lnTo>
                    <a:pt x="429806" y="26983"/>
                  </a:lnTo>
                  <a:lnTo>
                    <a:pt x="412613" y="22635"/>
                  </a:lnTo>
                  <a:lnTo>
                    <a:pt x="395421" y="18703"/>
                  </a:lnTo>
                  <a:lnTo>
                    <a:pt x="378229" y="15185"/>
                  </a:lnTo>
                  <a:lnTo>
                    <a:pt x="361037" y="12073"/>
                  </a:lnTo>
                  <a:lnTo>
                    <a:pt x="343844" y="9357"/>
                  </a:lnTo>
                  <a:lnTo>
                    <a:pt x="326652" y="7023"/>
                  </a:lnTo>
                  <a:lnTo>
                    <a:pt x="309460" y="5057"/>
                  </a:lnTo>
                  <a:lnTo>
                    <a:pt x="292268" y="3442"/>
                  </a:lnTo>
                  <a:lnTo>
                    <a:pt x="275075" y="2161"/>
                  </a:lnTo>
                  <a:lnTo>
                    <a:pt x="257883" y="1195"/>
                  </a:lnTo>
                  <a:lnTo>
                    <a:pt x="240691" y="524"/>
                  </a:lnTo>
                  <a:lnTo>
                    <a:pt x="223499" y="132"/>
                  </a:lnTo>
                  <a:lnTo>
                    <a:pt x="206306" y="0"/>
                  </a:lnTo>
                  <a:lnTo>
                    <a:pt x="189114" y="109"/>
                  </a:lnTo>
                  <a:lnTo>
                    <a:pt x="171922" y="443"/>
                  </a:lnTo>
                  <a:lnTo>
                    <a:pt x="154730" y="985"/>
                  </a:lnTo>
                  <a:lnTo>
                    <a:pt x="137537" y="1721"/>
                  </a:lnTo>
                  <a:lnTo>
                    <a:pt x="120345" y="2635"/>
                  </a:lnTo>
                  <a:lnTo>
                    <a:pt x="103153" y="3714"/>
                  </a:lnTo>
                  <a:lnTo>
                    <a:pt x="85961" y="4946"/>
                  </a:lnTo>
                  <a:lnTo>
                    <a:pt x="68768" y="6318"/>
                  </a:lnTo>
                  <a:lnTo>
                    <a:pt x="51576" y="7819"/>
                  </a:lnTo>
                  <a:lnTo>
                    <a:pt x="34384" y="9440"/>
                  </a:lnTo>
                  <a:lnTo>
                    <a:pt x="17192" y="11170"/>
                  </a:lnTo>
                  <a:lnTo>
                    <a:pt x="0" y="130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623483" y="3150783"/>
              <a:ext cx="1358187" cy="497453"/>
            </a:xfrm>
            <a:custGeom>
              <a:avLst/>
              <a:pathLst>
                <a:path w="1358187" h="497453">
                  <a:moveTo>
                    <a:pt x="0" y="0"/>
                  </a:moveTo>
                  <a:lnTo>
                    <a:pt x="17192" y="7871"/>
                  </a:lnTo>
                  <a:lnTo>
                    <a:pt x="34384" y="15710"/>
                  </a:lnTo>
                  <a:lnTo>
                    <a:pt x="51576" y="23516"/>
                  </a:lnTo>
                  <a:lnTo>
                    <a:pt x="68768" y="31290"/>
                  </a:lnTo>
                  <a:lnTo>
                    <a:pt x="85961" y="39030"/>
                  </a:lnTo>
                  <a:lnTo>
                    <a:pt x="103153" y="46736"/>
                  </a:lnTo>
                  <a:lnTo>
                    <a:pt x="120345" y="54407"/>
                  </a:lnTo>
                  <a:lnTo>
                    <a:pt x="137537" y="62044"/>
                  </a:lnTo>
                  <a:lnTo>
                    <a:pt x="154730" y="69645"/>
                  </a:lnTo>
                  <a:lnTo>
                    <a:pt x="171922" y="77210"/>
                  </a:lnTo>
                  <a:lnTo>
                    <a:pt x="189114" y="84738"/>
                  </a:lnTo>
                  <a:lnTo>
                    <a:pt x="206306" y="92230"/>
                  </a:lnTo>
                  <a:lnTo>
                    <a:pt x="223499" y="99684"/>
                  </a:lnTo>
                  <a:lnTo>
                    <a:pt x="240691" y="107101"/>
                  </a:lnTo>
                  <a:lnTo>
                    <a:pt x="257883" y="114480"/>
                  </a:lnTo>
                  <a:lnTo>
                    <a:pt x="275075" y="121820"/>
                  </a:lnTo>
                  <a:lnTo>
                    <a:pt x="292268" y="129122"/>
                  </a:lnTo>
                  <a:lnTo>
                    <a:pt x="309460" y="136384"/>
                  </a:lnTo>
                  <a:lnTo>
                    <a:pt x="326652" y="143607"/>
                  </a:lnTo>
                  <a:lnTo>
                    <a:pt x="343844" y="150790"/>
                  </a:lnTo>
                  <a:lnTo>
                    <a:pt x="361037" y="157932"/>
                  </a:lnTo>
                  <a:lnTo>
                    <a:pt x="378229" y="165034"/>
                  </a:lnTo>
                  <a:lnTo>
                    <a:pt x="395421" y="172096"/>
                  </a:lnTo>
                  <a:lnTo>
                    <a:pt x="412613" y="179116"/>
                  </a:lnTo>
                  <a:lnTo>
                    <a:pt x="429806" y="186094"/>
                  </a:lnTo>
                  <a:lnTo>
                    <a:pt x="446998" y="193031"/>
                  </a:lnTo>
                  <a:lnTo>
                    <a:pt x="464190" y="199926"/>
                  </a:lnTo>
                  <a:lnTo>
                    <a:pt x="481382" y="206779"/>
                  </a:lnTo>
                  <a:lnTo>
                    <a:pt x="498575" y="213589"/>
                  </a:lnTo>
                  <a:lnTo>
                    <a:pt x="515767" y="220356"/>
                  </a:lnTo>
                  <a:lnTo>
                    <a:pt x="532959" y="227081"/>
                  </a:lnTo>
                  <a:lnTo>
                    <a:pt x="550151" y="233762"/>
                  </a:lnTo>
                  <a:lnTo>
                    <a:pt x="567344" y="240400"/>
                  </a:lnTo>
                  <a:lnTo>
                    <a:pt x="584536" y="246995"/>
                  </a:lnTo>
                  <a:lnTo>
                    <a:pt x="601728" y="253545"/>
                  </a:lnTo>
                  <a:lnTo>
                    <a:pt x="618920" y="260052"/>
                  </a:lnTo>
                  <a:lnTo>
                    <a:pt x="636113" y="266515"/>
                  </a:lnTo>
                  <a:lnTo>
                    <a:pt x="653305" y="272934"/>
                  </a:lnTo>
                  <a:lnTo>
                    <a:pt x="670497" y="279308"/>
                  </a:lnTo>
                  <a:lnTo>
                    <a:pt x="687689" y="285637"/>
                  </a:lnTo>
                  <a:lnTo>
                    <a:pt x="704882" y="291923"/>
                  </a:lnTo>
                  <a:lnTo>
                    <a:pt x="722074" y="298163"/>
                  </a:lnTo>
                  <a:lnTo>
                    <a:pt x="739266" y="304359"/>
                  </a:lnTo>
                  <a:lnTo>
                    <a:pt x="756458" y="310509"/>
                  </a:lnTo>
                  <a:lnTo>
                    <a:pt x="773651" y="316615"/>
                  </a:lnTo>
                  <a:lnTo>
                    <a:pt x="790843" y="322676"/>
                  </a:lnTo>
                  <a:lnTo>
                    <a:pt x="808035" y="328691"/>
                  </a:lnTo>
                  <a:lnTo>
                    <a:pt x="825227" y="334662"/>
                  </a:lnTo>
                  <a:lnTo>
                    <a:pt x="842420" y="340587"/>
                  </a:lnTo>
                  <a:lnTo>
                    <a:pt x="859612" y="346467"/>
                  </a:lnTo>
                  <a:lnTo>
                    <a:pt x="876804" y="352302"/>
                  </a:lnTo>
                  <a:lnTo>
                    <a:pt x="893996" y="358092"/>
                  </a:lnTo>
                  <a:lnTo>
                    <a:pt x="911189" y="363836"/>
                  </a:lnTo>
                  <a:lnTo>
                    <a:pt x="928381" y="369535"/>
                  </a:lnTo>
                  <a:lnTo>
                    <a:pt x="945573" y="375188"/>
                  </a:lnTo>
                  <a:lnTo>
                    <a:pt x="962765" y="380797"/>
                  </a:lnTo>
                  <a:lnTo>
                    <a:pt x="979957" y="386360"/>
                  </a:lnTo>
                  <a:lnTo>
                    <a:pt x="997150" y="391878"/>
                  </a:lnTo>
                  <a:lnTo>
                    <a:pt x="1014342" y="397351"/>
                  </a:lnTo>
                  <a:lnTo>
                    <a:pt x="1031534" y="402779"/>
                  </a:lnTo>
                  <a:lnTo>
                    <a:pt x="1048726" y="408161"/>
                  </a:lnTo>
                  <a:lnTo>
                    <a:pt x="1065919" y="413499"/>
                  </a:lnTo>
                  <a:lnTo>
                    <a:pt x="1083111" y="418792"/>
                  </a:lnTo>
                  <a:lnTo>
                    <a:pt x="1100303" y="424040"/>
                  </a:lnTo>
                  <a:lnTo>
                    <a:pt x="1117495" y="429243"/>
                  </a:lnTo>
                  <a:lnTo>
                    <a:pt x="1134688" y="434402"/>
                  </a:lnTo>
                  <a:lnTo>
                    <a:pt x="1151880" y="439516"/>
                  </a:lnTo>
                  <a:lnTo>
                    <a:pt x="1169072" y="444585"/>
                  </a:lnTo>
                  <a:lnTo>
                    <a:pt x="1186264" y="449611"/>
                  </a:lnTo>
                  <a:lnTo>
                    <a:pt x="1203457" y="454592"/>
                  </a:lnTo>
                  <a:lnTo>
                    <a:pt x="1220649" y="459529"/>
                  </a:lnTo>
                  <a:lnTo>
                    <a:pt x="1237841" y="464421"/>
                  </a:lnTo>
                  <a:lnTo>
                    <a:pt x="1255033" y="469271"/>
                  </a:lnTo>
                  <a:lnTo>
                    <a:pt x="1272226" y="474076"/>
                  </a:lnTo>
                  <a:lnTo>
                    <a:pt x="1289418" y="478838"/>
                  </a:lnTo>
                  <a:lnTo>
                    <a:pt x="1306610" y="483556"/>
                  </a:lnTo>
                  <a:lnTo>
                    <a:pt x="1323802" y="488232"/>
                  </a:lnTo>
                  <a:lnTo>
                    <a:pt x="1340995" y="492864"/>
                  </a:lnTo>
                  <a:lnTo>
                    <a:pt x="1358187" y="497453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2017917" y="1559447"/>
              <a:ext cx="3504842" cy="1231988"/>
            </a:xfrm>
            <a:custGeom>
              <a:avLst/>
              <a:pathLst>
                <a:path w="3504842" h="1231988">
                  <a:moveTo>
                    <a:pt x="0" y="402794"/>
                  </a:moveTo>
                  <a:lnTo>
                    <a:pt x="44365" y="401404"/>
                  </a:lnTo>
                  <a:lnTo>
                    <a:pt x="88730" y="399879"/>
                  </a:lnTo>
                  <a:lnTo>
                    <a:pt x="133095" y="398206"/>
                  </a:lnTo>
                  <a:lnTo>
                    <a:pt x="177460" y="396378"/>
                  </a:lnTo>
                  <a:lnTo>
                    <a:pt x="221825" y="394383"/>
                  </a:lnTo>
                  <a:lnTo>
                    <a:pt x="266190" y="392209"/>
                  </a:lnTo>
                  <a:lnTo>
                    <a:pt x="310555" y="389846"/>
                  </a:lnTo>
                  <a:lnTo>
                    <a:pt x="354920" y="387280"/>
                  </a:lnTo>
                  <a:lnTo>
                    <a:pt x="399285" y="384498"/>
                  </a:lnTo>
                  <a:lnTo>
                    <a:pt x="443650" y="381489"/>
                  </a:lnTo>
                  <a:lnTo>
                    <a:pt x="488016" y="378238"/>
                  </a:lnTo>
                  <a:lnTo>
                    <a:pt x="532381" y="374733"/>
                  </a:lnTo>
                  <a:lnTo>
                    <a:pt x="576746" y="370962"/>
                  </a:lnTo>
                  <a:lnTo>
                    <a:pt x="621111" y="366913"/>
                  </a:lnTo>
                  <a:lnTo>
                    <a:pt x="665476" y="362574"/>
                  </a:lnTo>
                  <a:lnTo>
                    <a:pt x="709841" y="357937"/>
                  </a:lnTo>
                  <a:lnTo>
                    <a:pt x="754206" y="352994"/>
                  </a:lnTo>
                  <a:lnTo>
                    <a:pt x="798571" y="347740"/>
                  </a:lnTo>
                  <a:lnTo>
                    <a:pt x="842936" y="342173"/>
                  </a:lnTo>
                  <a:lnTo>
                    <a:pt x="887301" y="336293"/>
                  </a:lnTo>
                  <a:lnTo>
                    <a:pt x="931666" y="330105"/>
                  </a:lnTo>
                  <a:lnTo>
                    <a:pt x="976032" y="323615"/>
                  </a:lnTo>
                  <a:lnTo>
                    <a:pt x="1020397" y="316837"/>
                  </a:lnTo>
                  <a:lnTo>
                    <a:pt x="1064762" y="309785"/>
                  </a:lnTo>
                  <a:lnTo>
                    <a:pt x="1109127" y="302477"/>
                  </a:lnTo>
                  <a:lnTo>
                    <a:pt x="1153492" y="294937"/>
                  </a:lnTo>
                  <a:lnTo>
                    <a:pt x="1197857" y="287187"/>
                  </a:lnTo>
                  <a:lnTo>
                    <a:pt x="1242222" y="279256"/>
                  </a:lnTo>
                  <a:lnTo>
                    <a:pt x="1286587" y="271172"/>
                  </a:lnTo>
                  <a:lnTo>
                    <a:pt x="1330952" y="262964"/>
                  </a:lnTo>
                  <a:lnTo>
                    <a:pt x="1375317" y="254662"/>
                  </a:lnTo>
                  <a:lnTo>
                    <a:pt x="1419683" y="246296"/>
                  </a:lnTo>
                  <a:lnTo>
                    <a:pt x="1464048" y="237894"/>
                  </a:lnTo>
                  <a:lnTo>
                    <a:pt x="1508413" y="229486"/>
                  </a:lnTo>
                  <a:lnTo>
                    <a:pt x="1552778" y="221096"/>
                  </a:lnTo>
                  <a:lnTo>
                    <a:pt x="1597143" y="212750"/>
                  </a:lnTo>
                  <a:lnTo>
                    <a:pt x="1641508" y="204470"/>
                  </a:lnTo>
                  <a:lnTo>
                    <a:pt x="1685873" y="196277"/>
                  </a:lnTo>
                  <a:lnTo>
                    <a:pt x="1730238" y="188190"/>
                  </a:lnTo>
                  <a:lnTo>
                    <a:pt x="1774603" y="180224"/>
                  </a:lnTo>
                  <a:lnTo>
                    <a:pt x="1818968" y="172394"/>
                  </a:lnTo>
                  <a:lnTo>
                    <a:pt x="1863333" y="164713"/>
                  </a:lnTo>
                  <a:lnTo>
                    <a:pt x="1907699" y="157192"/>
                  </a:lnTo>
                  <a:lnTo>
                    <a:pt x="1952064" y="149838"/>
                  </a:lnTo>
                  <a:lnTo>
                    <a:pt x="1996429" y="142659"/>
                  </a:lnTo>
                  <a:lnTo>
                    <a:pt x="2040794" y="135662"/>
                  </a:lnTo>
                  <a:lnTo>
                    <a:pt x="2085159" y="128850"/>
                  </a:lnTo>
                  <a:lnTo>
                    <a:pt x="2129524" y="122227"/>
                  </a:lnTo>
                  <a:lnTo>
                    <a:pt x="2173889" y="115794"/>
                  </a:lnTo>
                  <a:lnTo>
                    <a:pt x="2218254" y="109553"/>
                  </a:lnTo>
                  <a:lnTo>
                    <a:pt x="2262619" y="103504"/>
                  </a:lnTo>
                  <a:lnTo>
                    <a:pt x="2306984" y="97647"/>
                  </a:lnTo>
                  <a:lnTo>
                    <a:pt x="2351350" y="91980"/>
                  </a:lnTo>
                  <a:lnTo>
                    <a:pt x="2395715" y="86501"/>
                  </a:lnTo>
                  <a:lnTo>
                    <a:pt x="2440080" y="81208"/>
                  </a:lnTo>
                  <a:lnTo>
                    <a:pt x="2484445" y="76098"/>
                  </a:lnTo>
                  <a:lnTo>
                    <a:pt x="2528810" y="71169"/>
                  </a:lnTo>
                  <a:lnTo>
                    <a:pt x="2573175" y="66416"/>
                  </a:lnTo>
                  <a:lnTo>
                    <a:pt x="2617540" y="61836"/>
                  </a:lnTo>
                  <a:lnTo>
                    <a:pt x="2661905" y="57425"/>
                  </a:lnTo>
                  <a:lnTo>
                    <a:pt x="2706270" y="53179"/>
                  </a:lnTo>
                  <a:lnTo>
                    <a:pt x="2750635" y="49093"/>
                  </a:lnTo>
                  <a:lnTo>
                    <a:pt x="2795000" y="45164"/>
                  </a:lnTo>
                  <a:lnTo>
                    <a:pt x="2839366" y="41387"/>
                  </a:lnTo>
                  <a:lnTo>
                    <a:pt x="2883731" y="37758"/>
                  </a:lnTo>
                  <a:lnTo>
                    <a:pt x="2928096" y="34271"/>
                  </a:lnTo>
                  <a:lnTo>
                    <a:pt x="2972461" y="30924"/>
                  </a:lnTo>
                  <a:lnTo>
                    <a:pt x="3016826" y="27710"/>
                  </a:lnTo>
                  <a:lnTo>
                    <a:pt x="3061191" y="24626"/>
                  </a:lnTo>
                  <a:lnTo>
                    <a:pt x="3105556" y="21667"/>
                  </a:lnTo>
                  <a:lnTo>
                    <a:pt x="3149921" y="18830"/>
                  </a:lnTo>
                  <a:lnTo>
                    <a:pt x="3194286" y="16109"/>
                  </a:lnTo>
                  <a:lnTo>
                    <a:pt x="3238651" y="13501"/>
                  </a:lnTo>
                  <a:lnTo>
                    <a:pt x="3283017" y="11002"/>
                  </a:lnTo>
                  <a:lnTo>
                    <a:pt x="3327382" y="8607"/>
                  </a:lnTo>
                  <a:lnTo>
                    <a:pt x="3371747" y="6314"/>
                  </a:lnTo>
                  <a:lnTo>
                    <a:pt x="3416112" y="4117"/>
                  </a:lnTo>
                  <a:lnTo>
                    <a:pt x="3460477" y="2013"/>
                  </a:lnTo>
                  <a:lnTo>
                    <a:pt x="3504842" y="0"/>
                  </a:lnTo>
                  <a:lnTo>
                    <a:pt x="3504842" y="612541"/>
                  </a:lnTo>
                  <a:lnTo>
                    <a:pt x="3460477" y="612007"/>
                  </a:lnTo>
                  <a:lnTo>
                    <a:pt x="3416112" y="611499"/>
                  </a:lnTo>
                  <a:lnTo>
                    <a:pt x="3371747" y="611018"/>
                  </a:lnTo>
                  <a:lnTo>
                    <a:pt x="3327382" y="610565"/>
                  </a:lnTo>
                  <a:lnTo>
                    <a:pt x="3283017" y="610141"/>
                  </a:lnTo>
                  <a:lnTo>
                    <a:pt x="3238651" y="609749"/>
                  </a:lnTo>
                  <a:lnTo>
                    <a:pt x="3194286" y="609388"/>
                  </a:lnTo>
                  <a:lnTo>
                    <a:pt x="3149921" y="609062"/>
                  </a:lnTo>
                  <a:lnTo>
                    <a:pt x="3105556" y="608772"/>
                  </a:lnTo>
                  <a:lnTo>
                    <a:pt x="3061191" y="608520"/>
                  </a:lnTo>
                  <a:lnTo>
                    <a:pt x="3016826" y="608308"/>
                  </a:lnTo>
                  <a:lnTo>
                    <a:pt x="2972461" y="608139"/>
                  </a:lnTo>
                  <a:lnTo>
                    <a:pt x="2928096" y="608014"/>
                  </a:lnTo>
                  <a:lnTo>
                    <a:pt x="2883731" y="607936"/>
                  </a:lnTo>
                  <a:lnTo>
                    <a:pt x="2839366" y="607909"/>
                  </a:lnTo>
                  <a:lnTo>
                    <a:pt x="2795000" y="607935"/>
                  </a:lnTo>
                  <a:lnTo>
                    <a:pt x="2750635" y="608017"/>
                  </a:lnTo>
                  <a:lnTo>
                    <a:pt x="2706270" y="608159"/>
                  </a:lnTo>
                  <a:lnTo>
                    <a:pt x="2661905" y="608365"/>
                  </a:lnTo>
                  <a:lnTo>
                    <a:pt x="2617540" y="608638"/>
                  </a:lnTo>
                  <a:lnTo>
                    <a:pt x="2573175" y="608984"/>
                  </a:lnTo>
                  <a:lnTo>
                    <a:pt x="2528810" y="609407"/>
                  </a:lnTo>
                  <a:lnTo>
                    <a:pt x="2484445" y="609913"/>
                  </a:lnTo>
                  <a:lnTo>
                    <a:pt x="2440080" y="610506"/>
                  </a:lnTo>
                  <a:lnTo>
                    <a:pt x="2395715" y="611194"/>
                  </a:lnTo>
                  <a:lnTo>
                    <a:pt x="2351350" y="611983"/>
                  </a:lnTo>
                  <a:lnTo>
                    <a:pt x="2306984" y="612881"/>
                  </a:lnTo>
                  <a:lnTo>
                    <a:pt x="2262619" y="613895"/>
                  </a:lnTo>
                  <a:lnTo>
                    <a:pt x="2218254" y="615034"/>
                  </a:lnTo>
                  <a:lnTo>
                    <a:pt x="2173889" y="616308"/>
                  </a:lnTo>
                  <a:lnTo>
                    <a:pt x="2129524" y="617728"/>
                  </a:lnTo>
                  <a:lnTo>
                    <a:pt x="2085159" y="619304"/>
                  </a:lnTo>
                  <a:lnTo>
                    <a:pt x="2040794" y="621049"/>
                  </a:lnTo>
                  <a:lnTo>
                    <a:pt x="1996429" y="622976"/>
                  </a:lnTo>
                  <a:lnTo>
                    <a:pt x="1952064" y="625101"/>
                  </a:lnTo>
                  <a:lnTo>
                    <a:pt x="1907699" y="627439"/>
                  </a:lnTo>
                  <a:lnTo>
                    <a:pt x="1863333" y="630008"/>
                  </a:lnTo>
                  <a:lnTo>
                    <a:pt x="1818968" y="632827"/>
                  </a:lnTo>
                  <a:lnTo>
                    <a:pt x="1774603" y="635916"/>
                  </a:lnTo>
                  <a:lnTo>
                    <a:pt x="1730238" y="639298"/>
                  </a:lnTo>
                  <a:lnTo>
                    <a:pt x="1685873" y="642997"/>
                  </a:lnTo>
                  <a:lnTo>
                    <a:pt x="1641508" y="647037"/>
                  </a:lnTo>
                  <a:lnTo>
                    <a:pt x="1597143" y="651448"/>
                  </a:lnTo>
                  <a:lnTo>
                    <a:pt x="1552778" y="656257"/>
                  </a:lnTo>
                  <a:lnTo>
                    <a:pt x="1508413" y="661496"/>
                  </a:lnTo>
                  <a:lnTo>
                    <a:pt x="1464048" y="667197"/>
                  </a:lnTo>
                  <a:lnTo>
                    <a:pt x="1419683" y="673394"/>
                  </a:lnTo>
                  <a:lnTo>
                    <a:pt x="1375317" y="680120"/>
                  </a:lnTo>
                  <a:lnTo>
                    <a:pt x="1330952" y="687410"/>
                  </a:lnTo>
                  <a:lnTo>
                    <a:pt x="1286587" y="695299"/>
                  </a:lnTo>
                  <a:lnTo>
                    <a:pt x="1242222" y="703820"/>
                  </a:lnTo>
                  <a:lnTo>
                    <a:pt x="1197857" y="713008"/>
                  </a:lnTo>
                  <a:lnTo>
                    <a:pt x="1153492" y="722892"/>
                  </a:lnTo>
                  <a:lnTo>
                    <a:pt x="1109127" y="733501"/>
                  </a:lnTo>
                  <a:lnTo>
                    <a:pt x="1064762" y="744859"/>
                  </a:lnTo>
                  <a:lnTo>
                    <a:pt x="1020397" y="756988"/>
                  </a:lnTo>
                  <a:lnTo>
                    <a:pt x="976032" y="769904"/>
                  </a:lnTo>
                  <a:lnTo>
                    <a:pt x="931666" y="783619"/>
                  </a:lnTo>
                  <a:lnTo>
                    <a:pt x="887301" y="798140"/>
                  </a:lnTo>
                  <a:lnTo>
                    <a:pt x="842936" y="813468"/>
                  </a:lnTo>
                  <a:lnTo>
                    <a:pt x="798571" y="829601"/>
                  </a:lnTo>
                  <a:lnTo>
                    <a:pt x="754206" y="846529"/>
                  </a:lnTo>
                  <a:lnTo>
                    <a:pt x="709841" y="864241"/>
                  </a:lnTo>
                  <a:lnTo>
                    <a:pt x="665476" y="882719"/>
                  </a:lnTo>
                  <a:lnTo>
                    <a:pt x="621111" y="901943"/>
                  </a:lnTo>
                  <a:lnTo>
                    <a:pt x="576746" y="921888"/>
                  </a:lnTo>
                  <a:lnTo>
                    <a:pt x="532381" y="942527"/>
                  </a:lnTo>
                  <a:lnTo>
                    <a:pt x="488016" y="963831"/>
                  </a:lnTo>
                  <a:lnTo>
                    <a:pt x="443650" y="985768"/>
                  </a:lnTo>
                  <a:lnTo>
                    <a:pt x="399285" y="1008303"/>
                  </a:lnTo>
                  <a:lnTo>
                    <a:pt x="354920" y="1031403"/>
                  </a:lnTo>
                  <a:lnTo>
                    <a:pt x="310555" y="1055031"/>
                  </a:lnTo>
                  <a:lnTo>
                    <a:pt x="266190" y="1079150"/>
                  </a:lnTo>
                  <a:lnTo>
                    <a:pt x="221825" y="1103720"/>
                  </a:lnTo>
                  <a:lnTo>
                    <a:pt x="177460" y="1128704"/>
                  </a:lnTo>
                  <a:lnTo>
                    <a:pt x="133095" y="1154063"/>
                  </a:lnTo>
                  <a:lnTo>
                    <a:pt x="88730" y="1179756"/>
                  </a:lnTo>
                  <a:lnTo>
                    <a:pt x="44365" y="1205744"/>
                  </a:lnTo>
                  <a:lnTo>
                    <a:pt x="0" y="1231988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2017917" y="1559447"/>
              <a:ext cx="3504842" cy="402794"/>
            </a:xfrm>
            <a:custGeom>
              <a:avLst/>
              <a:pathLst>
                <a:path w="3504842" h="402794">
                  <a:moveTo>
                    <a:pt x="0" y="402794"/>
                  </a:moveTo>
                  <a:lnTo>
                    <a:pt x="44365" y="401404"/>
                  </a:lnTo>
                  <a:lnTo>
                    <a:pt x="88730" y="399879"/>
                  </a:lnTo>
                  <a:lnTo>
                    <a:pt x="133095" y="398206"/>
                  </a:lnTo>
                  <a:lnTo>
                    <a:pt x="177460" y="396378"/>
                  </a:lnTo>
                  <a:lnTo>
                    <a:pt x="221825" y="394383"/>
                  </a:lnTo>
                  <a:lnTo>
                    <a:pt x="266190" y="392209"/>
                  </a:lnTo>
                  <a:lnTo>
                    <a:pt x="310555" y="389846"/>
                  </a:lnTo>
                  <a:lnTo>
                    <a:pt x="354920" y="387280"/>
                  </a:lnTo>
                  <a:lnTo>
                    <a:pt x="399285" y="384498"/>
                  </a:lnTo>
                  <a:lnTo>
                    <a:pt x="443650" y="381489"/>
                  </a:lnTo>
                  <a:lnTo>
                    <a:pt x="488016" y="378238"/>
                  </a:lnTo>
                  <a:lnTo>
                    <a:pt x="532381" y="374733"/>
                  </a:lnTo>
                  <a:lnTo>
                    <a:pt x="576746" y="370962"/>
                  </a:lnTo>
                  <a:lnTo>
                    <a:pt x="621111" y="366913"/>
                  </a:lnTo>
                  <a:lnTo>
                    <a:pt x="665476" y="362574"/>
                  </a:lnTo>
                  <a:lnTo>
                    <a:pt x="709841" y="357937"/>
                  </a:lnTo>
                  <a:lnTo>
                    <a:pt x="754206" y="352994"/>
                  </a:lnTo>
                  <a:lnTo>
                    <a:pt x="798571" y="347740"/>
                  </a:lnTo>
                  <a:lnTo>
                    <a:pt x="842936" y="342173"/>
                  </a:lnTo>
                  <a:lnTo>
                    <a:pt x="887301" y="336293"/>
                  </a:lnTo>
                  <a:lnTo>
                    <a:pt x="931666" y="330105"/>
                  </a:lnTo>
                  <a:lnTo>
                    <a:pt x="976032" y="323615"/>
                  </a:lnTo>
                  <a:lnTo>
                    <a:pt x="1020397" y="316837"/>
                  </a:lnTo>
                  <a:lnTo>
                    <a:pt x="1064762" y="309785"/>
                  </a:lnTo>
                  <a:lnTo>
                    <a:pt x="1109127" y="302477"/>
                  </a:lnTo>
                  <a:lnTo>
                    <a:pt x="1153492" y="294937"/>
                  </a:lnTo>
                  <a:lnTo>
                    <a:pt x="1197857" y="287187"/>
                  </a:lnTo>
                  <a:lnTo>
                    <a:pt x="1242222" y="279256"/>
                  </a:lnTo>
                  <a:lnTo>
                    <a:pt x="1286587" y="271172"/>
                  </a:lnTo>
                  <a:lnTo>
                    <a:pt x="1330952" y="262964"/>
                  </a:lnTo>
                  <a:lnTo>
                    <a:pt x="1375317" y="254662"/>
                  </a:lnTo>
                  <a:lnTo>
                    <a:pt x="1419683" y="246296"/>
                  </a:lnTo>
                  <a:lnTo>
                    <a:pt x="1464048" y="237894"/>
                  </a:lnTo>
                  <a:lnTo>
                    <a:pt x="1508413" y="229486"/>
                  </a:lnTo>
                  <a:lnTo>
                    <a:pt x="1552778" y="221096"/>
                  </a:lnTo>
                  <a:lnTo>
                    <a:pt x="1597143" y="212750"/>
                  </a:lnTo>
                  <a:lnTo>
                    <a:pt x="1641508" y="204470"/>
                  </a:lnTo>
                  <a:lnTo>
                    <a:pt x="1685873" y="196277"/>
                  </a:lnTo>
                  <a:lnTo>
                    <a:pt x="1730238" y="188190"/>
                  </a:lnTo>
                  <a:lnTo>
                    <a:pt x="1774603" y="180224"/>
                  </a:lnTo>
                  <a:lnTo>
                    <a:pt x="1818968" y="172394"/>
                  </a:lnTo>
                  <a:lnTo>
                    <a:pt x="1863333" y="164713"/>
                  </a:lnTo>
                  <a:lnTo>
                    <a:pt x="1907699" y="157192"/>
                  </a:lnTo>
                  <a:lnTo>
                    <a:pt x="1952064" y="149838"/>
                  </a:lnTo>
                  <a:lnTo>
                    <a:pt x="1996429" y="142659"/>
                  </a:lnTo>
                  <a:lnTo>
                    <a:pt x="2040794" y="135662"/>
                  </a:lnTo>
                  <a:lnTo>
                    <a:pt x="2085159" y="128850"/>
                  </a:lnTo>
                  <a:lnTo>
                    <a:pt x="2129524" y="122227"/>
                  </a:lnTo>
                  <a:lnTo>
                    <a:pt x="2173889" y="115794"/>
                  </a:lnTo>
                  <a:lnTo>
                    <a:pt x="2218254" y="109553"/>
                  </a:lnTo>
                  <a:lnTo>
                    <a:pt x="2262619" y="103504"/>
                  </a:lnTo>
                  <a:lnTo>
                    <a:pt x="2306984" y="97647"/>
                  </a:lnTo>
                  <a:lnTo>
                    <a:pt x="2351350" y="91980"/>
                  </a:lnTo>
                  <a:lnTo>
                    <a:pt x="2395715" y="86501"/>
                  </a:lnTo>
                  <a:lnTo>
                    <a:pt x="2440080" y="81208"/>
                  </a:lnTo>
                  <a:lnTo>
                    <a:pt x="2484445" y="76098"/>
                  </a:lnTo>
                  <a:lnTo>
                    <a:pt x="2528810" y="71169"/>
                  </a:lnTo>
                  <a:lnTo>
                    <a:pt x="2573175" y="66416"/>
                  </a:lnTo>
                  <a:lnTo>
                    <a:pt x="2617540" y="61836"/>
                  </a:lnTo>
                  <a:lnTo>
                    <a:pt x="2661905" y="57425"/>
                  </a:lnTo>
                  <a:lnTo>
                    <a:pt x="2706270" y="53179"/>
                  </a:lnTo>
                  <a:lnTo>
                    <a:pt x="2750635" y="49093"/>
                  </a:lnTo>
                  <a:lnTo>
                    <a:pt x="2795000" y="45164"/>
                  </a:lnTo>
                  <a:lnTo>
                    <a:pt x="2839366" y="41387"/>
                  </a:lnTo>
                  <a:lnTo>
                    <a:pt x="2883731" y="37758"/>
                  </a:lnTo>
                  <a:lnTo>
                    <a:pt x="2928096" y="34271"/>
                  </a:lnTo>
                  <a:lnTo>
                    <a:pt x="2972461" y="30924"/>
                  </a:lnTo>
                  <a:lnTo>
                    <a:pt x="3016826" y="27710"/>
                  </a:lnTo>
                  <a:lnTo>
                    <a:pt x="3061191" y="24626"/>
                  </a:lnTo>
                  <a:lnTo>
                    <a:pt x="3105556" y="21667"/>
                  </a:lnTo>
                  <a:lnTo>
                    <a:pt x="3149921" y="18830"/>
                  </a:lnTo>
                  <a:lnTo>
                    <a:pt x="3194286" y="16109"/>
                  </a:lnTo>
                  <a:lnTo>
                    <a:pt x="3238651" y="13501"/>
                  </a:lnTo>
                  <a:lnTo>
                    <a:pt x="3283017" y="11002"/>
                  </a:lnTo>
                  <a:lnTo>
                    <a:pt x="3327382" y="8607"/>
                  </a:lnTo>
                  <a:lnTo>
                    <a:pt x="3371747" y="6314"/>
                  </a:lnTo>
                  <a:lnTo>
                    <a:pt x="3416112" y="4117"/>
                  </a:lnTo>
                  <a:lnTo>
                    <a:pt x="3460477" y="2013"/>
                  </a:lnTo>
                  <a:lnTo>
                    <a:pt x="350484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2017917" y="2167357"/>
              <a:ext cx="3504842" cy="624079"/>
            </a:xfrm>
            <a:custGeom>
              <a:avLst/>
              <a:pathLst>
                <a:path w="3504842" h="624079">
                  <a:moveTo>
                    <a:pt x="3504842" y="4632"/>
                  </a:moveTo>
                  <a:lnTo>
                    <a:pt x="3460477" y="4098"/>
                  </a:lnTo>
                  <a:lnTo>
                    <a:pt x="3416112" y="3590"/>
                  </a:lnTo>
                  <a:lnTo>
                    <a:pt x="3371747" y="3109"/>
                  </a:lnTo>
                  <a:lnTo>
                    <a:pt x="3327382" y="2656"/>
                  </a:lnTo>
                  <a:lnTo>
                    <a:pt x="3283017" y="2232"/>
                  </a:lnTo>
                  <a:lnTo>
                    <a:pt x="3238651" y="1839"/>
                  </a:lnTo>
                  <a:lnTo>
                    <a:pt x="3194286" y="1479"/>
                  </a:lnTo>
                  <a:lnTo>
                    <a:pt x="3149921" y="1153"/>
                  </a:lnTo>
                  <a:lnTo>
                    <a:pt x="3105556" y="863"/>
                  </a:lnTo>
                  <a:lnTo>
                    <a:pt x="3061191" y="611"/>
                  </a:lnTo>
                  <a:lnTo>
                    <a:pt x="3016826" y="399"/>
                  </a:lnTo>
                  <a:lnTo>
                    <a:pt x="2972461" y="229"/>
                  </a:lnTo>
                  <a:lnTo>
                    <a:pt x="2928096" y="104"/>
                  </a:lnTo>
                  <a:lnTo>
                    <a:pt x="2883731" y="27"/>
                  </a:lnTo>
                  <a:lnTo>
                    <a:pt x="2839366" y="0"/>
                  </a:lnTo>
                  <a:lnTo>
                    <a:pt x="2795000" y="25"/>
                  </a:lnTo>
                  <a:lnTo>
                    <a:pt x="2750635" y="107"/>
                  </a:lnTo>
                  <a:lnTo>
                    <a:pt x="2706270" y="249"/>
                  </a:lnTo>
                  <a:lnTo>
                    <a:pt x="2661905" y="455"/>
                  </a:lnTo>
                  <a:lnTo>
                    <a:pt x="2617540" y="729"/>
                  </a:lnTo>
                  <a:lnTo>
                    <a:pt x="2573175" y="1075"/>
                  </a:lnTo>
                  <a:lnTo>
                    <a:pt x="2528810" y="1498"/>
                  </a:lnTo>
                  <a:lnTo>
                    <a:pt x="2484445" y="2003"/>
                  </a:lnTo>
                  <a:lnTo>
                    <a:pt x="2440080" y="2597"/>
                  </a:lnTo>
                  <a:lnTo>
                    <a:pt x="2395715" y="3285"/>
                  </a:lnTo>
                  <a:lnTo>
                    <a:pt x="2351350" y="4074"/>
                  </a:lnTo>
                  <a:lnTo>
                    <a:pt x="2306984" y="4971"/>
                  </a:lnTo>
                  <a:lnTo>
                    <a:pt x="2262619" y="5986"/>
                  </a:lnTo>
                  <a:lnTo>
                    <a:pt x="2218254" y="7125"/>
                  </a:lnTo>
                  <a:lnTo>
                    <a:pt x="2173889" y="8399"/>
                  </a:lnTo>
                  <a:lnTo>
                    <a:pt x="2129524" y="9818"/>
                  </a:lnTo>
                  <a:lnTo>
                    <a:pt x="2085159" y="11394"/>
                  </a:lnTo>
                  <a:lnTo>
                    <a:pt x="2040794" y="13139"/>
                  </a:lnTo>
                  <a:lnTo>
                    <a:pt x="1996429" y="15067"/>
                  </a:lnTo>
                  <a:lnTo>
                    <a:pt x="1952064" y="17192"/>
                  </a:lnTo>
                  <a:lnTo>
                    <a:pt x="1907699" y="19530"/>
                  </a:lnTo>
                  <a:lnTo>
                    <a:pt x="1863333" y="22099"/>
                  </a:lnTo>
                  <a:lnTo>
                    <a:pt x="1818968" y="24918"/>
                  </a:lnTo>
                  <a:lnTo>
                    <a:pt x="1774603" y="28007"/>
                  </a:lnTo>
                  <a:lnTo>
                    <a:pt x="1730238" y="31389"/>
                  </a:lnTo>
                  <a:lnTo>
                    <a:pt x="1685873" y="35087"/>
                  </a:lnTo>
                  <a:lnTo>
                    <a:pt x="1641508" y="39128"/>
                  </a:lnTo>
                  <a:lnTo>
                    <a:pt x="1597143" y="43538"/>
                  </a:lnTo>
                  <a:lnTo>
                    <a:pt x="1552778" y="48348"/>
                  </a:lnTo>
                  <a:lnTo>
                    <a:pt x="1508413" y="53587"/>
                  </a:lnTo>
                  <a:lnTo>
                    <a:pt x="1464048" y="59288"/>
                  </a:lnTo>
                  <a:lnTo>
                    <a:pt x="1419683" y="65484"/>
                  </a:lnTo>
                  <a:lnTo>
                    <a:pt x="1375317" y="72210"/>
                  </a:lnTo>
                  <a:lnTo>
                    <a:pt x="1330952" y="79500"/>
                  </a:lnTo>
                  <a:lnTo>
                    <a:pt x="1286587" y="87389"/>
                  </a:lnTo>
                  <a:lnTo>
                    <a:pt x="1242222" y="95911"/>
                  </a:lnTo>
                  <a:lnTo>
                    <a:pt x="1197857" y="105099"/>
                  </a:lnTo>
                  <a:lnTo>
                    <a:pt x="1153492" y="114983"/>
                  </a:lnTo>
                  <a:lnTo>
                    <a:pt x="1109127" y="125591"/>
                  </a:lnTo>
                  <a:lnTo>
                    <a:pt x="1064762" y="136950"/>
                  </a:lnTo>
                  <a:lnTo>
                    <a:pt x="1020397" y="149079"/>
                  </a:lnTo>
                  <a:lnTo>
                    <a:pt x="976032" y="161995"/>
                  </a:lnTo>
                  <a:lnTo>
                    <a:pt x="931666" y="175710"/>
                  </a:lnTo>
                  <a:lnTo>
                    <a:pt x="887301" y="190230"/>
                  </a:lnTo>
                  <a:lnTo>
                    <a:pt x="842936" y="205559"/>
                  </a:lnTo>
                  <a:lnTo>
                    <a:pt x="798571" y="221691"/>
                  </a:lnTo>
                  <a:lnTo>
                    <a:pt x="754206" y="238620"/>
                  </a:lnTo>
                  <a:lnTo>
                    <a:pt x="709841" y="256332"/>
                  </a:lnTo>
                  <a:lnTo>
                    <a:pt x="665476" y="274810"/>
                  </a:lnTo>
                  <a:lnTo>
                    <a:pt x="621111" y="294033"/>
                  </a:lnTo>
                  <a:lnTo>
                    <a:pt x="576746" y="313978"/>
                  </a:lnTo>
                  <a:lnTo>
                    <a:pt x="532381" y="334618"/>
                  </a:lnTo>
                  <a:lnTo>
                    <a:pt x="488016" y="355921"/>
                  </a:lnTo>
                  <a:lnTo>
                    <a:pt x="443650" y="377858"/>
                  </a:lnTo>
                  <a:lnTo>
                    <a:pt x="399285" y="400394"/>
                  </a:lnTo>
                  <a:lnTo>
                    <a:pt x="354920" y="423494"/>
                  </a:lnTo>
                  <a:lnTo>
                    <a:pt x="310555" y="447122"/>
                  </a:lnTo>
                  <a:lnTo>
                    <a:pt x="266190" y="471240"/>
                  </a:lnTo>
                  <a:lnTo>
                    <a:pt x="221825" y="495811"/>
                  </a:lnTo>
                  <a:lnTo>
                    <a:pt x="177460" y="520795"/>
                  </a:lnTo>
                  <a:lnTo>
                    <a:pt x="133095" y="546153"/>
                  </a:lnTo>
                  <a:lnTo>
                    <a:pt x="88730" y="571847"/>
                  </a:lnTo>
                  <a:lnTo>
                    <a:pt x="44365" y="597835"/>
                  </a:lnTo>
                  <a:lnTo>
                    <a:pt x="0" y="6240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2017917" y="1699205"/>
              <a:ext cx="3504842" cy="621691"/>
            </a:xfrm>
            <a:custGeom>
              <a:avLst/>
              <a:pathLst>
                <a:path w="3504842" h="621691">
                  <a:moveTo>
                    <a:pt x="0" y="621691"/>
                  </a:moveTo>
                  <a:lnTo>
                    <a:pt x="44365" y="609317"/>
                  </a:lnTo>
                  <a:lnTo>
                    <a:pt x="88730" y="597048"/>
                  </a:lnTo>
                  <a:lnTo>
                    <a:pt x="133095" y="584885"/>
                  </a:lnTo>
                  <a:lnTo>
                    <a:pt x="177460" y="572829"/>
                  </a:lnTo>
                  <a:lnTo>
                    <a:pt x="221825" y="560883"/>
                  </a:lnTo>
                  <a:lnTo>
                    <a:pt x="266190" y="549047"/>
                  </a:lnTo>
                  <a:lnTo>
                    <a:pt x="310555" y="537324"/>
                  </a:lnTo>
                  <a:lnTo>
                    <a:pt x="354920" y="525715"/>
                  </a:lnTo>
                  <a:lnTo>
                    <a:pt x="399285" y="514221"/>
                  </a:lnTo>
                  <a:lnTo>
                    <a:pt x="443650" y="502843"/>
                  </a:lnTo>
                  <a:lnTo>
                    <a:pt x="488016" y="491582"/>
                  </a:lnTo>
                  <a:lnTo>
                    <a:pt x="532381" y="480440"/>
                  </a:lnTo>
                  <a:lnTo>
                    <a:pt x="576746" y="469417"/>
                  </a:lnTo>
                  <a:lnTo>
                    <a:pt x="621111" y="458514"/>
                  </a:lnTo>
                  <a:lnTo>
                    <a:pt x="665476" y="447732"/>
                  </a:lnTo>
                  <a:lnTo>
                    <a:pt x="709841" y="437072"/>
                  </a:lnTo>
                  <a:lnTo>
                    <a:pt x="754206" y="426534"/>
                  </a:lnTo>
                  <a:lnTo>
                    <a:pt x="798571" y="416119"/>
                  </a:lnTo>
                  <a:lnTo>
                    <a:pt x="842936" y="405828"/>
                  </a:lnTo>
                  <a:lnTo>
                    <a:pt x="887301" y="395660"/>
                  </a:lnTo>
                  <a:lnTo>
                    <a:pt x="931666" y="385616"/>
                  </a:lnTo>
                  <a:lnTo>
                    <a:pt x="976032" y="375697"/>
                  </a:lnTo>
                  <a:lnTo>
                    <a:pt x="1020397" y="365903"/>
                  </a:lnTo>
                  <a:lnTo>
                    <a:pt x="1064762" y="356233"/>
                  </a:lnTo>
                  <a:lnTo>
                    <a:pt x="1109127" y="346688"/>
                  </a:lnTo>
                  <a:lnTo>
                    <a:pt x="1153492" y="337268"/>
                  </a:lnTo>
                  <a:lnTo>
                    <a:pt x="1197857" y="327972"/>
                  </a:lnTo>
                  <a:lnTo>
                    <a:pt x="1242222" y="318802"/>
                  </a:lnTo>
                  <a:lnTo>
                    <a:pt x="1286587" y="309755"/>
                  </a:lnTo>
                  <a:lnTo>
                    <a:pt x="1330952" y="300833"/>
                  </a:lnTo>
                  <a:lnTo>
                    <a:pt x="1375317" y="292035"/>
                  </a:lnTo>
                  <a:lnTo>
                    <a:pt x="1419683" y="283360"/>
                  </a:lnTo>
                  <a:lnTo>
                    <a:pt x="1464048" y="274808"/>
                  </a:lnTo>
                  <a:lnTo>
                    <a:pt x="1508413" y="266379"/>
                  </a:lnTo>
                  <a:lnTo>
                    <a:pt x="1552778" y="258072"/>
                  </a:lnTo>
                  <a:lnTo>
                    <a:pt x="1597143" y="249887"/>
                  </a:lnTo>
                  <a:lnTo>
                    <a:pt x="1641508" y="241823"/>
                  </a:lnTo>
                  <a:lnTo>
                    <a:pt x="1685873" y="233879"/>
                  </a:lnTo>
                  <a:lnTo>
                    <a:pt x="1730238" y="226055"/>
                  </a:lnTo>
                  <a:lnTo>
                    <a:pt x="1774603" y="218350"/>
                  </a:lnTo>
                  <a:lnTo>
                    <a:pt x="1818968" y="210763"/>
                  </a:lnTo>
                  <a:lnTo>
                    <a:pt x="1863333" y="203293"/>
                  </a:lnTo>
                  <a:lnTo>
                    <a:pt x="1907699" y="195941"/>
                  </a:lnTo>
                  <a:lnTo>
                    <a:pt x="1952064" y="188703"/>
                  </a:lnTo>
                  <a:lnTo>
                    <a:pt x="1996429" y="181581"/>
                  </a:lnTo>
                  <a:lnTo>
                    <a:pt x="2040794" y="174572"/>
                  </a:lnTo>
                  <a:lnTo>
                    <a:pt x="2085159" y="167677"/>
                  </a:lnTo>
                  <a:lnTo>
                    <a:pt x="2129524" y="160893"/>
                  </a:lnTo>
                  <a:lnTo>
                    <a:pt x="2173889" y="154220"/>
                  </a:lnTo>
                  <a:lnTo>
                    <a:pt x="2218254" y="147657"/>
                  </a:lnTo>
                  <a:lnTo>
                    <a:pt x="2262619" y="141203"/>
                  </a:lnTo>
                  <a:lnTo>
                    <a:pt x="2306984" y="134857"/>
                  </a:lnTo>
                  <a:lnTo>
                    <a:pt x="2351350" y="128618"/>
                  </a:lnTo>
                  <a:lnTo>
                    <a:pt x="2395715" y="122484"/>
                  </a:lnTo>
                  <a:lnTo>
                    <a:pt x="2440080" y="116454"/>
                  </a:lnTo>
                  <a:lnTo>
                    <a:pt x="2484445" y="110528"/>
                  </a:lnTo>
                  <a:lnTo>
                    <a:pt x="2528810" y="104704"/>
                  </a:lnTo>
                  <a:lnTo>
                    <a:pt x="2573175" y="98981"/>
                  </a:lnTo>
                  <a:lnTo>
                    <a:pt x="2617540" y="93358"/>
                  </a:lnTo>
                  <a:lnTo>
                    <a:pt x="2661905" y="87834"/>
                  </a:lnTo>
                  <a:lnTo>
                    <a:pt x="2706270" y="82407"/>
                  </a:lnTo>
                  <a:lnTo>
                    <a:pt x="2750635" y="77076"/>
                  </a:lnTo>
                  <a:lnTo>
                    <a:pt x="2795000" y="71840"/>
                  </a:lnTo>
                  <a:lnTo>
                    <a:pt x="2839366" y="66698"/>
                  </a:lnTo>
                  <a:lnTo>
                    <a:pt x="2883731" y="61649"/>
                  </a:lnTo>
                  <a:lnTo>
                    <a:pt x="2928096" y="56691"/>
                  </a:lnTo>
                  <a:lnTo>
                    <a:pt x="2972461" y="51823"/>
                  </a:lnTo>
                  <a:lnTo>
                    <a:pt x="3016826" y="47044"/>
                  </a:lnTo>
                  <a:lnTo>
                    <a:pt x="3061191" y="42353"/>
                  </a:lnTo>
                  <a:lnTo>
                    <a:pt x="3105556" y="37749"/>
                  </a:lnTo>
                  <a:lnTo>
                    <a:pt x="3149921" y="33229"/>
                  </a:lnTo>
                  <a:lnTo>
                    <a:pt x="3194286" y="28794"/>
                  </a:lnTo>
                  <a:lnTo>
                    <a:pt x="3238651" y="24442"/>
                  </a:lnTo>
                  <a:lnTo>
                    <a:pt x="3283017" y="20171"/>
                  </a:lnTo>
                  <a:lnTo>
                    <a:pt x="3327382" y="15981"/>
                  </a:lnTo>
                  <a:lnTo>
                    <a:pt x="3371747" y="11870"/>
                  </a:lnTo>
                  <a:lnTo>
                    <a:pt x="3416112" y="7836"/>
                  </a:lnTo>
                  <a:lnTo>
                    <a:pt x="3460477" y="3880"/>
                  </a:lnTo>
                  <a:lnTo>
                    <a:pt x="3504842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tx221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429217" y="4234627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2480224" y="4234627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3531231" y="4234627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4582238" y="4234627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5602156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232" name="tx23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4" name="pt234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240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1428519" y="1165040"/>
              <a:ext cx="834847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297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0416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34536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48655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9237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3357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7476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91595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529995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479731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29741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7943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7010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7360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7134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3245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27214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73016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6425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62516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29741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31080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35083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52978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453515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462837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453240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36848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2840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368489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5206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470175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4426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217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75968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2963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84218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3086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2277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6604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2277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8421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3071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2948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7597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94029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8728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94029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1759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6604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1759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44547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8728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9127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329383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327894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4702066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45038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476514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46701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450113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33077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469891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366141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32505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368917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45956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34734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32481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362604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45966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527616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527501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4673941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47625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367312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325022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70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69722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1928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1928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1231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4024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7467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0700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6973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46505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1234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3710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2916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7472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0754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4653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0700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4668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2928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49856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9856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0754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40255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3710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7201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4226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4226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72044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8945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9932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8947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5881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1075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1761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16620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40769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10737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14650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1462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0772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5881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9934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4747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16620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4747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1761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9059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2213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4023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0356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20127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4321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50356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2213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4640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0160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326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9007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8966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4640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9059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77769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277768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3199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7271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7286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4992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3203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4020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4994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48012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47833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460250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36319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481562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461685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34534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470695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32767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300596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47110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342683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30147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328228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487255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304871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477558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342199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34534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306437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300596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301472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487005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42934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1030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429388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26751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10302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318068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26456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44698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306747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272003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43911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296770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438927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31989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447157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298322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31769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265886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5009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56418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270730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266188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56928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4988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1623483" y="1979602"/>
              <a:ext cx="3899276" cy="2050123"/>
            </a:xfrm>
            <a:custGeom>
              <a:avLst/>
              <a:pathLst>
                <a:path w="3899276" h="2050123">
                  <a:moveTo>
                    <a:pt x="0" y="0"/>
                  </a:moveTo>
                  <a:lnTo>
                    <a:pt x="49357" y="28663"/>
                  </a:lnTo>
                  <a:lnTo>
                    <a:pt x="98715" y="58512"/>
                  </a:lnTo>
                  <a:lnTo>
                    <a:pt x="148073" y="89523"/>
                  </a:lnTo>
                  <a:lnTo>
                    <a:pt x="197431" y="121663"/>
                  </a:lnTo>
                  <a:lnTo>
                    <a:pt x="246789" y="154889"/>
                  </a:lnTo>
                  <a:lnTo>
                    <a:pt x="296147" y="189147"/>
                  </a:lnTo>
                  <a:lnTo>
                    <a:pt x="345505" y="224373"/>
                  </a:lnTo>
                  <a:lnTo>
                    <a:pt x="394863" y="260491"/>
                  </a:lnTo>
                  <a:lnTo>
                    <a:pt x="444221" y="297417"/>
                  </a:lnTo>
                  <a:lnTo>
                    <a:pt x="493579" y="335055"/>
                  </a:lnTo>
                  <a:lnTo>
                    <a:pt x="542937" y="373299"/>
                  </a:lnTo>
                  <a:lnTo>
                    <a:pt x="592295" y="412037"/>
                  </a:lnTo>
                  <a:lnTo>
                    <a:pt x="641653" y="451149"/>
                  </a:lnTo>
                  <a:lnTo>
                    <a:pt x="691011" y="490509"/>
                  </a:lnTo>
                  <a:lnTo>
                    <a:pt x="740368" y="529988"/>
                  </a:lnTo>
                  <a:lnTo>
                    <a:pt x="789726" y="569454"/>
                  </a:lnTo>
                  <a:lnTo>
                    <a:pt x="839084" y="608775"/>
                  </a:lnTo>
                  <a:lnTo>
                    <a:pt x="888442" y="647823"/>
                  </a:lnTo>
                  <a:lnTo>
                    <a:pt x="937800" y="686473"/>
                  </a:lnTo>
                  <a:lnTo>
                    <a:pt x="987158" y="724608"/>
                  </a:lnTo>
                  <a:lnTo>
                    <a:pt x="1036516" y="762120"/>
                  </a:lnTo>
                  <a:lnTo>
                    <a:pt x="1085874" y="798910"/>
                  </a:lnTo>
                  <a:lnTo>
                    <a:pt x="1135232" y="834894"/>
                  </a:lnTo>
                  <a:lnTo>
                    <a:pt x="1184590" y="870000"/>
                  </a:lnTo>
                  <a:lnTo>
                    <a:pt x="1233948" y="904169"/>
                  </a:lnTo>
                  <a:lnTo>
                    <a:pt x="1283306" y="937359"/>
                  </a:lnTo>
                  <a:lnTo>
                    <a:pt x="1332664" y="969540"/>
                  </a:lnTo>
                  <a:lnTo>
                    <a:pt x="1382022" y="1000695"/>
                  </a:lnTo>
                  <a:lnTo>
                    <a:pt x="1431379" y="1030822"/>
                  </a:lnTo>
                  <a:lnTo>
                    <a:pt x="1480737" y="1059927"/>
                  </a:lnTo>
                  <a:lnTo>
                    <a:pt x="1530095" y="1088026"/>
                  </a:lnTo>
                  <a:lnTo>
                    <a:pt x="1579453" y="1115143"/>
                  </a:lnTo>
                  <a:lnTo>
                    <a:pt x="1628811" y="1141308"/>
                  </a:lnTo>
                  <a:lnTo>
                    <a:pt x="1678169" y="1166553"/>
                  </a:lnTo>
                  <a:lnTo>
                    <a:pt x="1727527" y="1190917"/>
                  </a:lnTo>
                  <a:lnTo>
                    <a:pt x="1776885" y="1214437"/>
                  </a:lnTo>
                  <a:lnTo>
                    <a:pt x="1826243" y="1237152"/>
                  </a:lnTo>
                  <a:lnTo>
                    <a:pt x="1875601" y="1259101"/>
                  </a:lnTo>
                  <a:lnTo>
                    <a:pt x="1924959" y="1280323"/>
                  </a:lnTo>
                  <a:lnTo>
                    <a:pt x="1974317" y="1300854"/>
                  </a:lnTo>
                  <a:lnTo>
                    <a:pt x="2023675" y="1320730"/>
                  </a:lnTo>
                  <a:lnTo>
                    <a:pt x="2073033" y="1339983"/>
                  </a:lnTo>
                  <a:lnTo>
                    <a:pt x="2122390" y="1358645"/>
                  </a:lnTo>
                  <a:lnTo>
                    <a:pt x="2171748" y="1376746"/>
                  </a:lnTo>
                  <a:lnTo>
                    <a:pt x="2221106" y="1394312"/>
                  </a:lnTo>
                  <a:lnTo>
                    <a:pt x="2270464" y="1411370"/>
                  </a:lnTo>
                  <a:lnTo>
                    <a:pt x="2319822" y="1427943"/>
                  </a:lnTo>
                  <a:lnTo>
                    <a:pt x="2369180" y="1444053"/>
                  </a:lnTo>
                  <a:lnTo>
                    <a:pt x="2418538" y="1459719"/>
                  </a:lnTo>
                  <a:lnTo>
                    <a:pt x="2467896" y="1474962"/>
                  </a:lnTo>
                  <a:lnTo>
                    <a:pt x="2517254" y="1489798"/>
                  </a:lnTo>
                  <a:lnTo>
                    <a:pt x="2566612" y="1504243"/>
                  </a:lnTo>
                  <a:lnTo>
                    <a:pt x="2615970" y="1518313"/>
                  </a:lnTo>
                  <a:lnTo>
                    <a:pt x="2665328" y="1532020"/>
                  </a:lnTo>
                  <a:lnTo>
                    <a:pt x="2714686" y="1545379"/>
                  </a:lnTo>
                  <a:lnTo>
                    <a:pt x="2764044" y="1558400"/>
                  </a:lnTo>
                  <a:lnTo>
                    <a:pt x="2813401" y="1571096"/>
                  </a:lnTo>
                  <a:lnTo>
                    <a:pt x="2862759" y="1583476"/>
                  </a:lnTo>
                  <a:lnTo>
                    <a:pt x="2912117" y="1595550"/>
                  </a:lnTo>
                  <a:lnTo>
                    <a:pt x="2961475" y="1607328"/>
                  </a:lnTo>
                  <a:lnTo>
                    <a:pt x="3010833" y="1618818"/>
                  </a:lnTo>
                  <a:lnTo>
                    <a:pt x="3060191" y="1630029"/>
                  </a:lnTo>
                  <a:lnTo>
                    <a:pt x="3109549" y="1640968"/>
                  </a:lnTo>
                  <a:lnTo>
                    <a:pt x="3158907" y="1651643"/>
                  </a:lnTo>
                  <a:lnTo>
                    <a:pt x="3208265" y="1662060"/>
                  </a:lnTo>
                  <a:lnTo>
                    <a:pt x="3257623" y="1672226"/>
                  </a:lnTo>
                  <a:lnTo>
                    <a:pt x="3306981" y="1682148"/>
                  </a:lnTo>
                  <a:lnTo>
                    <a:pt x="3356339" y="1691832"/>
                  </a:lnTo>
                  <a:lnTo>
                    <a:pt x="3405697" y="1701284"/>
                  </a:lnTo>
                  <a:lnTo>
                    <a:pt x="3455055" y="1710509"/>
                  </a:lnTo>
                  <a:lnTo>
                    <a:pt x="3504412" y="1719513"/>
                  </a:lnTo>
                  <a:lnTo>
                    <a:pt x="3553770" y="1728301"/>
                  </a:lnTo>
                  <a:lnTo>
                    <a:pt x="3603128" y="1736877"/>
                  </a:lnTo>
                  <a:lnTo>
                    <a:pt x="3652486" y="1745248"/>
                  </a:lnTo>
                  <a:lnTo>
                    <a:pt x="3701844" y="1753418"/>
                  </a:lnTo>
                  <a:lnTo>
                    <a:pt x="3751202" y="1761391"/>
                  </a:lnTo>
                  <a:lnTo>
                    <a:pt x="3800560" y="1769171"/>
                  </a:lnTo>
                  <a:lnTo>
                    <a:pt x="3849918" y="1776764"/>
                  </a:lnTo>
                  <a:lnTo>
                    <a:pt x="3899276" y="1784173"/>
                  </a:lnTo>
                  <a:lnTo>
                    <a:pt x="3899276" y="2050123"/>
                  </a:lnTo>
                  <a:lnTo>
                    <a:pt x="3849918" y="2048847"/>
                  </a:lnTo>
                  <a:lnTo>
                    <a:pt x="3800560" y="2047470"/>
                  </a:lnTo>
                  <a:lnTo>
                    <a:pt x="3751202" y="2045984"/>
                  </a:lnTo>
                  <a:lnTo>
                    <a:pt x="3701844" y="2044380"/>
                  </a:lnTo>
                  <a:lnTo>
                    <a:pt x="3652486" y="2042651"/>
                  </a:lnTo>
                  <a:lnTo>
                    <a:pt x="3603128" y="2040785"/>
                  </a:lnTo>
                  <a:lnTo>
                    <a:pt x="3553770" y="2038774"/>
                  </a:lnTo>
                  <a:lnTo>
                    <a:pt x="3504412" y="2036606"/>
                  </a:lnTo>
                  <a:lnTo>
                    <a:pt x="3455055" y="2034269"/>
                  </a:lnTo>
                  <a:lnTo>
                    <a:pt x="3405697" y="2031752"/>
                  </a:lnTo>
                  <a:lnTo>
                    <a:pt x="3356339" y="2029041"/>
                  </a:lnTo>
                  <a:lnTo>
                    <a:pt x="3306981" y="2026121"/>
                  </a:lnTo>
                  <a:lnTo>
                    <a:pt x="3257623" y="2022979"/>
                  </a:lnTo>
                  <a:lnTo>
                    <a:pt x="3208265" y="2019599"/>
                  </a:lnTo>
                  <a:lnTo>
                    <a:pt x="3158907" y="2015963"/>
                  </a:lnTo>
                  <a:lnTo>
                    <a:pt x="3109549" y="2012054"/>
                  </a:lnTo>
                  <a:lnTo>
                    <a:pt x="3060191" y="2007854"/>
                  </a:lnTo>
                  <a:lnTo>
                    <a:pt x="3010833" y="2003343"/>
                  </a:lnTo>
                  <a:lnTo>
                    <a:pt x="2961475" y="1998501"/>
                  </a:lnTo>
                  <a:lnTo>
                    <a:pt x="2912117" y="1993307"/>
                  </a:lnTo>
                  <a:lnTo>
                    <a:pt x="2862759" y="1987737"/>
                  </a:lnTo>
                  <a:lnTo>
                    <a:pt x="2813401" y="1981769"/>
                  </a:lnTo>
                  <a:lnTo>
                    <a:pt x="2764044" y="1975379"/>
                  </a:lnTo>
                  <a:lnTo>
                    <a:pt x="2714686" y="1968542"/>
                  </a:lnTo>
                  <a:lnTo>
                    <a:pt x="2665328" y="1961233"/>
                  </a:lnTo>
                  <a:lnTo>
                    <a:pt x="2615970" y="1953425"/>
                  </a:lnTo>
                  <a:lnTo>
                    <a:pt x="2566612" y="1945093"/>
                  </a:lnTo>
                  <a:lnTo>
                    <a:pt x="2517254" y="1936210"/>
                  </a:lnTo>
                  <a:lnTo>
                    <a:pt x="2467896" y="1926750"/>
                  </a:lnTo>
                  <a:lnTo>
                    <a:pt x="2418538" y="1916687"/>
                  </a:lnTo>
                  <a:lnTo>
                    <a:pt x="2369180" y="1905995"/>
                  </a:lnTo>
                  <a:lnTo>
                    <a:pt x="2319822" y="1894649"/>
                  </a:lnTo>
                  <a:lnTo>
                    <a:pt x="2270464" y="1882628"/>
                  </a:lnTo>
                  <a:lnTo>
                    <a:pt x="2221106" y="1869909"/>
                  </a:lnTo>
                  <a:lnTo>
                    <a:pt x="2171748" y="1856473"/>
                  </a:lnTo>
                  <a:lnTo>
                    <a:pt x="2122390" y="1842305"/>
                  </a:lnTo>
                  <a:lnTo>
                    <a:pt x="2073033" y="1827391"/>
                  </a:lnTo>
                  <a:lnTo>
                    <a:pt x="2023675" y="1811722"/>
                  </a:lnTo>
                  <a:lnTo>
                    <a:pt x="1974317" y="1795295"/>
                  </a:lnTo>
                  <a:lnTo>
                    <a:pt x="1924959" y="1778110"/>
                  </a:lnTo>
                  <a:lnTo>
                    <a:pt x="1875601" y="1760173"/>
                  </a:lnTo>
                  <a:lnTo>
                    <a:pt x="1826243" y="1741496"/>
                  </a:lnTo>
                  <a:lnTo>
                    <a:pt x="1776885" y="1722100"/>
                  </a:lnTo>
                  <a:lnTo>
                    <a:pt x="1727527" y="1702009"/>
                  </a:lnTo>
                  <a:lnTo>
                    <a:pt x="1678169" y="1681255"/>
                  </a:lnTo>
                  <a:lnTo>
                    <a:pt x="1628811" y="1659880"/>
                  </a:lnTo>
                  <a:lnTo>
                    <a:pt x="1579453" y="1637927"/>
                  </a:lnTo>
                  <a:lnTo>
                    <a:pt x="1530095" y="1615449"/>
                  </a:lnTo>
                  <a:lnTo>
                    <a:pt x="1480737" y="1592502"/>
                  </a:lnTo>
                  <a:lnTo>
                    <a:pt x="1431379" y="1569148"/>
                  </a:lnTo>
                  <a:lnTo>
                    <a:pt x="1382022" y="1545448"/>
                  </a:lnTo>
                  <a:lnTo>
                    <a:pt x="1332664" y="1521469"/>
                  </a:lnTo>
                  <a:lnTo>
                    <a:pt x="1283306" y="1497273"/>
                  </a:lnTo>
                  <a:lnTo>
                    <a:pt x="1233948" y="1472923"/>
                  </a:lnTo>
                  <a:lnTo>
                    <a:pt x="1184590" y="1448479"/>
                  </a:lnTo>
                  <a:lnTo>
                    <a:pt x="1135232" y="1423995"/>
                  </a:lnTo>
                  <a:lnTo>
                    <a:pt x="1085874" y="1399520"/>
                  </a:lnTo>
                  <a:lnTo>
                    <a:pt x="1036516" y="1375099"/>
                  </a:lnTo>
                  <a:lnTo>
                    <a:pt x="987158" y="1350768"/>
                  </a:lnTo>
                  <a:lnTo>
                    <a:pt x="937800" y="1326558"/>
                  </a:lnTo>
                  <a:lnTo>
                    <a:pt x="888442" y="1302493"/>
                  </a:lnTo>
                  <a:lnTo>
                    <a:pt x="839084" y="1278593"/>
                  </a:lnTo>
                  <a:lnTo>
                    <a:pt x="789726" y="1254870"/>
                  </a:lnTo>
                  <a:lnTo>
                    <a:pt x="740368" y="1231334"/>
                  </a:lnTo>
                  <a:lnTo>
                    <a:pt x="691011" y="1207991"/>
                  </a:lnTo>
                  <a:lnTo>
                    <a:pt x="641653" y="1184841"/>
                  </a:lnTo>
                  <a:lnTo>
                    <a:pt x="592295" y="1161885"/>
                  </a:lnTo>
                  <a:lnTo>
                    <a:pt x="542937" y="1139120"/>
                  </a:lnTo>
                  <a:lnTo>
                    <a:pt x="493579" y="1116543"/>
                  </a:lnTo>
                  <a:lnTo>
                    <a:pt x="444221" y="1094149"/>
                  </a:lnTo>
                  <a:lnTo>
                    <a:pt x="394863" y="1071933"/>
                  </a:lnTo>
                  <a:lnTo>
                    <a:pt x="345505" y="1049891"/>
                  </a:lnTo>
                  <a:lnTo>
                    <a:pt x="296147" y="1028016"/>
                  </a:lnTo>
                  <a:lnTo>
                    <a:pt x="246789" y="1006304"/>
                  </a:lnTo>
                  <a:lnTo>
                    <a:pt x="197431" y="984751"/>
                  </a:lnTo>
                  <a:lnTo>
                    <a:pt x="148073" y="963351"/>
                  </a:lnTo>
                  <a:lnTo>
                    <a:pt x="98715" y="942102"/>
                  </a:lnTo>
                  <a:lnTo>
                    <a:pt x="49357" y="921000"/>
                  </a:lnTo>
                  <a:lnTo>
                    <a:pt x="0" y="900043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1623483" y="1979602"/>
              <a:ext cx="3899276" cy="1784173"/>
            </a:xfrm>
            <a:custGeom>
              <a:avLst/>
              <a:pathLst>
                <a:path w="3899276" h="1784173">
                  <a:moveTo>
                    <a:pt x="0" y="0"/>
                  </a:moveTo>
                  <a:lnTo>
                    <a:pt x="49357" y="28663"/>
                  </a:lnTo>
                  <a:lnTo>
                    <a:pt x="98715" y="58512"/>
                  </a:lnTo>
                  <a:lnTo>
                    <a:pt x="148073" y="89523"/>
                  </a:lnTo>
                  <a:lnTo>
                    <a:pt x="197431" y="121663"/>
                  </a:lnTo>
                  <a:lnTo>
                    <a:pt x="246789" y="154889"/>
                  </a:lnTo>
                  <a:lnTo>
                    <a:pt x="296147" y="189147"/>
                  </a:lnTo>
                  <a:lnTo>
                    <a:pt x="345505" y="224373"/>
                  </a:lnTo>
                  <a:lnTo>
                    <a:pt x="394863" y="260491"/>
                  </a:lnTo>
                  <a:lnTo>
                    <a:pt x="444221" y="297417"/>
                  </a:lnTo>
                  <a:lnTo>
                    <a:pt x="493579" y="335055"/>
                  </a:lnTo>
                  <a:lnTo>
                    <a:pt x="542937" y="373299"/>
                  </a:lnTo>
                  <a:lnTo>
                    <a:pt x="592295" y="412037"/>
                  </a:lnTo>
                  <a:lnTo>
                    <a:pt x="641653" y="451149"/>
                  </a:lnTo>
                  <a:lnTo>
                    <a:pt x="691011" y="490509"/>
                  </a:lnTo>
                  <a:lnTo>
                    <a:pt x="740368" y="529988"/>
                  </a:lnTo>
                  <a:lnTo>
                    <a:pt x="789726" y="569454"/>
                  </a:lnTo>
                  <a:lnTo>
                    <a:pt x="839084" y="608775"/>
                  </a:lnTo>
                  <a:lnTo>
                    <a:pt x="888442" y="647823"/>
                  </a:lnTo>
                  <a:lnTo>
                    <a:pt x="937800" y="686473"/>
                  </a:lnTo>
                  <a:lnTo>
                    <a:pt x="987158" y="724608"/>
                  </a:lnTo>
                  <a:lnTo>
                    <a:pt x="1036516" y="762120"/>
                  </a:lnTo>
                  <a:lnTo>
                    <a:pt x="1085874" y="798910"/>
                  </a:lnTo>
                  <a:lnTo>
                    <a:pt x="1135232" y="834894"/>
                  </a:lnTo>
                  <a:lnTo>
                    <a:pt x="1184590" y="870000"/>
                  </a:lnTo>
                  <a:lnTo>
                    <a:pt x="1233948" y="904169"/>
                  </a:lnTo>
                  <a:lnTo>
                    <a:pt x="1283306" y="937359"/>
                  </a:lnTo>
                  <a:lnTo>
                    <a:pt x="1332664" y="969540"/>
                  </a:lnTo>
                  <a:lnTo>
                    <a:pt x="1382022" y="1000695"/>
                  </a:lnTo>
                  <a:lnTo>
                    <a:pt x="1431379" y="1030822"/>
                  </a:lnTo>
                  <a:lnTo>
                    <a:pt x="1480737" y="1059927"/>
                  </a:lnTo>
                  <a:lnTo>
                    <a:pt x="1530095" y="1088026"/>
                  </a:lnTo>
                  <a:lnTo>
                    <a:pt x="1579453" y="1115143"/>
                  </a:lnTo>
                  <a:lnTo>
                    <a:pt x="1628811" y="1141308"/>
                  </a:lnTo>
                  <a:lnTo>
                    <a:pt x="1678169" y="1166553"/>
                  </a:lnTo>
                  <a:lnTo>
                    <a:pt x="1727527" y="1190917"/>
                  </a:lnTo>
                  <a:lnTo>
                    <a:pt x="1776885" y="1214437"/>
                  </a:lnTo>
                  <a:lnTo>
                    <a:pt x="1826243" y="1237152"/>
                  </a:lnTo>
                  <a:lnTo>
                    <a:pt x="1875601" y="1259101"/>
                  </a:lnTo>
                  <a:lnTo>
                    <a:pt x="1924959" y="1280323"/>
                  </a:lnTo>
                  <a:lnTo>
                    <a:pt x="1974317" y="1300854"/>
                  </a:lnTo>
                  <a:lnTo>
                    <a:pt x="2023675" y="1320730"/>
                  </a:lnTo>
                  <a:lnTo>
                    <a:pt x="2073033" y="1339983"/>
                  </a:lnTo>
                  <a:lnTo>
                    <a:pt x="2122390" y="1358645"/>
                  </a:lnTo>
                  <a:lnTo>
                    <a:pt x="2171748" y="1376746"/>
                  </a:lnTo>
                  <a:lnTo>
                    <a:pt x="2221106" y="1394312"/>
                  </a:lnTo>
                  <a:lnTo>
                    <a:pt x="2270464" y="1411370"/>
                  </a:lnTo>
                  <a:lnTo>
                    <a:pt x="2319822" y="1427943"/>
                  </a:lnTo>
                  <a:lnTo>
                    <a:pt x="2369180" y="1444053"/>
                  </a:lnTo>
                  <a:lnTo>
                    <a:pt x="2418538" y="1459719"/>
                  </a:lnTo>
                  <a:lnTo>
                    <a:pt x="2467896" y="1474962"/>
                  </a:lnTo>
                  <a:lnTo>
                    <a:pt x="2517254" y="1489798"/>
                  </a:lnTo>
                  <a:lnTo>
                    <a:pt x="2566612" y="1504243"/>
                  </a:lnTo>
                  <a:lnTo>
                    <a:pt x="2615970" y="1518313"/>
                  </a:lnTo>
                  <a:lnTo>
                    <a:pt x="2665328" y="1532020"/>
                  </a:lnTo>
                  <a:lnTo>
                    <a:pt x="2714686" y="1545379"/>
                  </a:lnTo>
                  <a:lnTo>
                    <a:pt x="2764044" y="1558400"/>
                  </a:lnTo>
                  <a:lnTo>
                    <a:pt x="2813401" y="1571096"/>
                  </a:lnTo>
                  <a:lnTo>
                    <a:pt x="2862759" y="1583476"/>
                  </a:lnTo>
                  <a:lnTo>
                    <a:pt x="2912117" y="1595550"/>
                  </a:lnTo>
                  <a:lnTo>
                    <a:pt x="2961475" y="1607328"/>
                  </a:lnTo>
                  <a:lnTo>
                    <a:pt x="3010833" y="1618818"/>
                  </a:lnTo>
                  <a:lnTo>
                    <a:pt x="3060191" y="1630029"/>
                  </a:lnTo>
                  <a:lnTo>
                    <a:pt x="3109549" y="1640968"/>
                  </a:lnTo>
                  <a:lnTo>
                    <a:pt x="3158907" y="1651643"/>
                  </a:lnTo>
                  <a:lnTo>
                    <a:pt x="3208265" y="1662060"/>
                  </a:lnTo>
                  <a:lnTo>
                    <a:pt x="3257623" y="1672226"/>
                  </a:lnTo>
                  <a:lnTo>
                    <a:pt x="3306981" y="1682148"/>
                  </a:lnTo>
                  <a:lnTo>
                    <a:pt x="3356339" y="1691832"/>
                  </a:lnTo>
                  <a:lnTo>
                    <a:pt x="3405697" y="1701284"/>
                  </a:lnTo>
                  <a:lnTo>
                    <a:pt x="3455055" y="1710509"/>
                  </a:lnTo>
                  <a:lnTo>
                    <a:pt x="3504412" y="1719513"/>
                  </a:lnTo>
                  <a:lnTo>
                    <a:pt x="3553770" y="1728301"/>
                  </a:lnTo>
                  <a:lnTo>
                    <a:pt x="3603128" y="1736877"/>
                  </a:lnTo>
                  <a:lnTo>
                    <a:pt x="3652486" y="1745248"/>
                  </a:lnTo>
                  <a:lnTo>
                    <a:pt x="3701844" y="1753418"/>
                  </a:lnTo>
                  <a:lnTo>
                    <a:pt x="3751202" y="1761391"/>
                  </a:lnTo>
                  <a:lnTo>
                    <a:pt x="3800560" y="1769171"/>
                  </a:lnTo>
                  <a:lnTo>
                    <a:pt x="3849918" y="1776764"/>
                  </a:lnTo>
                  <a:lnTo>
                    <a:pt x="3899276" y="17841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623483" y="2879645"/>
              <a:ext cx="3899276" cy="1150080"/>
            </a:xfrm>
            <a:custGeom>
              <a:avLst/>
              <a:pathLst>
                <a:path w="3899276" h="1150080">
                  <a:moveTo>
                    <a:pt x="3899276" y="1150080"/>
                  </a:moveTo>
                  <a:lnTo>
                    <a:pt x="3849918" y="1148804"/>
                  </a:lnTo>
                  <a:lnTo>
                    <a:pt x="3800560" y="1147427"/>
                  </a:lnTo>
                  <a:lnTo>
                    <a:pt x="3751202" y="1145941"/>
                  </a:lnTo>
                  <a:lnTo>
                    <a:pt x="3701844" y="1144337"/>
                  </a:lnTo>
                  <a:lnTo>
                    <a:pt x="3652486" y="1142608"/>
                  </a:lnTo>
                  <a:lnTo>
                    <a:pt x="3603128" y="1140742"/>
                  </a:lnTo>
                  <a:lnTo>
                    <a:pt x="3553770" y="1138731"/>
                  </a:lnTo>
                  <a:lnTo>
                    <a:pt x="3504412" y="1136563"/>
                  </a:lnTo>
                  <a:lnTo>
                    <a:pt x="3455055" y="1134226"/>
                  </a:lnTo>
                  <a:lnTo>
                    <a:pt x="3405697" y="1131709"/>
                  </a:lnTo>
                  <a:lnTo>
                    <a:pt x="3356339" y="1128997"/>
                  </a:lnTo>
                  <a:lnTo>
                    <a:pt x="3306981" y="1126078"/>
                  </a:lnTo>
                  <a:lnTo>
                    <a:pt x="3257623" y="1122936"/>
                  </a:lnTo>
                  <a:lnTo>
                    <a:pt x="3208265" y="1119555"/>
                  </a:lnTo>
                  <a:lnTo>
                    <a:pt x="3158907" y="1115920"/>
                  </a:lnTo>
                  <a:lnTo>
                    <a:pt x="3109549" y="1112011"/>
                  </a:lnTo>
                  <a:lnTo>
                    <a:pt x="3060191" y="1107811"/>
                  </a:lnTo>
                  <a:lnTo>
                    <a:pt x="3010833" y="1103300"/>
                  </a:lnTo>
                  <a:lnTo>
                    <a:pt x="2961475" y="1098458"/>
                  </a:lnTo>
                  <a:lnTo>
                    <a:pt x="2912117" y="1093264"/>
                  </a:lnTo>
                  <a:lnTo>
                    <a:pt x="2862759" y="1087694"/>
                  </a:lnTo>
                  <a:lnTo>
                    <a:pt x="2813401" y="1081726"/>
                  </a:lnTo>
                  <a:lnTo>
                    <a:pt x="2764044" y="1075336"/>
                  </a:lnTo>
                  <a:lnTo>
                    <a:pt x="2714686" y="1068499"/>
                  </a:lnTo>
                  <a:lnTo>
                    <a:pt x="2665328" y="1061190"/>
                  </a:lnTo>
                  <a:lnTo>
                    <a:pt x="2615970" y="1053382"/>
                  </a:lnTo>
                  <a:lnTo>
                    <a:pt x="2566612" y="1045050"/>
                  </a:lnTo>
                  <a:lnTo>
                    <a:pt x="2517254" y="1036167"/>
                  </a:lnTo>
                  <a:lnTo>
                    <a:pt x="2467896" y="1026707"/>
                  </a:lnTo>
                  <a:lnTo>
                    <a:pt x="2418538" y="1016644"/>
                  </a:lnTo>
                  <a:lnTo>
                    <a:pt x="2369180" y="1005952"/>
                  </a:lnTo>
                  <a:lnTo>
                    <a:pt x="2319822" y="994606"/>
                  </a:lnTo>
                  <a:lnTo>
                    <a:pt x="2270464" y="982585"/>
                  </a:lnTo>
                  <a:lnTo>
                    <a:pt x="2221106" y="969866"/>
                  </a:lnTo>
                  <a:lnTo>
                    <a:pt x="2171748" y="956430"/>
                  </a:lnTo>
                  <a:lnTo>
                    <a:pt x="2122390" y="942262"/>
                  </a:lnTo>
                  <a:lnTo>
                    <a:pt x="2073033" y="927348"/>
                  </a:lnTo>
                  <a:lnTo>
                    <a:pt x="2023675" y="911679"/>
                  </a:lnTo>
                  <a:lnTo>
                    <a:pt x="1974317" y="895252"/>
                  </a:lnTo>
                  <a:lnTo>
                    <a:pt x="1924959" y="878067"/>
                  </a:lnTo>
                  <a:lnTo>
                    <a:pt x="1875601" y="860130"/>
                  </a:lnTo>
                  <a:lnTo>
                    <a:pt x="1826243" y="841453"/>
                  </a:lnTo>
                  <a:lnTo>
                    <a:pt x="1776885" y="822057"/>
                  </a:lnTo>
                  <a:lnTo>
                    <a:pt x="1727527" y="801966"/>
                  </a:lnTo>
                  <a:lnTo>
                    <a:pt x="1678169" y="781212"/>
                  </a:lnTo>
                  <a:lnTo>
                    <a:pt x="1628811" y="759836"/>
                  </a:lnTo>
                  <a:lnTo>
                    <a:pt x="1579453" y="737884"/>
                  </a:lnTo>
                  <a:lnTo>
                    <a:pt x="1530095" y="715406"/>
                  </a:lnTo>
                  <a:lnTo>
                    <a:pt x="1480737" y="692459"/>
                  </a:lnTo>
                  <a:lnTo>
                    <a:pt x="1431379" y="669105"/>
                  </a:lnTo>
                  <a:lnTo>
                    <a:pt x="1382022" y="645405"/>
                  </a:lnTo>
                  <a:lnTo>
                    <a:pt x="1332664" y="621426"/>
                  </a:lnTo>
                  <a:lnTo>
                    <a:pt x="1283306" y="597230"/>
                  </a:lnTo>
                  <a:lnTo>
                    <a:pt x="1233948" y="572880"/>
                  </a:lnTo>
                  <a:lnTo>
                    <a:pt x="1184590" y="548436"/>
                  </a:lnTo>
                  <a:lnTo>
                    <a:pt x="1135232" y="523951"/>
                  </a:lnTo>
                  <a:lnTo>
                    <a:pt x="1085874" y="499477"/>
                  </a:lnTo>
                  <a:lnTo>
                    <a:pt x="1036516" y="475056"/>
                  </a:lnTo>
                  <a:lnTo>
                    <a:pt x="987158" y="450725"/>
                  </a:lnTo>
                  <a:lnTo>
                    <a:pt x="937800" y="426515"/>
                  </a:lnTo>
                  <a:lnTo>
                    <a:pt x="888442" y="402450"/>
                  </a:lnTo>
                  <a:lnTo>
                    <a:pt x="839084" y="378550"/>
                  </a:lnTo>
                  <a:lnTo>
                    <a:pt x="789726" y="354827"/>
                  </a:lnTo>
                  <a:lnTo>
                    <a:pt x="740368" y="331291"/>
                  </a:lnTo>
                  <a:lnTo>
                    <a:pt x="691011" y="307948"/>
                  </a:lnTo>
                  <a:lnTo>
                    <a:pt x="641653" y="284798"/>
                  </a:lnTo>
                  <a:lnTo>
                    <a:pt x="592295" y="261842"/>
                  </a:lnTo>
                  <a:lnTo>
                    <a:pt x="542937" y="239077"/>
                  </a:lnTo>
                  <a:lnTo>
                    <a:pt x="493579" y="216500"/>
                  </a:lnTo>
                  <a:lnTo>
                    <a:pt x="444221" y="194106"/>
                  </a:lnTo>
                  <a:lnTo>
                    <a:pt x="394863" y="171890"/>
                  </a:lnTo>
                  <a:lnTo>
                    <a:pt x="345505" y="149848"/>
                  </a:lnTo>
                  <a:lnTo>
                    <a:pt x="296147" y="127973"/>
                  </a:lnTo>
                  <a:lnTo>
                    <a:pt x="246789" y="106261"/>
                  </a:lnTo>
                  <a:lnTo>
                    <a:pt x="197431" y="84708"/>
                  </a:lnTo>
                  <a:lnTo>
                    <a:pt x="148073" y="63308"/>
                  </a:lnTo>
                  <a:lnTo>
                    <a:pt x="98715" y="42059"/>
                  </a:lnTo>
                  <a:lnTo>
                    <a:pt x="49357" y="2095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623483" y="2372867"/>
              <a:ext cx="3899276" cy="1603585"/>
            </a:xfrm>
            <a:custGeom>
              <a:avLst/>
              <a:pathLst>
                <a:path w="3899276" h="1603585">
                  <a:moveTo>
                    <a:pt x="0" y="0"/>
                  </a:moveTo>
                  <a:lnTo>
                    <a:pt x="49357" y="30676"/>
                  </a:lnTo>
                  <a:lnTo>
                    <a:pt x="98715" y="61847"/>
                  </a:lnTo>
                  <a:lnTo>
                    <a:pt x="148073" y="93480"/>
                  </a:lnTo>
                  <a:lnTo>
                    <a:pt x="197431" y="125538"/>
                  </a:lnTo>
                  <a:lnTo>
                    <a:pt x="246789" y="157983"/>
                  </a:lnTo>
                  <a:lnTo>
                    <a:pt x="296147" y="190775"/>
                  </a:lnTo>
                  <a:lnTo>
                    <a:pt x="345505" y="223870"/>
                  </a:lnTo>
                  <a:lnTo>
                    <a:pt x="394863" y="257224"/>
                  </a:lnTo>
                  <a:lnTo>
                    <a:pt x="444221" y="290793"/>
                  </a:lnTo>
                  <a:lnTo>
                    <a:pt x="493579" y="324530"/>
                  </a:lnTo>
                  <a:lnTo>
                    <a:pt x="542937" y="358386"/>
                  </a:lnTo>
                  <a:lnTo>
                    <a:pt x="592295" y="392314"/>
                  </a:lnTo>
                  <a:lnTo>
                    <a:pt x="641653" y="426264"/>
                  </a:lnTo>
                  <a:lnTo>
                    <a:pt x="691011" y="460188"/>
                  </a:lnTo>
                  <a:lnTo>
                    <a:pt x="740368" y="494037"/>
                  </a:lnTo>
                  <a:lnTo>
                    <a:pt x="789726" y="527762"/>
                  </a:lnTo>
                  <a:lnTo>
                    <a:pt x="839084" y="561317"/>
                  </a:lnTo>
                  <a:lnTo>
                    <a:pt x="888442" y="594654"/>
                  </a:lnTo>
                  <a:lnTo>
                    <a:pt x="937800" y="627728"/>
                  </a:lnTo>
                  <a:lnTo>
                    <a:pt x="987158" y="660495"/>
                  </a:lnTo>
                  <a:lnTo>
                    <a:pt x="1036516" y="692913"/>
                  </a:lnTo>
                  <a:lnTo>
                    <a:pt x="1085874" y="724941"/>
                  </a:lnTo>
                  <a:lnTo>
                    <a:pt x="1135232" y="756541"/>
                  </a:lnTo>
                  <a:lnTo>
                    <a:pt x="1184590" y="787677"/>
                  </a:lnTo>
                  <a:lnTo>
                    <a:pt x="1233948" y="818315"/>
                  </a:lnTo>
                  <a:lnTo>
                    <a:pt x="1283306" y="848424"/>
                  </a:lnTo>
                  <a:lnTo>
                    <a:pt x="1332664" y="877976"/>
                  </a:lnTo>
                  <a:lnTo>
                    <a:pt x="1382022" y="906944"/>
                  </a:lnTo>
                  <a:lnTo>
                    <a:pt x="1431379" y="935305"/>
                  </a:lnTo>
                  <a:lnTo>
                    <a:pt x="1480737" y="963038"/>
                  </a:lnTo>
                  <a:lnTo>
                    <a:pt x="1530095" y="990125"/>
                  </a:lnTo>
                  <a:lnTo>
                    <a:pt x="1579453" y="1016551"/>
                  </a:lnTo>
                  <a:lnTo>
                    <a:pt x="1628811" y="1042303"/>
                  </a:lnTo>
                  <a:lnTo>
                    <a:pt x="1678169" y="1067372"/>
                  </a:lnTo>
                  <a:lnTo>
                    <a:pt x="1727527" y="1091748"/>
                  </a:lnTo>
                  <a:lnTo>
                    <a:pt x="1776885" y="1115427"/>
                  </a:lnTo>
                  <a:lnTo>
                    <a:pt x="1826243" y="1138405"/>
                  </a:lnTo>
                  <a:lnTo>
                    <a:pt x="1875601" y="1160682"/>
                  </a:lnTo>
                  <a:lnTo>
                    <a:pt x="1924959" y="1182258"/>
                  </a:lnTo>
                  <a:lnTo>
                    <a:pt x="1974317" y="1203137"/>
                  </a:lnTo>
                  <a:lnTo>
                    <a:pt x="2023675" y="1223322"/>
                  </a:lnTo>
                  <a:lnTo>
                    <a:pt x="2073033" y="1242821"/>
                  </a:lnTo>
                  <a:lnTo>
                    <a:pt x="2122390" y="1261641"/>
                  </a:lnTo>
                  <a:lnTo>
                    <a:pt x="2171748" y="1279791"/>
                  </a:lnTo>
                  <a:lnTo>
                    <a:pt x="2221106" y="1297282"/>
                  </a:lnTo>
                  <a:lnTo>
                    <a:pt x="2270464" y="1314125"/>
                  </a:lnTo>
                  <a:lnTo>
                    <a:pt x="2319822" y="1330332"/>
                  </a:lnTo>
                  <a:lnTo>
                    <a:pt x="2369180" y="1345917"/>
                  </a:lnTo>
                  <a:lnTo>
                    <a:pt x="2418538" y="1360893"/>
                  </a:lnTo>
                  <a:lnTo>
                    <a:pt x="2467896" y="1375276"/>
                  </a:lnTo>
                  <a:lnTo>
                    <a:pt x="2517254" y="1389080"/>
                  </a:lnTo>
                  <a:lnTo>
                    <a:pt x="2566612" y="1402321"/>
                  </a:lnTo>
                  <a:lnTo>
                    <a:pt x="2615970" y="1415015"/>
                  </a:lnTo>
                  <a:lnTo>
                    <a:pt x="2665328" y="1427177"/>
                  </a:lnTo>
                  <a:lnTo>
                    <a:pt x="2714686" y="1438824"/>
                  </a:lnTo>
                  <a:lnTo>
                    <a:pt x="2764044" y="1449973"/>
                  </a:lnTo>
                  <a:lnTo>
                    <a:pt x="2813401" y="1460639"/>
                  </a:lnTo>
                  <a:lnTo>
                    <a:pt x="2862759" y="1470839"/>
                  </a:lnTo>
                  <a:lnTo>
                    <a:pt x="2912117" y="1480589"/>
                  </a:lnTo>
                  <a:lnTo>
                    <a:pt x="2961475" y="1489905"/>
                  </a:lnTo>
                  <a:lnTo>
                    <a:pt x="3010833" y="1498803"/>
                  </a:lnTo>
                  <a:lnTo>
                    <a:pt x="3060191" y="1507298"/>
                  </a:lnTo>
                  <a:lnTo>
                    <a:pt x="3109549" y="1515406"/>
                  </a:lnTo>
                  <a:lnTo>
                    <a:pt x="3158907" y="1523141"/>
                  </a:lnTo>
                  <a:lnTo>
                    <a:pt x="3208265" y="1530519"/>
                  </a:lnTo>
                  <a:lnTo>
                    <a:pt x="3257623" y="1537553"/>
                  </a:lnTo>
                  <a:lnTo>
                    <a:pt x="3306981" y="1544258"/>
                  </a:lnTo>
                  <a:lnTo>
                    <a:pt x="3356339" y="1550647"/>
                  </a:lnTo>
                  <a:lnTo>
                    <a:pt x="3405697" y="1556734"/>
                  </a:lnTo>
                  <a:lnTo>
                    <a:pt x="3455055" y="1562531"/>
                  </a:lnTo>
                  <a:lnTo>
                    <a:pt x="3504412" y="1568050"/>
                  </a:lnTo>
                  <a:lnTo>
                    <a:pt x="3553770" y="1573304"/>
                  </a:lnTo>
                  <a:lnTo>
                    <a:pt x="3603128" y="1578305"/>
                  </a:lnTo>
                  <a:lnTo>
                    <a:pt x="3652486" y="1583063"/>
                  </a:lnTo>
                  <a:lnTo>
                    <a:pt x="3701844" y="1587590"/>
                  </a:lnTo>
                  <a:lnTo>
                    <a:pt x="3751202" y="1591896"/>
                  </a:lnTo>
                  <a:lnTo>
                    <a:pt x="3800560" y="1595990"/>
                  </a:lnTo>
                  <a:lnTo>
                    <a:pt x="3849918" y="1599884"/>
                  </a:lnTo>
                  <a:lnTo>
                    <a:pt x="3899276" y="1603585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2706411" y="1525266"/>
              <a:ext cx="2717591" cy="1991199"/>
            </a:xfrm>
            <a:custGeom>
              <a:avLst/>
              <a:pathLst>
                <a:path w="2717591" h="1991199">
                  <a:moveTo>
                    <a:pt x="0" y="0"/>
                  </a:moveTo>
                  <a:lnTo>
                    <a:pt x="34399" y="778"/>
                  </a:lnTo>
                  <a:lnTo>
                    <a:pt x="68799" y="1623"/>
                  </a:lnTo>
                  <a:lnTo>
                    <a:pt x="103199" y="2540"/>
                  </a:lnTo>
                  <a:lnTo>
                    <a:pt x="137599" y="3536"/>
                  </a:lnTo>
                  <a:lnTo>
                    <a:pt x="171999" y="4615"/>
                  </a:lnTo>
                  <a:lnTo>
                    <a:pt x="206399" y="5786"/>
                  </a:lnTo>
                  <a:lnTo>
                    <a:pt x="240799" y="7056"/>
                  </a:lnTo>
                  <a:lnTo>
                    <a:pt x="275199" y="8433"/>
                  </a:lnTo>
                  <a:lnTo>
                    <a:pt x="309599" y="9925"/>
                  </a:lnTo>
                  <a:lnTo>
                    <a:pt x="343998" y="11542"/>
                  </a:lnTo>
                  <a:lnTo>
                    <a:pt x="378398" y="13294"/>
                  </a:lnTo>
                  <a:lnTo>
                    <a:pt x="412798" y="15192"/>
                  </a:lnTo>
                  <a:lnTo>
                    <a:pt x="447198" y="17247"/>
                  </a:lnTo>
                  <a:lnTo>
                    <a:pt x="481598" y="19471"/>
                  </a:lnTo>
                  <a:lnTo>
                    <a:pt x="515998" y="21877"/>
                  </a:lnTo>
                  <a:lnTo>
                    <a:pt x="550398" y="24480"/>
                  </a:lnTo>
                  <a:lnTo>
                    <a:pt x="584798" y="27295"/>
                  </a:lnTo>
                  <a:lnTo>
                    <a:pt x="619198" y="30336"/>
                  </a:lnTo>
                  <a:lnTo>
                    <a:pt x="653597" y="33622"/>
                  </a:lnTo>
                  <a:lnTo>
                    <a:pt x="687997" y="37169"/>
                  </a:lnTo>
                  <a:lnTo>
                    <a:pt x="722397" y="40997"/>
                  </a:lnTo>
                  <a:lnTo>
                    <a:pt x="756797" y="45124"/>
                  </a:lnTo>
                  <a:lnTo>
                    <a:pt x="791197" y="49573"/>
                  </a:lnTo>
                  <a:lnTo>
                    <a:pt x="825597" y="54364"/>
                  </a:lnTo>
                  <a:lnTo>
                    <a:pt x="859997" y="59520"/>
                  </a:lnTo>
                  <a:lnTo>
                    <a:pt x="894397" y="65064"/>
                  </a:lnTo>
                  <a:lnTo>
                    <a:pt x="928797" y="71021"/>
                  </a:lnTo>
                  <a:lnTo>
                    <a:pt x="963196" y="77414"/>
                  </a:lnTo>
                  <a:lnTo>
                    <a:pt x="997596" y="84269"/>
                  </a:lnTo>
                  <a:lnTo>
                    <a:pt x="1031996" y="91611"/>
                  </a:lnTo>
                  <a:lnTo>
                    <a:pt x="1066396" y="99465"/>
                  </a:lnTo>
                  <a:lnTo>
                    <a:pt x="1100796" y="107856"/>
                  </a:lnTo>
                  <a:lnTo>
                    <a:pt x="1135196" y="116808"/>
                  </a:lnTo>
                  <a:lnTo>
                    <a:pt x="1169596" y="126343"/>
                  </a:lnTo>
                  <a:lnTo>
                    <a:pt x="1203996" y="136483"/>
                  </a:lnTo>
                  <a:lnTo>
                    <a:pt x="1238396" y="147247"/>
                  </a:lnTo>
                  <a:lnTo>
                    <a:pt x="1272795" y="158651"/>
                  </a:lnTo>
                  <a:lnTo>
                    <a:pt x="1307195" y="170708"/>
                  </a:lnTo>
                  <a:lnTo>
                    <a:pt x="1341595" y="183426"/>
                  </a:lnTo>
                  <a:lnTo>
                    <a:pt x="1375995" y="196810"/>
                  </a:lnTo>
                  <a:lnTo>
                    <a:pt x="1410395" y="210855"/>
                  </a:lnTo>
                  <a:lnTo>
                    <a:pt x="1444795" y="225556"/>
                  </a:lnTo>
                  <a:lnTo>
                    <a:pt x="1479195" y="240895"/>
                  </a:lnTo>
                  <a:lnTo>
                    <a:pt x="1513595" y="256851"/>
                  </a:lnTo>
                  <a:lnTo>
                    <a:pt x="1547995" y="273391"/>
                  </a:lnTo>
                  <a:lnTo>
                    <a:pt x="1582395" y="290479"/>
                  </a:lnTo>
                  <a:lnTo>
                    <a:pt x="1616794" y="308066"/>
                  </a:lnTo>
                  <a:lnTo>
                    <a:pt x="1651194" y="326101"/>
                  </a:lnTo>
                  <a:lnTo>
                    <a:pt x="1685594" y="344524"/>
                  </a:lnTo>
                  <a:lnTo>
                    <a:pt x="1719994" y="363270"/>
                  </a:lnTo>
                  <a:lnTo>
                    <a:pt x="1754394" y="382273"/>
                  </a:lnTo>
                  <a:lnTo>
                    <a:pt x="1788794" y="401464"/>
                  </a:lnTo>
                  <a:lnTo>
                    <a:pt x="1823194" y="420778"/>
                  </a:lnTo>
                  <a:lnTo>
                    <a:pt x="1857594" y="440149"/>
                  </a:lnTo>
                  <a:lnTo>
                    <a:pt x="1891994" y="459519"/>
                  </a:lnTo>
                  <a:lnTo>
                    <a:pt x="1926393" y="478835"/>
                  </a:lnTo>
                  <a:lnTo>
                    <a:pt x="1960793" y="498052"/>
                  </a:lnTo>
                  <a:lnTo>
                    <a:pt x="1995193" y="517132"/>
                  </a:lnTo>
                  <a:lnTo>
                    <a:pt x="2029593" y="536047"/>
                  </a:lnTo>
                  <a:lnTo>
                    <a:pt x="2063993" y="554775"/>
                  </a:lnTo>
                  <a:lnTo>
                    <a:pt x="2098393" y="573302"/>
                  </a:lnTo>
                  <a:lnTo>
                    <a:pt x="2132793" y="591621"/>
                  </a:lnTo>
                  <a:lnTo>
                    <a:pt x="2167193" y="609729"/>
                  </a:lnTo>
                  <a:lnTo>
                    <a:pt x="2201593" y="627629"/>
                  </a:lnTo>
                  <a:lnTo>
                    <a:pt x="2235992" y="645327"/>
                  </a:lnTo>
                  <a:lnTo>
                    <a:pt x="2270392" y="662831"/>
                  </a:lnTo>
                  <a:lnTo>
                    <a:pt x="2304792" y="680151"/>
                  </a:lnTo>
                  <a:lnTo>
                    <a:pt x="2339192" y="697299"/>
                  </a:lnTo>
                  <a:lnTo>
                    <a:pt x="2373592" y="714288"/>
                  </a:lnTo>
                  <a:lnTo>
                    <a:pt x="2407992" y="731129"/>
                  </a:lnTo>
                  <a:lnTo>
                    <a:pt x="2442392" y="747834"/>
                  </a:lnTo>
                  <a:lnTo>
                    <a:pt x="2476792" y="764417"/>
                  </a:lnTo>
                  <a:lnTo>
                    <a:pt x="2511192" y="780887"/>
                  </a:lnTo>
                  <a:lnTo>
                    <a:pt x="2545591" y="797255"/>
                  </a:lnTo>
                  <a:lnTo>
                    <a:pt x="2579991" y="813532"/>
                  </a:lnTo>
                  <a:lnTo>
                    <a:pt x="2614391" y="829726"/>
                  </a:lnTo>
                  <a:lnTo>
                    <a:pt x="2648791" y="845847"/>
                  </a:lnTo>
                  <a:lnTo>
                    <a:pt x="2683191" y="861900"/>
                  </a:lnTo>
                  <a:lnTo>
                    <a:pt x="2717591" y="877894"/>
                  </a:lnTo>
                  <a:lnTo>
                    <a:pt x="2717591" y="1991199"/>
                  </a:lnTo>
                  <a:lnTo>
                    <a:pt x="2683191" y="1957288"/>
                  </a:lnTo>
                  <a:lnTo>
                    <a:pt x="2648791" y="1922013"/>
                  </a:lnTo>
                  <a:lnTo>
                    <a:pt x="2614391" y="1885422"/>
                  </a:lnTo>
                  <a:lnTo>
                    <a:pt x="2579991" y="1847577"/>
                  </a:lnTo>
                  <a:lnTo>
                    <a:pt x="2545591" y="1808552"/>
                  </a:lnTo>
                  <a:lnTo>
                    <a:pt x="2511192" y="1768438"/>
                  </a:lnTo>
                  <a:lnTo>
                    <a:pt x="2476792" y="1727339"/>
                  </a:lnTo>
                  <a:lnTo>
                    <a:pt x="2442392" y="1685371"/>
                  </a:lnTo>
                  <a:lnTo>
                    <a:pt x="2407992" y="1642665"/>
                  </a:lnTo>
                  <a:lnTo>
                    <a:pt x="2373592" y="1599363"/>
                  </a:lnTo>
                  <a:lnTo>
                    <a:pt x="2339192" y="1555618"/>
                  </a:lnTo>
                  <a:lnTo>
                    <a:pt x="2304792" y="1511590"/>
                  </a:lnTo>
                  <a:lnTo>
                    <a:pt x="2270392" y="1467448"/>
                  </a:lnTo>
                  <a:lnTo>
                    <a:pt x="2235992" y="1423362"/>
                  </a:lnTo>
                  <a:lnTo>
                    <a:pt x="2201593" y="1379505"/>
                  </a:lnTo>
                  <a:lnTo>
                    <a:pt x="2167193" y="1336050"/>
                  </a:lnTo>
                  <a:lnTo>
                    <a:pt x="2132793" y="1293164"/>
                  </a:lnTo>
                  <a:lnTo>
                    <a:pt x="2098393" y="1251008"/>
                  </a:lnTo>
                  <a:lnTo>
                    <a:pt x="2063993" y="1209731"/>
                  </a:lnTo>
                  <a:lnTo>
                    <a:pt x="2029593" y="1169472"/>
                  </a:lnTo>
                  <a:lnTo>
                    <a:pt x="1995193" y="1130352"/>
                  </a:lnTo>
                  <a:lnTo>
                    <a:pt x="1960793" y="1092476"/>
                  </a:lnTo>
                  <a:lnTo>
                    <a:pt x="1926393" y="1055927"/>
                  </a:lnTo>
                  <a:lnTo>
                    <a:pt x="1891994" y="1020769"/>
                  </a:lnTo>
                  <a:lnTo>
                    <a:pt x="1857594" y="987046"/>
                  </a:lnTo>
                  <a:lnTo>
                    <a:pt x="1823194" y="954779"/>
                  </a:lnTo>
                  <a:lnTo>
                    <a:pt x="1788794" y="923969"/>
                  </a:lnTo>
                  <a:lnTo>
                    <a:pt x="1754394" y="894602"/>
                  </a:lnTo>
                  <a:lnTo>
                    <a:pt x="1719994" y="866645"/>
                  </a:lnTo>
                  <a:lnTo>
                    <a:pt x="1685594" y="840052"/>
                  </a:lnTo>
                  <a:lnTo>
                    <a:pt x="1651194" y="814769"/>
                  </a:lnTo>
                  <a:lnTo>
                    <a:pt x="1616794" y="790733"/>
                  </a:lnTo>
                  <a:lnTo>
                    <a:pt x="1582395" y="767875"/>
                  </a:lnTo>
                  <a:lnTo>
                    <a:pt x="1547995" y="746125"/>
                  </a:lnTo>
                  <a:lnTo>
                    <a:pt x="1513595" y="725412"/>
                  </a:lnTo>
                  <a:lnTo>
                    <a:pt x="1479195" y="705665"/>
                  </a:lnTo>
                  <a:lnTo>
                    <a:pt x="1444795" y="686817"/>
                  </a:lnTo>
                  <a:lnTo>
                    <a:pt x="1410395" y="668804"/>
                  </a:lnTo>
                  <a:lnTo>
                    <a:pt x="1375995" y="651564"/>
                  </a:lnTo>
                  <a:lnTo>
                    <a:pt x="1341595" y="635041"/>
                  </a:lnTo>
                  <a:lnTo>
                    <a:pt x="1307195" y="619183"/>
                  </a:lnTo>
                  <a:lnTo>
                    <a:pt x="1272795" y="603940"/>
                  </a:lnTo>
                  <a:lnTo>
                    <a:pt x="1238396" y="589270"/>
                  </a:lnTo>
                  <a:lnTo>
                    <a:pt x="1203996" y="575132"/>
                  </a:lnTo>
                  <a:lnTo>
                    <a:pt x="1169596" y="561490"/>
                  </a:lnTo>
                  <a:lnTo>
                    <a:pt x="1135196" y="548309"/>
                  </a:lnTo>
                  <a:lnTo>
                    <a:pt x="1100796" y="535560"/>
                  </a:lnTo>
                  <a:lnTo>
                    <a:pt x="1066396" y="523216"/>
                  </a:lnTo>
                  <a:lnTo>
                    <a:pt x="1031996" y="511252"/>
                  </a:lnTo>
                  <a:lnTo>
                    <a:pt x="997596" y="499646"/>
                  </a:lnTo>
                  <a:lnTo>
                    <a:pt x="963196" y="488376"/>
                  </a:lnTo>
                  <a:lnTo>
                    <a:pt x="928797" y="477426"/>
                  </a:lnTo>
                  <a:lnTo>
                    <a:pt x="894397" y="466777"/>
                  </a:lnTo>
                  <a:lnTo>
                    <a:pt x="859997" y="456415"/>
                  </a:lnTo>
                  <a:lnTo>
                    <a:pt x="825597" y="446326"/>
                  </a:lnTo>
                  <a:lnTo>
                    <a:pt x="791197" y="436497"/>
                  </a:lnTo>
                  <a:lnTo>
                    <a:pt x="756797" y="426916"/>
                  </a:lnTo>
                  <a:lnTo>
                    <a:pt x="722397" y="417573"/>
                  </a:lnTo>
                  <a:lnTo>
                    <a:pt x="687997" y="408458"/>
                  </a:lnTo>
                  <a:lnTo>
                    <a:pt x="653597" y="399561"/>
                  </a:lnTo>
                  <a:lnTo>
                    <a:pt x="619198" y="390874"/>
                  </a:lnTo>
                  <a:lnTo>
                    <a:pt x="584798" y="382390"/>
                  </a:lnTo>
                  <a:lnTo>
                    <a:pt x="550398" y="374101"/>
                  </a:lnTo>
                  <a:lnTo>
                    <a:pt x="515998" y="366001"/>
                  </a:lnTo>
                  <a:lnTo>
                    <a:pt x="481598" y="358083"/>
                  </a:lnTo>
                  <a:lnTo>
                    <a:pt x="447198" y="350342"/>
                  </a:lnTo>
                  <a:lnTo>
                    <a:pt x="412798" y="342772"/>
                  </a:lnTo>
                  <a:lnTo>
                    <a:pt x="378398" y="335367"/>
                  </a:lnTo>
                  <a:lnTo>
                    <a:pt x="343998" y="328124"/>
                  </a:lnTo>
                  <a:lnTo>
                    <a:pt x="309599" y="321036"/>
                  </a:lnTo>
                  <a:lnTo>
                    <a:pt x="275199" y="314101"/>
                  </a:lnTo>
                  <a:lnTo>
                    <a:pt x="240799" y="307314"/>
                  </a:lnTo>
                  <a:lnTo>
                    <a:pt x="206399" y="300671"/>
                  </a:lnTo>
                  <a:lnTo>
                    <a:pt x="171999" y="294169"/>
                  </a:lnTo>
                  <a:lnTo>
                    <a:pt x="137599" y="287803"/>
                  </a:lnTo>
                  <a:lnTo>
                    <a:pt x="103199" y="281571"/>
                  </a:lnTo>
                  <a:lnTo>
                    <a:pt x="68799" y="275469"/>
                  </a:lnTo>
                  <a:lnTo>
                    <a:pt x="34399" y="269494"/>
                  </a:lnTo>
                  <a:lnTo>
                    <a:pt x="0" y="263644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2706411" y="1525266"/>
              <a:ext cx="2717591" cy="877894"/>
            </a:xfrm>
            <a:custGeom>
              <a:avLst/>
              <a:pathLst>
                <a:path w="2717591" h="877894">
                  <a:moveTo>
                    <a:pt x="0" y="0"/>
                  </a:moveTo>
                  <a:lnTo>
                    <a:pt x="34399" y="778"/>
                  </a:lnTo>
                  <a:lnTo>
                    <a:pt x="68799" y="1623"/>
                  </a:lnTo>
                  <a:lnTo>
                    <a:pt x="103199" y="2540"/>
                  </a:lnTo>
                  <a:lnTo>
                    <a:pt x="137599" y="3536"/>
                  </a:lnTo>
                  <a:lnTo>
                    <a:pt x="171999" y="4615"/>
                  </a:lnTo>
                  <a:lnTo>
                    <a:pt x="206399" y="5786"/>
                  </a:lnTo>
                  <a:lnTo>
                    <a:pt x="240799" y="7056"/>
                  </a:lnTo>
                  <a:lnTo>
                    <a:pt x="275199" y="8433"/>
                  </a:lnTo>
                  <a:lnTo>
                    <a:pt x="309599" y="9925"/>
                  </a:lnTo>
                  <a:lnTo>
                    <a:pt x="343998" y="11542"/>
                  </a:lnTo>
                  <a:lnTo>
                    <a:pt x="378398" y="13294"/>
                  </a:lnTo>
                  <a:lnTo>
                    <a:pt x="412798" y="15192"/>
                  </a:lnTo>
                  <a:lnTo>
                    <a:pt x="447198" y="17247"/>
                  </a:lnTo>
                  <a:lnTo>
                    <a:pt x="481598" y="19471"/>
                  </a:lnTo>
                  <a:lnTo>
                    <a:pt x="515998" y="21877"/>
                  </a:lnTo>
                  <a:lnTo>
                    <a:pt x="550398" y="24480"/>
                  </a:lnTo>
                  <a:lnTo>
                    <a:pt x="584798" y="27295"/>
                  </a:lnTo>
                  <a:lnTo>
                    <a:pt x="619198" y="30336"/>
                  </a:lnTo>
                  <a:lnTo>
                    <a:pt x="653597" y="33622"/>
                  </a:lnTo>
                  <a:lnTo>
                    <a:pt x="687997" y="37169"/>
                  </a:lnTo>
                  <a:lnTo>
                    <a:pt x="722397" y="40997"/>
                  </a:lnTo>
                  <a:lnTo>
                    <a:pt x="756797" y="45124"/>
                  </a:lnTo>
                  <a:lnTo>
                    <a:pt x="791197" y="49573"/>
                  </a:lnTo>
                  <a:lnTo>
                    <a:pt x="825597" y="54364"/>
                  </a:lnTo>
                  <a:lnTo>
                    <a:pt x="859997" y="59520"/>
                  </a:lnTo>
                  <a:lnTo>
                    <a:pt x="894397" y="65064"/>
                  </a:lnTo>
                  <a:lnTo>
                    <a:pt x="928797" y="71021"/>
                  </a:lnTo>
                  <a:lnTo>
                    <a:pt x="963196" y="77414"/>
                  </a:lnTo>
                  <a:lnTo>
                    <a:pt x="997596" y="84269"/>
                  </a:lnTo>
                  <a:lnTo>
                    <a:pt x="1031996" y="91611"/>
                  </a:lnTo>
                  <a:lnTo>
                    <a:pt x="1066396" y="99465"/>
                  </a:lnTo>
                  <a:lnTo>
                    <a:pt x="1100796" y="107856"/>
                  </a:lnTo>
                  <a:lnTo>
                    <a:pt x="1135196" y="116808"/>
                  </a:lnTo>
                  <a:lnTo>
                    <a:pt x="1169596" y="126343"/>
                  </a:lnTo>
                  <a:lnTo>
                    <a:pt x="1203996" y="136483"/>
                  </a:lnTo>
                  <a:lnTo>
                    <a:pt x="1238396" y="147247"/>
                  </a:lnTo>
                  <a:lnTo>
                    <a:pt x="1272795" y="158651"/>
                  </a:lnTo>
                  <a:lnTo>
                    <a:pt x="1307195" y="170708"/>
                  </a:lnTo>
                  <a:lnTo>
                    <a:pt x="1341595" y="183426"/>
                  </a:lnTo>
                  <a:lnTo>
                    <a:pt x="1375995" y="196810"/>
                  </a:lnTo>
                  <a:lnTo>
                    <a:pt x="1410395" y="210855"/>
                  </a:lnTo>
                  <a:lnTo>
                    <a:pt x="1444795" y="225556"/>
                  </a:lnTo>
                  <a:lnTo>
                    <a:pt x="1479195" y="240895"/>
                  </a:lnTo>
                  <a:lnTo>
                    <a:pt x="1513595" y="256851"/>
                  </a:lnTo>
                  <a:lnTo>
                    <a:pt x="1547995" y="273391"/>
                  </a:lnTo>
                  <a:lnTo>
                    <a:pt x="1582395" y="290479"/>
                  </a:lnTo>
                  <a:lnTo>
                    <a:pt x="1616794" y="308066"/>
                  </a:lnTo>
                  <a:lnTo>
                    <a:pt x="1651194" y="326101"/>
                  </a:lnTo>
                  <a:lnTo>
                    <a:pt x="1685594" y="344524"/>
                  </a:lnTo>
                  <a:lnTo>
                    <a:pt x="1719994" y="363270"/>
                  </a:lnTo>
                  <a:lnTo>
                    <a:pt x="1754394" y="382273"/>
                  </a:lnTo>
                  <a:lnTo>
                    <a:pt x="1788794" y="401464"/>
                  </a:lnTo>
                  <a:lnTo>
                    <a:pt x="1823194" y="420778"/>
                  </a:lnTo>
                  <a:lnTo>
                    <a:pt x="1857594" y="440149"/>
                  </a:lnTo>
                  <a:lnTo>
                    <a:pt x="1891994" y="459519"/>
                  </a:lnTo>
                  <a:lnTo>
                    <a:pt x="1926393" y="478835"/>
                  </a:lnTo>
                  <a:lnTo>
                    <a:pt x="1960793" y="498052"/>
                  </a:lnTo>
                  <a:lnTo>
                    <a:pt x="1995193" y="517132"/>
                  </a:lnTo>
                  <a:lnTo>
                    <a:pt x="2029593" y="536047"/>
                  </a:lnTo>
                  <a:lnTo>
                    <a:pt x="2063993" y="554775"/>
                  </a:lnTo>
                  <a:lnTo>
                    <a:pt x="2098393" y="573302"/>
                  </a:lnTo>
                  <a:lnTo>
                    <a:pt x="2132793" y="591621"/>
                  </a:lnTo>
                  <a:lnTo>
                    <a:pt x="2167193" y="609729"/>
                  </a:lnTo>
                  <a:lnTo>
                    <a:pt x="2201593" y="627629"/>
                  </a:lnTo>
                  <a:lnTo>
                    <a:pt x="2235992" y="645327"/>
                  </a:lnTo>
                  <a:lnTo>
                    <a:pt x="2270392" y="662831"/>
                  </a:lnTo>
                  <a:lnTo>
                    <a:pt x="2304792" y="680151"/>
                  </a:lnTo>
                  <a:lnTo>
                    <a:pt x="2339192" y="697299"/>
                  </a:lnTo>
                  <a:lnTo>
                    <a:pt x="2373592" y="714288"/>
                  </a:lnTo>
                  <a:lnTo>
                    <a:pt x="2407992" y="731129"/>
                  </a:lnTo>
                  <a:lnTo>
                    <a:pt x="2442392" y="747834"/>
                  </a:lnTo>
                  <a:lnTo>
                    <a:pt x="2476792" y="764417"/>
                  </a:lnTo>
                  <a:lnTo>
                    <a:pt x="2511192" y="780887"/>
                  </a:lnTo>
                  <a:lnTo>
                    <a:pt x="2545591" y="797255"/>
                  </a:lnTo>
                  <a:lnTo>
                    <a:pt x="2579991" y="813532"/>
                  </a:lnTo>
                  <a:lnTo>
                    <a:pt x="2614391" y="829726"/>
                  </a:lnTo>
                  <a:lnTo>
                    <a:pt x="2648791" y="845847"/>
                  </a:lnTo>
                  <a:lnTo>
                    <a:pt x="2683191" y="861900"/>
                  </a:lnTo>
                  <a:lnTo>
                    <a:pt x="2717591" y="8778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2706411" y="1788910"/>
              <a:ext cx="2717591" cy="1727555"/>
            </a:xfrm>
            <a:custGeom>
              <a:avLst/>
              <a:pathLst>
                <a:path w="2717591" h="1727555">
                  <a:moveTo>
                    <a:pt x="2717591" y="1727555"/>
                  </a:moveTo>
                  <a:lnTo>
                    <a:pt x="2683191" y="1693644"/>
                  </a:lnTo>
                  <a:lnTo>
                    <a:pt x="2648791" y="1658369"/>
                  </a:lnTo>
                  <a:lnTo>
                    <a:pt x="2614391" y="1621778"/>
                  </a:lnTo>
                  <a:lnTo>
                    <a:pt x="2579991" y="1583933"/>
                  </a:lnTo>
                  <a:lnTo>
                    <a:pt x="2545591" y="1544908"/>
                  </a:lnTo>
                  <a:lnTo>
                    <a:pt x="2511192" y="1504794"/>
                  </a:lnTo>
                  <a:lnTo>
                    <a:pt x="2476792" y="1463695"/>
                  </a:lnTo>
                  <a:lnTo>
                    <a:pt x="2442392" y="1421727"/>
                  </a:lnTo>
                  <a:lnTo>
                    <a:pt x="2407992" y="1379021"/>
                  </a:lnTo>
                  <a:lnTo>
                    <a:pt x="2373592" y="1335719"/>
                  </a:lnTo>
                  <a:lnTo>
                    <a:pt x="2339192" y="1291974"/>
                  </a:lnTo>
                  <a:lnTo>
                    <a:pt x="2304792" y="1247946"/>
                  </a:lnTo>
                  <a:lnTo>
                    <a:pt x="2270392" y="1203804"/>
                  </a:lnTo>
                  <a:lnTo>
                    <a:pt x="2235992" y="1159718"/>
                  </a:lnTo>
                  <a:lnTo>
                    <a:pt x="2201593" y="1115861"/>
                  </a:lnTo>
                  <a:lnTo>
                    <a:pt x="2167193" y="1072406"/>
                  </a:lnTo>
                  <a:lnTo>
                    <a:pt x="2132793" y="1029520"/>
                  </a:lnTo>
                  <a:lnTo>
                    <a:pt x="2098393" y="987364"/>
                  </a:lnTo>
                  <a:lnTo>
                    <a:pt x="2063993" y="946087"/>
                  </a:lnTo>
                  <a:lnTo>
                    <a:pt x="2029593" y="905828"/>
                  </a:lnTo>
                  <a:lnTo>
                    <a:pt x="1995193" y="866708"/>
                  </a:lnTo>
                  <a:lnTo>
                    <a:pt x="1960793" y="828832"/>
                  </a:lnTo>
                  <a:lnTo>
                    <a:pt x="1926393" y="792283"/>
                  </a:lnTo>
                  <a:lnTo>
                    <a:pt x="1891994" y="757125"/>
                  </a:lnTo>
                  <a:lnTo>
                    <a:pt x="1857594" y="723402"/>
                  </a:lnTo>
                  <a:lnTo>
                    <a:pt x="1823194" y="691135"/>
                  </a:lnTo>
                  <a:lnTo>
                    <a:pt x="1788794" y="660325"/>
                  </a:lnTo>
                  <a:lnTo>
                    <a:pt x="1754394" y="630958"/>
                  </a:lnTo>
                  <a:lnTo>
                    <a:pt x="1719994" y="603000"/>
                  </a:lnTo>
                  <a:lnTo>
                    <a:pt x="1685594" y="576408"/>
                  </a:lnTo>
                  <a:lnTo>
                    <a:pt x="1651194" y="551125"/>
                  </a:lnTo>
                  <a:lnTo>
                    <a:pt x="1616794" y="527089"/>
                  </a:lnTo>
                  <a:lnTo>
                    <a:pt x="1582395" y="504231"/>
                  </a:lnTo>
                  <a:lnTo>
                    <a:pt x="1547995" y="482481"/>
                  </a:lnTo>
                  <a:lnTo>
                    <a:pt x="1513595" y="461768"/>
                  </a:lnTo>
                  <a:lnTo>
                    <a:pt x="1479195" y="442021"/>
                  </a:lnTo>
                  <a:lnTo>
                    <a:pt x="1444795" y="423173"/>
                  </a:lnTo>
                  <a:lnTo>
                    <a:pt x="1410395" y="405160"/>
                  </a:lnTo>
                  <a:lnTo>
                    <a:pt x="1375995" y="387920"/>
                  </a:lnTo>
                  <a:lnTo>
                    <a:pt x="1341595" y="371397"/>
                  </a:lnTo>
                  <a:lnTo>
                    <a:pt x="1307195" y="355539"/>
                  </a:lnTo>
                  <a:lnTo>
                    <a:pt x="1272795" y="340296"/>
                  </a:lnTo>
                  <a:lnTo>
                    <a:pt x="1238396" y="325626"/>
                  </a:lnTo>
                  <a:lnTo>
                    <a:pt x="1203996" y="311488"/>
                  </a:lnTo>
                  <a:lnTo>
                    <a:pt x="1169596" y="297845"/>
                  </a:lnTo>
                  <a:lnTo>
                    <a:pt x="1135196" y="284665"/>
                  </a:lnTo>
                  <a:lnTo>
                    <a:pt x="1100796" y="271916"/>
                  </a:lnTo>
                  <a:lnTo>
                    <a:pt x="1066396" y="259572"/>
                  </a:lnTo>
                  <a:lnTo>
                    <a:pt x="1031996" y="247608"/>
                  </a:lnTo>
                  <a:lnTo>
                    <a:pt x="997596" y="236002"/>
                  </a:lnTo>
                  <a:lnTo>
                    <a:pt x="963196" y="224732"/>
                  </a:lnTo>
                  <a:lnTo>
                    <a:pt x="928797" y="213782"/>
                  </a:lnTo>
                  <a:lnTo>
                    <a:pt x="894397" y="203133"/>
                  </a:lnTo>
                  <a:lnTo>
                    <a:pt x="859997" y="192771"/>
                  </a:lnTo>
                  <a:lnTo>
                    <a:pt x="825597" y="182682"/>
                  </a:lnTo>
                  <a:lnTo>
                    <a:pt x="791197" y="172853"/>
                  </a:lnTo>
                  <a:lnTo>
                    <a:pt x="756797" y="163272"/>
                  </a:lnTo>
                  <a:lnTo>
                    <a:pt x="722397" y="153929"/>
                  </a:lnTo>
                  <a:lnTo>
                    <a:pt x="687997" y="144814"/>
                  </a:lnTo>
                  <a:lnTo>
                    <a:pt x="653597" y="135917"/>
                  </a:lnTo>
                  <a:lnTo>
                    <a:pt x="619198" y="127230"/>
                  </a:lnTo>
                  <a:lnTo>
                    <a:pt x="584798" y="118746"/>
                  </a:lnTo>
                  <a:lnTo>
                    <a:pt x="550398" y="110457"/>
                  </a:lnTo>
                  <a:lnTo>
                    <a:pt x="515998" y="102357"/>
                  </a:lnTo>
                  <a:lnTo>
                    <a:pt x="481598" y="94439"/>
                  </a:lnTo>
                  <a:lnTo>
                    <a:pt x="447198" y="86698"/>
                  </a:lnTo>
                  <a:lnTo>
                    <a:pt x="412798" y="79128"/>
                  </a:lnTo>
                  <a:lnTo>
                    <a:pt x="378398" y="71723"/>
                  </a:lnTo>
                  <a:lnTo>
                    <a:pt x="343998" y="64479"/>
                  </a:lnTo>
                  <a:lnTo>
                    <a:pt x="309599" y="57392"/>
                  </a:lnTo>
                  <a:lnTo>
                    <a:pt x="275199" y="50457"/>
                  </a:lnTo>
                  <a:lnTo>
                    <a:pt x="240799" y="43670"/>
                  </a:lnTo>
                  <a:lnTo>
                    <a:pt x="206399" y="37027"/>
                  </a:lnTo>
                  <a:lnTo>
                    <a:pt x="171999" y="30525"/>
                  </a:lnTo>
                  <a:lnTo>
                    <a:pt x="137599" y="24159"/>
                  </a:lnTo>
                  <a:lnTo>
                    <a:pt x="103199" y="17927"/>
                  </a:lnTo>
                  <a:lnTo>
                    <a:pt x="68799" y="11825"/>
                  </a:lnTo>
                  <a:lnTo>
                    <a:pt x="34399" y="585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2706411" y="1567733"/>
              <a:ext cx="2717591" cy="1436448"/>
            </a:xfrm>
            <a:custGeom>
              <a:avLst/>
              <a:pathLst>
                <a:path w="2717591" h="1436448">
                  <a:moveTo>
                    <a:pt x="0" y="0"/>
                  </a:moveTo>
                  <a:lnTo>
                    <a:pt x="34399" y="2770"/>
                  </a:lnTo>
                  <a:lnTo>
                    <a:pt x="68799" y="5687"/>
                  </a:lnTo>
                  <a:lnTo>
                    <a:pt x="103199" y="8757"/>
                  </a:lnTo>
                  <a:lnTo>
                    <a:pt x="137599" y="11987"/>
                  </a:lnTo>
                  <a:lnTo>
                    <a:pt x="171999" y="15386"/>
                  </a:lnTo>
                  <a:lnTo>
                    <a:pt x="206399" y="18961"/>
                  </a:lnTo>
                  <a:lnTo>
                    <a:pt x="240799" y="22723"/>
                  </a:lnTo>
                  <a:lnTo>
                    <a:pt x="275199" y="26678"/>
                  </a:lnTo>
                  <a:lnTo>
                    <a:pt x="309599" y="30838"/>
                  </a:lnTo>
                  <a:lnTo>
                    <a:pt x="343998" y="35211"/>
                  </a:lnTo>
                  <a:lnTo>
                    <a:pt x="378398" y="39808"/>
                  </a:lnTo>
                  <a:lnTo>
                    <a:pt x="412798" y="44639"/>
                  </a:lnTo>
                  <a:lnTo>
                    <a:pt x="447198" y="49715"/>
                  </a:lnTo>
                  <a:lnTo>
                    <a:pt x="481598" y="55047"/>
                  </a:lnTo>
                  <a:lnTo>
                    <a:pt x="515998" y="60647"/>
                  </a:lnTo>
                  <a:lnTo>
                    <a:pt x="550398" y="66528"/>
                  </a:lnTo>
                  <a:lnTo>
                    <a:pt x="584798" y="72701"/>
                  </a:lnTo>
                  <a:lnTo>
                    <a:pt x="619198" y="79180"/>
                  </a:lnTo>
                  <a:lnTo>
                    <a:pt x="653597" y="85977"/>
                  </a:lnTo>
                  <a:lnTo>
                    <a:pt x="687997" y="93107"/>
                  </a:lnTo>
                  <a:lnTo>
                    <a:pt x="722397" y="100583"/>
                  </a:lnTo>
                  <a:lnTo>
                    <a:pt x="756797" y="108419"/>
                  </a:lnTo>
                  <a:lnTo>
                    <a:pt x="791197" y="116631"/>
                  </a:lnTo>
                  <a:lnTo>
                    <a:pt x="825597" y="125234"/>
                  </a:lnTo>
                  <a:lnTo>
                    <a:pt x="859997" y="134241"/>
                  </a:lnTo>
                  <a:lnTo>
                    <a:pt x="894397" y="143670"/>
                  </a:lnTo>
                  <a:lnTo>
                    <a:pt x="928797" y="153536"/>
                  </a:lnTo>
                  <a:lnTo>
                    <a:pt x="963196" y="163855"/>
                  </a:lnTo>
                  <a:lnTo>
                    <a:pt x="997596" y="174642"/>
                  </a:lnTo>
                  <a:lnTo>
                    <a:pt x="1031996" y="185915"/>
                  </a:lnTo>
                  <a:lnTo>
                    <a:pt x="1066396" y="197689"/>
                  </a:lnTo>
                  <a:lnTo>
                    <a:pt x="1100796" y="209980"/>
                  </a:lnTo>
                  <a:lnTo>
                    <a:pt x="1135196" y="222804"/>
                  </a:lnTo>
                  <a:lnTo>
                    <a:pt x="1169596" y="236178"/>
                  </a:lnTo>
                  <a:lnTo>
                    <a:pt x="1203996" y="250116"/>
                  </a:lnTo>
                  <a:lnTo>
                    <a:pt x="1238396" y="264635"/>
                  </a:lnTo>
                  <a:lnTo>
                    <a:pt x="1272795" y="279749"/>
                  </a:lnTo>
                  <a:lnTo>
                    <a:pt x="1307195" y="295472"/>
                  </a:lnTo>
                  <a:lnTo>
                    <a:pt x="1341595" y="311818"/>
                  </a:lnTo>
                  <a:lnTo>
                    <a:pt x="1375995" y="328800"/>
                  </a:lnTo>
                  <a:lnTo>
                    <a:pt x="1410395" y="346430"/>
                  </a:lnTo>
                  <a:lnTo>
                    <a:pt x="1444795" y="364719"/>
                  </a:lnTo>
                  <a:lnTo>
                    <a:pt x="1479195" y="383678"/>
                  </a:lnTo>
                  <a:lnTo>
                    <a:pt x="1513595" y="403313"/>
                  </a:lnTo>
                  <a:lnTo>
                    <a:pt x="1547995" y="423634"/>
                  </a:lnTo>
                  <a:lnTo>
                    <a:pt x="1582395" y="444646"/>
                  </a:lnTo>
                  <a:lnTo>
                    <a:pt x="1616794" y="466353"/>
                  </a:lnTo>
                  <a:lnTo>
                    <a:pt x="1651194" y="488757"/>
                  </a:lnTo>
                  <a:lnTo>
                    <a:pt x="1685594" y="511859"/>
                  </a:lnTo>
                  <a:lnTo>
                    <a:pt x="1719994" y="535658"/>
                  </a:lnTo>
                  <a:lnTo>
                    <a:pt x="1754394" y="560149"/>
                  </a:lnTo>
                  <a:lnTo>
                    <a:pt x="1788794" y="585327"/>
                  </a:lnTo>
                  <a:lnTo>
                    <a:pt x="1823194" y="611183"/>
                  </a:lnTo>
                  <a:lnTo>
                    <a:pt x="1857594" y="637706"/>
                  </a:lnTo>
                  <a:lnTo>
                    <a:pt x="1891994" y="664884"/>
                  </a:lnTo>
                  <a:lnTo>
                    <a:pt x="1926393" y="692700"/>
                  </a:lnTo>
                  <a:lnTo>
                    <a:pt x="1960793" y="721136"/>
                  </a:lnTo>
                  <a:lnTo>
                    <a:pt x="1995193" y="750170"/>
                  </a:lnTo>
                  <a:lnTo>
                    <a:pt x="2029593" y="779779"/>
                  </a:lnTo>
                  <a:lnTo>
                    <a:pt x="2063993" y="809937"/>
                  </a:lnTo>
                  <a:lnTo>
                    <a:pt x="2098393" y="840614"/>
                  </a:lnTo>
                  <a:lnTo>
                    <a:pt x="2132793" y="871779"/>
                  </a:lnTo>
                  <a:lnTo>
                    <a:pt x="2167193" y="903397"/>
                  </a:lnTo>
                  <a:lnTo>
                    <a:pt x="2201593" y="935433"/>
                  </a:lnTo>
                  <a:lnTo>
                    <a:pt x="2235992" y="967848"/>
                  </a:lnTo>
                  <a:lnTo>
                    <a:pt x="2270392" y="1000601"/>
                  </a:lnTo>
                  <a:lnTo>
                    <a:pt x="2304792" y="1033650"/>
                  </a:lnTo>
                  <a:lnTo>
                    <a:pt x="2339192" y="1066952"/>
                  </a:lnTo>
                  <a:lnTo>
                    <a:pt x="2373592" y="1100460"/>
                  </a:lnTo>
                  <a:lnTo>
                    <a:pt x="2407992" y="1134129"/>
                  </a:lnTo>
                  <a:lnTo>
                    <a:pt x="2442392" y="1167910"/>
                  </a:lnTo>
                  <a:lnTo>
                    <a:pt x="2476792" y="1201756"/>
                  </a:lnTo>
                  <a:lnTo>
                    <a:pt x="2511192" y="1235619"/>
                  </a:lnTo>
                  <a:lnTo>
                    <a:pt x="2545591" y="1269449"/>
                  </a:lnTo>
                  <a:lnTo>
                    <a:pt x="2579991" y="1303199"/>
                  </a:lnTo>
                  <a:lnTo>
                    <a:pt x="2614391" y="1336821"/>
                  </a:lnTo>
                  <a:lnTo>
                    <a:pt x="2648791" y="1370267"/>
                  </a:lnTo>
                  <a:lnTo>
                    <a:pt x="2683191" y="1403491"/>
                  </a:lnTo>
                  <a:lnTo>
                    <a:pt x="2717591" y="1436448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352475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2493668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3634861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4776054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230" name="tx230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2" name="pt232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tx238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1428519" y="1165040"/>
              <a:ext cx="723016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4947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9541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41356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72442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1838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30912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4586172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59312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65182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464839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4260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09124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514821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45822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44839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45543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11507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26966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43854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48036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514528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1045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3070712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42604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438175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33841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325999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308113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455437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19521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7722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43377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4295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5343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7719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8846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19521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8521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6681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66785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9489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9489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8518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8849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4271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1435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8869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8849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5436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4259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1435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307383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44303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46341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4427009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4637304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343205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308421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339705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32388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45291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46026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345973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4605858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46988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302847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521090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520824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302728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344069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304978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469573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30269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452917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35334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61343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6109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66352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35334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44401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40651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3877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6608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1226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9450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1748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2790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4049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16767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13293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1157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4444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13293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1697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2802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9450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438783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41748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194041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5553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20607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20607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8486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9620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6134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7446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92835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25685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8492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9615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5547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9285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9428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15882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58218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6187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0248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248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7447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2582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185271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1063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28975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9422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9085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1063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185272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9085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2802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59109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8525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3838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19427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21019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3212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2111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53838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43221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2802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85150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5906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2888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3845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5386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479727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459537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47943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459205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33674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29958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469162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469130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4764127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321484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33894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34283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3221883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33894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485339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303595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33613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305179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476473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29958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30016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4851175" y="397531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30016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25150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417715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275572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417546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24924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28545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427763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435762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296601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296647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298539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49847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2502694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277147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4357747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4277508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255835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4454209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254854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84701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388333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389990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456106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2504745" y="1446049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1623483" y="1988923"/>
              <a:ext cx="3899276" cy="2044641"/>
            </a:xfrm>
            <a:custGeom>
              <a:avLst/>
              <a:pathLst>
                <a:path w="3899276" h="2044641">
                  <a:moveTo>
                    <a:pt x="0" y="0"/>
                  </a:moveTo>
                  <a:lnTo>
                    <a:pt x="49357" y="30189"/>
                  </a:lnTo>
                  <a:lnTo>
                    <a:pt x="98715" y="61643"/>
                  </a:lnTo>
                  <a:lnTo>
                    <a:pt x="148073" y="94330"/>
                  </a:lnTo>
                  <a:lnTo>
                    <a:pt x="197431" y="128208"/>
                  </a:lnTo>
                  <a:lnTo>
                    <a:pt x="246789" y="163221"/>
                  </a:lnTo>
                  <a:lnTo>
                    <a:pt x="296147" y="199303"/>
                  </a:lnTo>
                  <a:lnTo>
                    <a:pt x="345505" y="236374"/>
                  </a:lnTo>
                  <a:lnTo>
                    <a:pt x="394863" y="274342"/>
                  </a:lnTo>
                  <a:lnTo>
                    <a:pt x="444221" y="313102"/>
                  </a:lnTo>
                  <a:lnTo>
                    <a:pt x="493579" y="352542"/>
                  </a:lnTo>
                  <a:lnTo>
                    <a:pt x="542937" y="392536"/>
                  </a:lnTo>
                  <a:lnTo>
                    <a:pt x="592295" y="432951"/>
                  </a:lnTo>
                  <a:lnTo>
                    <a:pt x="641653" y="473649"/>
                  </a:lnTo>
                  <a:lnTo>
                    <a:pt x="691011" y="514485"/>
                  </a:lnTo>
                  <a:lnTo>
                    <a:pt x="740368" y="555312"/>
                  </a:lnTo>
                  <a:lnTo>
                    <a:pt x="789726" y="595986"/>
                  </a:lnTo>
                  <a:lnTo>
                    <a:pt x="839084" y="636363"/>
                  </a:lnTo>
                  <a:lnTo>
                    <a:pt x="888442" y="676306"/>
                  </a:lnTo>
                  <a:lnTo>
                    <a:pt x="937800" y="715686"/>
                  </a:lnTo>
                  <a:lnTo>
                    <a:pt x="987158" y="754385"/>
                  </a:lnTo>
                  <a:lnTo>
                    <a:pt x="1036516" y="792299"/>
                  </a:lnTo>
                  <a:lnTo>
                    <a:pt x="1085874" y="829337"/>
                  </a:lnTo>
                  <a:lnTo>
                    <a:pt x="1135232" y="865423"/>
                  </a:lnTo>
                  <a:lnTo>
                    <a:pt x="1184590" y="900501"/>
                  </a:lnTo>
                  <a:lnTo>
                    <a:pt x="1233948" y="934527"/>
                  </a:lnTo>
                  <a:lnTo>
                    <a:pt x="1283306" y="967476"/>
                  </a:lnTo>
                  <a:lnTo>
                    <a:pt x="1332664" y="999335"/>
                  </a:lnTo>
                  <a:lnTo>
                    <a:pt x="1382022" y="1030107"/>
                  </a:lnTo>
                  <a:lnTo>
                    <a:pt x="1431379" y="1059804"/>
                  </a:lnTo>
                  <a:lnTo>
                    <a:pt x="1480737" y="1088448"/>
                  </a:lnTo>
                  <a:lnTo>
                    <a:pt x="1530095" y="1116069"/>
                  </a:lnTo>
                  <a:lnTo>
                    <a:pt x="1579453" y="1142701"/>
                  </a:lnTo>
                  <a:lnTo>
                    <a:pt x="1628811" y="1168384"/>
                  </a:lnTo>
                  <a:lnTo>
                    <a:pt x="1678169" y="1193158"/>
                  </a:lnTo>
                  <a:lnTo>
                    <a:pt x="1727527" y="1217065"/>
                  </a:lnTo>
                  <a:lnTo>
                    <a:pt x="1776885" y="1240148"/>
                  </a:lnTo>
                  <a:lnTo>
                    <a:pt x="1826243" y="1262449"/>
                  </a:lnTo>
                  <a:lnTo>
                    <a:pt x="1875601" y="1284006"/>
                  </a:lnTo>
                  <a:lnTo>
                    <a:pt x="1924959" y="1304859"/>
                  </a:lnTo>
                  <a:lnTo>
                    <a:pt x="1974317" y="1325043"/>
                  </a:lnTo>
                  <a:lnTo>
                    <a:pt x="2023675" y="1344593"/>
                  </a:lnTo>
                  <a:lnTo>
                    <a:pt x="2073033" y="1363541"/>
                  </a:lnTo>
                  <a:lnTo>
                    <a:pt x="2122390" y="1381916"/>
                  </a:lnTo>
                  <a:lnTo>
                    <a:pt x="2171748" y="1399746"/>
                  </a:lnTo>
                  <a:lnTo>
                    <a:pt x="2221106" y="1417056"/>
                  </a:lnTo>
                  <a:lnTo>
                    <a:pt x="2270464" y="1433870"/>
                  </a:lnTo>
                  <a:lnTo>
                    <a:pt x="2319822" y="1450211"/>
                  </a:lnTo>
                  <a:lnTo>
                    <a:pt x="2369180" y="1466097"/>
                  </a:lnTo>
                  <a:lnTo>
                    <a:pt x="2418538" y="1481547"/>
                  </a:lnTo>
                  <a:lnTo>
                    <a:pt x="2467896" y="1496580"/>
                  </a:lnTo>
                  <a:lnTo>
                    <a:pt x="2517254" y="1511210"/>
                  </a:lnTo>
                  <a:lnTo>
                    <a:pt x="2566612" y="1525452"/>
                  </a:lnTo>
                  <a:lnTo>
                    <a:pt x="2615970" y="1539321"/>
                  </a:lnTo>
                  <a:lnTo>
                    <a:pt x="2665328" y="1552829"/>
                  </a:lnTo>
                  <a:lnTo>
                    <a:pt x="2714686" y="1565988"/>
                  </a:lnTo>
                  <a:lnTo>
                    <a:pt x="2764044" y="1578810"/>
                  </a:lnTo>
                  <a:lnTo>
                    <a:pt x="2813401" y="1591304"/>
                  </a:lnTo>
                  <a:lnTo>
                    <a:pt x="2862759" y="1603480"/>
                  </a:lnTo>
                  <a:lnTo>
                    <a:pt x="2912117" y="1615349"/>
                  </a:lnTo>
                  <a:lnTo>
                    <a:pt x="2961475" y="1626918"/>
                  </a:lnTo>
                  <a:lnTo>
                    <a:pt x="3010833" y="1638196"/>
                  </a:lnTo>
                  <a:lnTo>
                    <a:pt x="3060191" y="1649192"/>
                  </a:lnTo>
                  <a:lnTo>
                    <a:pt x="3109549" y="1659911"/>
                  </a:lnTo>
                  <a:lnTo>
                    <a:pt x="3158907" y="1670363"/>
                  </a:lnTo>
                  <a:lnTo>
                    <a:pt x="3208265" y="1680553"/>
                  </a:lnTo>
                  <a:lnTo>
                    <a:pt x="3257623" y="1690489"/>
                  </a:lnTo>
                  <a:lnTo>
                    <a:pt x="3306981" y="1700176"/>
                  </a:lnTo>
                  <a:lnTo>
                    <a:pt x="3356339" y="1709621"/>
                  </a:lnTo>
                  <a:lnTo>
                    <a:pt x="3405697" y="1718829"/>
                  </a:lnTo>
                  <a:lnTo>
                    <a:pt x="3455055" y="1727807"/>
                  </a:lnTo>
                  <a:lnTo>
                    <a:pt x="3504412" y="1736560"/>
                  </a:lnTo>
                  <a:lnTo>
                    <a:pt x="3553770" y="1745093"/>
                  </a:lnTo>
                  <a:lnTo>
                    <a:pt x="3603128" y="1753411"/>
                  </a:lnTo>
                  <a:lnTo>
                    <a:pt x="3652486" y="1761520"/>
                  </a:lnTo>
                  <a:lnTo>
                    <a:pt x="3701844" y="1769425"/>
                  </a:lnTo>
                  <a:lnTo>
                    <a:pt x="3751202" y="1777130"/>
                  </a:lnTo>
                  <a:lnTo>
                    <a:pt x="3800560" y="1784639"/>
                  </a:lnTo>
                  <a:lnTo>
                    <a:pt x="3849918" y="1791958"/>
                  </a:lnTo>
                  <a:lnTo>
                    <a:pt x="3899276" y="1799091"/>
                  </a:lnTo>
                  <a:lnTo>
                    <a:pt x="3899276" y="2044641"/>
                  </a:lnTo>
                  <a:lnTo>
                    <a:pt x="3849918" y="2043630"/>
                  </a:lnTo>
                  <a:lnTo>
                    <a:pt x="3800560" y="2042535"/>
                  </a:lnTo>
                  <a:lnTo>
                    <a:pt x="3751202" y="2041350"/>
                  </a:lnTo>
                  <a:lnTo>
                    <a:pt x="3701844" y="2040065"/>
                  </a:lnTo>
                  <a:lnTo>
                    <a:pt x="3652486" y="2038675"/>
                  </a:lnTo>
                  <a:lnTo>
                    <a:pt x="3603128" y="2037170"/>
                  </a:lnTo>
                  <a:lnTo>
                    <a:pt x="3553770" y="2035541"/>
                  </a:lnTo>
                  <a:lnTo>
                    <a:pt x="3504412" y="2033778"/>
                  </a:lnTo>
                  <a:lnTo>
                    <a:pt x="3455055" y="2031871"/>
                  </a:lnTo>
                  <a:lnTo>
                    <a:pt x="3405697" y="2029809"/>
                  </a:lnTo>
                  <a:lnTo>
                    <a:pt x="3356339" y="2027579"/>
                  </a:lnTo>
                  <a:lnTo>
                    <a:pt x="3306981" y="2025168"/>
                  </a:lnTo>
                  <a:lnTo>
                    <a:pt x="3257623" y="2022563"/>
                  </a:lnTo>
                  <a:lnTo>
                    <a:pt x="3208265" y="2019748"/>
                  </a:lnTo>
                  <a:lnTo>
                    <a:pt x="3158907" y="2016709"/>
                  </a:lnTo>
                  <a:lnTo>
                    <a:pt x="3109549" y="2013428"/>
                  </a:lnTo>
                  <a:lnTo>
                    <a:pt x="3060191" y="2009888"/>
                  </a:lnTo>
                  <a:lnTo>
                    <a:pt x="3010833" y="2006069"/>
                  </a:lnTo>
                  <a:lnTo>
                    <a:pt x="2961475" y="2001952"/>
                  </a:lnTo>
                  <a:lnTo>
                    <a:pt x="2912117" y="1997516"/>
                  </a:lnTo>
                  <a:lnTo>
                    <a:pt x="2862759" y="1992738"/>
                  </a:lnTo>
                  <a:lnTo>
                    <a:pt x="2813401" y="1987595"/>
                  </a:lnTo>
                  <a:lnTo>
                    <a:pt x="2764044" y="1982063"/>
                  </a:lnTo>
                  <a:lnTo>
                    <a:pt x="2714686" y="1976116"/>
                  </a:lnTo>
                  <a:lnTo>
                    <a:pt x="2665328" y="1969727"/>
                  </a:lnTo>
                  <a:lnTo>
                    <a:pt x="2615970" y="1962870"/>
                  </a:lnTo>
                  <a:lnTo>
                    <a:pt x="2566612" y="1955515"/>
                  </a:lnTo>
                  <a:lnTo>
                    <a:pt x="2517254" y="1947635"/>
                  </a:lnTo>
                  <a:lnTo>
                    <a:pt x="2467896" y="1939199"/>
                  </a:lnTo>
                  <a:lnTo>
                    <a:pt x="2418538" y="1930177"/>
                  </a:lnTo>
                  <a:lnTo>
                    <a:pt x="2369180" y="1920540"/>
                  </a:lnTo>
                  <a:lnTo>
                    <a:pt x="2319822" y="1910257"/>
                  </a:lnTo>
                  <a:lnTo>
                    <a:pt x="2270464" y="1899300"/>
                  </a:lnTo>
                  <a:lnTo>
                    <a:pt x="2221106" y="1887641"/>
                  </a:lnTo>
                  <a:lnTo>
                    <a:pt x="2171748" y="1875252"/>
                  </a:lnTo>
                  <a:lnTo>
                    <a:pt x="2122390" y="1862109"/>
                  </a:lnTo>
                  <a:lnTo>
                    <a:pt x="2073033" y="1848190"/>
                  </a:lnTo>
                  <a:lnTo>
                    <a:pt x="2023675" y="1833474"/>
                  </a:lnTo>
                  <a:lnTo>
                    <a:pt x="1974317" y="1817948"/>
                  </a:lnTo>
                  <a:lnTo>
                    <a:pt x="1924959" y="1801599"/>
                  </a:lnTo>
                  <a:lnTo>
                    <a:pt x="1875601" y="1784422"/>
                  </a:lnTo>
                  <a:lnTo>
                    <a:pt x="1826243" y="1766417"/>
                  </a:lnTo>
                  <a:lnTo>
                    <a:pt x="1776885" y="1747592"/>
                  </a:lnTo>
                  <a:lnTo>
                    <a:pt x="1727527" y="1727958"/>
                  </a:lnTo>
                  <a:lnTo>
                    <a:pt x="1678169" y="1707539"/>
                  </a:lnTo>
                  <a:lnTo>
                    <a:pt x="1628811" y="1686362"/>
                  </a:lnTo>
                  <a:lnTo>
                    <a:pt x="1579453" y="1664466"/>
                  </a:lnTo>
                  <a:lnTo>
                    <a:pt x="1530095" y="1641895"/>
                  </a:lnTo>
                  <a:lnTo>
                    <a:pt x="1480737" y="1618702"/>
                  </a:lnTo>
                  <a:lnTo>
                    <a:pt x="1431379" y="1594947"/>
                  </a:lnTo>
                  <a:lnTo>
                    <a:pt x="1382022" y="1570693"/>
                  </a:lnTo>
                  <a:lnTo>
                    <a:pt x="1332664" y="1546009"/>
                  </a:lnTo>
                  <a:lnTo>
                    <a:pt x="1283306" y="1520969"/>
                  </a:lnTo>
                  <a:lnTo>
                    <a:pt x="1233948" y="1495645"/>
                  </a:lnTo>
                  <a:lnTo>
                    <a:pt x="1184590" y="1470107"/>
                  </a:lnTo>
                  <a:lnTo>
                    <a:pt x="1135232" y="1444426"/>
                  </a:lnTo>
                  <a:lnTo>
                    <a:pt x="1085874" y="1418667"/>
                  </a:lnTo>
                  <a:lnTo>
                    <a:pt x="1036516" y="1392889"/>
                  </a:lnTo>
                  <a:lnTo>
                    <a:pt x="987158" y="1367145"/>
                  </a:lnTo>
                  <a:lnTo>
                    <a:pt x="937800" y="1341480"/>
                  </a:lnTo>
                  <a:lnTo>
                    <a:pt x="888442" y="1315933"/>
                  </a:lnTo>
                  <a:lnTo>
                    <a:pt x="839084" y="1290534"/>
                  </a:lnTo>
                  <a:lnTo>
                    <a:pt x="789726" y="1265308"/>
                  </a:lnTo>
                  <a:lnTo>
                    <a:pt x="740368" y="1240273"/>
                  </a:lnTo>
                  <a:lnTo>
                    <a:pt x="691011" y="1215440"/>
                  </a:lnTo>
                  <a:lnTo>
                    <a:pt x="641653" y="1190817"/>
                  </a:lnTo>
                  <a:lnTo>
                    <a:pt x="592295" y="1166408"/>
                  </a:lnTo>
                  <a:lnTo>
                    <a:pt x="542937" y="1142214"/>
                  </a:lnTo>
                  <a:lnTo>
                    <a:pt x="493579" y="1118232"/>
                  </a:lnTo>
                  <a:lnTo>
                    <a:pt x="444221" y="1094460"/>
                  </a:lnTo>
                  <a:lnTo>
                    <a:pt x="394863" y="1070892"/>
                  </a:lnTo>
                  <a:lnTo>
                    <a:pt x="345505" y="1047524"/>
                  </a:lnTo>
                  <a:lnTo>
                    <a:pt x="296147" y="1024350"/>
                  </a:lnTo>
                  <a:lnTo>
                    <a:pt x="246789" y="1001365"/>
                  </a:lnTo>
                  <a:lnTo>
                    <a:pt x="197431" y="978564"/>
                  </a:lnTo>
                  <a:lnTo>
                    <a:pt x="148073" y="955941"/>
                  </a:lnTo>
                  <a:lnTo>
                    <a:pt x="98715" y="933492"/>
                  </a:lnTo>
                  <a:lnTo>
                    <a:pt x="49357" y="911215"/>
                  </a:lnTo>
                  <a:lnTo>
                    <a:pt x="0" y="889105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623483" y="1988923"/>
              <a:ext cx="3899276" cy="1799091"/>
            </a:xfrm>
            <a:custGeom>
              <a:avLst/>
              <a:pathLst>
                <a:path w="3899276" h="1799091">
                  <a:moveTo>
                    <a:pt x="0" y="0"/>
                  </a:moveTo>
                  <a:lnTo>
                    <a:pt x="49357" y="30189"/>
                  </a:lnTo>
                  <a:lnTo>
                    <a:pt x="98715" y="61643"/>
                  </a:lnTo>
                  <a:lnTo>
                    <a:pt x="148073" y="94330"/>
                  </a:lnTo>
                  <a:lnTo>
                    <a:pt x="197431" y="128208"/>
                  </a:lnTo>
                  <a:lnTo>
                    <a:pt x="246789" y="163221"/>
                  </a:lnTo>
                  <a:lnTo>
                    <a:pt x="296147" y="199303"/>
                  </a:lnTo>
                  <a:lnTo>
                    <a:pt x="345505" y="236374"/>
                  </a:lnTo>
                  <a:lnTo>
                    <a:pt x="394863" y="274342"/>
                  </a:lnTo>
                  <a:lnTo>
                    <a:pt x="444221" y="313102"/>
                  </a:lnTo>
                  <a:lnTo>
                    <a:pt x="493579" y="352542"/>
                  </a:lnTo>
                  <a:lnTo>
                    <a:pt x="542937" y="392536"/>
                  </a:lnTo>
                  <a:lnTo>
                    <a:pt x="592295" y="432951"/>
                  </a:lnTo>
                  <a:lnTo>
                    <a:pt x="641653" y="473649"/>
                  </a:lnTo>
                  <a:lnTo>
                    <a:pt x="691011" y="514485"/>
                  </a:lnTo>
                  <a:lnTo>
                    <a:pt x="740368" y="555312"/>
                  </a:lnTo>
                  <a:lnTo>
                    <a:pt x="789726" y="595986"/>
                  </a:lnTo>
                  <a:lnTo>
                    <a:pt x="839084" y="636363"/>
                  </a:lnTo>
                  <a:lnTo>
                    <a:pt x="888442" y="676306"/>
                  </a:lnTo>
                  <a:lnTo>
                    <a:pt x="937800" y="715686"/>
                  </a:lnTo>
                  <a:lnTo>
                    <a:pt x="987158" y="754385"/>
                  </a:lnTo>
                  <a:lnTo>
                    <a:pt x="1036516" y="792299"/>
                  </a:lnTo>
                  <a:lnTo>
                    <a:pt x="1085874" y="829337"/>
                  </a:lnTo>
                  <a:lnTo>
                    <a:pt x="1135232" y="865423"/>
                  </a:lnTo>
                  <a:lnTo>
                    <a:pt x="1184590" y="900501"/>
                  </a:lnTo>
                  <a:lnTo>
                    <a:pt x="1233948" y="934527"/>
                  </a:lnTo>
                  <a:lnTo>
                    <a:pt x="1283306" y="967476"/>
                  </a:lnTo>
                  <a:lnTo>
                    <a:pt x="1332664" y="999335"/>
                  </a:lnTo>
                  <a:lnTo>
                    <a:pt x="1382022" y="1030107"/>
                  </a:lnTo>
                  <a:lnTo>
                    <a:pt x="1431379" y="1059804"/>
                  </a:lnTo>
                  <a:lnTo>
                    <a:pt x="1480737" y="1088448"/>
                  </a:lnTo>
                  <a:lnTo>
                    <a:pt x="1530095" y="1116069"/>
                  </a:lnTo>
                  <a:lnTo>
                    <a:pt x="1579453" y="1142701"/>
                  </a:lnTo>
                  <a:lnTo>
                    <a:pt x="1628811" y="1168384"/>
                  </a:lnTo>
                  <a:lnTo>
                    <a:pt x="1678169" y="1193158"/>
                  </a:lnTo>
                  <a:lnTo>
                    <a:pt x="1727527" y="1217065"/>
                  </a:lnTo>
                  <a:lnTo>
                    <a:pt x="1776885" y="1240148"/>
                  </a:lnTo>
                  <a:lnTo>
                    <a:pt x="1826243" y="1262449"/>
                  </a:lnTo>
                  <a:lnTo>
                    <a:pt x="1875601" y="1284006"/>
                  </a:lnTo>
                  <a:lnTo>
                    <a:pt x="1924959" y="1304859"/>
                  </a:lnTo>
                  <a:lnTo>
                    <a:pt x="1974317" y="1325043"/>
                  </a:lnTo>
                  <a:lnTo>
                    <a:pt x="2023675" y="1344593"/>
                  </a:lnTo>
                  <a:lnTo>
                    <a:pt x="2073033" y="1363541"/>
                  </a:lnTo>
                  <a:lnTo>
                    <a:pt x="2122390" y="1381916"/>
                  </a:lnTo>
                  <a:lnTo>
                    <a:pt x="2171748" y="1399746"/>
                  </a:lnTo>
                  <a:lnTo>
                    <a:pt x="2221106" y="1417056"/>
                  </a:lnTo>
                  <a:lnTo>
                    <a:pt x="2270464" y="1433870"/>
                  </a:lnTo>
                  <a:lnTo>
                    <a:pt x="2319822" y="1450211"/>
                  </a:lnTo>
                  <a:lnTo>
                    <a:pt x="2369180" y="1466097"/>
                  </a:lnTo>
                  <a:lnTo>
                    <a:pt x="2418538" y="1481547"/>
                  </a:lnTo>
                  <a:lnTo>
                    <a:pt x="2467896" y="1496580"/>
                  </a:lnTo>
                  <a:lnTo>
                    <a:pt x="2517254" y="1511210"/>
                  </a:lnTo>
                  <a:lnTo>
                    <a:pt x="2566612" y="1525452"/>
                  </a:lnTo>
                  <a:lnTo>
                    <a:pt x="2615970" y="1539321"/>
                  </a:lnTo>
                  <a:lnTo>
                    <a:pt x="2665328" y="1552829"/>
                  </a:lnTo>
                  <a:lnTo>
                    <a:pt x="2714686" y="1565988"/>
                  </a:lnTo>
                  <a:lnTo>
                    <a:pt x="2764044" y="1578810"/>
                  </a:lnTo>
                  <a:lnTo>
                    <a:pt x="2813401" y="1591304"/>
                  </a:lnTo>
                  <a:lnTo>
                    <a:pt x="2862759" y="1603480"/>
                  </a:lnTo>
                  <a:lnTo>
                    <a:pt x="2912117" y="1615349"/>
                  </a:lnTo>
                  <a:lnTo>
                    <a:pt x="2961475" y="1626918"/>
                  </a:lnTo>
                  <a:lnTo>
                    <a:pt x="3010833" y="1638196"/>
                  </a:lnTo>
                  <a:lnTo>
                    <a:pt x="3060191" y="1649192"/>
                  </a:lnTo>
                  <a:lnTo>
                    <a:pt x="3109549" y="1659911"/>
                  </a:lnTo>
                  <a:lnTo>
                    <a:pt x="3158907" y="1670363"/>
                  </a:lnTo>
                  <a:lnTo>
                    <a:pt x="3208265" y="1680553"/>
                  </a:lnTo>
                  <a:lnTo>
                    <a:pt x="3257623" y="1690489"/>
                  </a:lnTo>
                  <a:lnTo>
                    <a:pt x="3306981" y="1700176"/>
                  </a:lnTo>
                  <a:lnTo>
                    <a:pt x="3356339" y="1709621"/>
                  </a:lnTo>
                  <a:lnTo>
                    <a:pt x="3405697" y="1718829"/>
                  </a:lnTo>
                  <a:lnTo>
                    <a:pt x="3455055" y="1727807"/>
                  </a:lnTo>
                  <a:lnTo>
                    <a:pt x="3504412" y="1736560"/>
                  </a:lnTo>
                  <a:lnTo>
                    <a:pt x="3553770" y="1745093"/>
                  </a:lnTo>
                  <a:lnTo>
                    <a:pt x="3603128" y="1753411"/>
                  </a:lnTo>
                  <a:lnTo>
                    <a:pt x="3652486" y="1761520"/>
                  </a:lnTo>
                  <a:lnTo>
                    <a:pt x="3701844" y="1769425"/>
                  </a:lnTo>
                  <a:lnTo>
                    <a:pt x="3751202" y="1777130"/>
                  </a:lnTo>
                  <a:lnTo>
                    <a:pt x="3800560" y="1784639"/>
                  </a:lnTo>
                  <a:lnTo>
                    <a:pt x="3849918" y="1791958"/>
                  </a:lnTo>
                  <a:lnTo>
                    <a:pt x="3899276" y="179909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623483" y="2878028"/>
              <a:ext cx="3899276" cy="1155536"/>
            </a:xfrm>
            <a:custGeom>
              <a:avLst/>
              <a:pathLst>
                <a:path w="3899276" h="1155536">
                  <a:moveTo>
                    <a:pt x="3899276" y="1155536"/>
                  </a:moveTo>
                  <a:lnTo>
                    <a:pt x="3849918" y="1154525"/>
                  </a:lnTo>
                  <a:lnTo>
                    <a:pt x="3800560" y="1153430"/>
                  </a:lnTo>
                  <a:lnTo>
                    <a:pt x="3751202" y="1152245"/>
                  </a:lnTo>
                  <a:lnTo>
                    <a:pt x="3701844" y="1150960"/>
                  </a:lnTo>
                  <a:lnTo>
                    <a:pt x="3652486" y="1149570"/>
                  </a:lnTo>
                  <a:lnTo>
                    <a:pt x="3603128" y="1148065"/>
                  </a:lnTo>
                  <a:lnTo>
                    <a:pt x="3553770" y="1146436"/>
                  </a:lnTo>
                  <a:lnTo>
                    <a:pt x="3504412" y="1144673"/>
                  </a:lnTo>
                  <a:lnTo>
                    <a:pt x="3455055" y="1142766"/>
                  </a:lnTo>
                  <a:lnTo>
                    <a:pt x="3405697" y="1140704"/>
                  </a:lnTo>
                  <a:lnTo>
                    <a:pt x="3356339" y="1138474"/>
                  </a:lnTo>
                  <a:lnTo>
                    <a:pt x="3306981" y="1136063"/>
                  </a:lnTo>
                  <a:lnTo>
                    <a:pt x="3257623" y="1133458"/>
                  </a:lnTo>
                  <a:lnTo>
                    <a:pt x="3208265" y="1130643"/>
                  </a:lnTo>
                  <a:lnTo>
                    <a:pt x="3158907" y="1127604"/>
                  </a:lnTo>
                  <a:lnTo>
                    <a:pt x="3109549" y="1124323"/>
                  </a:lnTo>
                  <a:lnTo>
                    <a:pt x="3060191" y="1120783"/>
                  </a:lnTo>
                  <a:lnTo>
                    <a:pt x="3010833" y="1116964"/>
                  </a:lnTo>
                  <a:lnTo>
                    <a:pt x="2961475" y="1112847"/>
                  </a:lnTo>
                  <a:lnTo>
                    <a:pt x="2912117" y="1108411"/>
                  </a:lnTo>
                  <a:lnTo>
                    <a:pt x="2862759" y="1103633"/>
                  </a:lnTo>
                  <a:lnTo>
                    <a:pt x="2813401" y="1098490"/>
                  </a:lnTo>
                  <a:lnTo>
                    <a:pt x="2764044" y="1092958"/>
                  </a:lnTo>
                  <a:lnTo>
                    <a:pt x="2714686" y="1087011"/>
                  </a:lnTo>
                  <a:lnTo>
                    <a:pt x="2665328" y="1080622"/>
                  </a:lnTo>
                  <a:lnTo>
                    <a:pt x="2615970" y="1073765"/>
                  </a:lnTo>
                  <a:lnTo>
                    <a:pt x="2566612" y="1066410"/>
                  </a:lnTo>
                  <a:lnTo>
                    <a:pt x="2517254" y="1058530"/>
                  </a:lnTo>
                  <a:lnTo>
                    <a:pt x="2467896" y="1050094"/>
                  </a:lnTo>
                  <a:lnTo>
                    <a:pt x="2418538" y="1041072"/>
                  </a:lnTo>
                  <a:lnTo>
                    <a:pt x="2369180" y="1031435"/>
                  </a:lnTo>
                  <a:lnTo>
                    <a:pt x="2319822" y="1021152"/>
                  </a:lnTo>
                  <a:lnTo>
                    <a:pt x="2270464" y="1010195"/>
                  </a:lnTo>
                  <a:lnTo>
                    <a:pt x="2221106" y="998536"/>
                  </a:lnTo>
                  <a:lnTo>
                    <a:pt x="2171748" y="986147"/>
                  </a:lnTo>
                  <a:lnTo>
                    <a:pt x="2122390" y="973004"/>
                  </a:lnTo>
                  <a:lnTo>
                    <a:pt x="2073033" y="959084"/>
                  </a:lnTo>
                  <a:lnTo>
                    <a:pt x="2023675" y="944369"/>
                  </a:lnTo>
                  <a:lnTo>
                    <a:pt x="1974317" y="928843"/>
                  </a:lnTo>
                  <a:lnTo>
                    <a:pt x="1924959" y="912494"/>
                  </a:lnTo>
                  <a:lnTo>
                    <a:pt x="1875601" y="895317"/>
                  </a:lnTo>
                  <a:lnTo>
                    <a:pt x="1826243" y="877312"/>
                  </a:lnTo>
                  <a:lnTo>
                    <a:pt x="1776885" y="858487"/>
                  </a:lnTo>
                  <a:lnTo>
                    <a:pt x="1727527" y="838853"/>
                  </a:lnTo>
                  <a:lnTo>
                    <a:pt x="1678169" y="818434"/>
                  </a:lnTo>
                  <a:lnTo>
                    <a:pt x="1628811" y="797257"/>
                  </a:lnTo>
                  <a:lnTo>
                    <a:pt x="1579453" y="775361"/>
                  </a:lnTo>
                  <a:lnTo>
                    <a:pt x="1530095" y="752790"/>
                  </a:lnTo>
                  <a:lnTo>
                    <a:pt x="1480737" y="729597"/>
                  </a:lnTo>
                  <a:lnTo>
                    <a:pt x="1431379" y="705841"/>
                  </a:lnTo>
                  <a:lnTo>
                    <a:pt x="1382022" y="681587"/>
                  </a:lnTo>
                  <a:lnTo>
                    <a:pt x="1332664" y="656904"/>
                  </a:lnTo>
                  <a:lnTo>
                    <a:pt x="1283306" y="631864"/>
                  </a:lnTo>
                  <a:lnTo>
                    <a:pt x="1233948" y="606540"/>
                  </a:lnTo>
                  <a:lnTo>
                    <a:pt x="1184590" y="581002"/>
                  </a:lnTo>
                  <a:lnTo>
                    <a:pt x="1135232" y="555321"/>
                  </a:lnTo>
                  <a:lnTo>
                    <a:pt x="1085874" y="529562"/>
                  </a:lnTo>
                  <a:lnTo>
                    <a:pt x="1036516" y="503784"/>
                  </a:lnTo>
                  <a:lnTo>
                    <a:pt x="987158" y="478040"/>
                  </a:lnTo>
                  <a:lnTo>
                    <a:pt x="937800" y="452375"/>
                  </a:lnTo>
                  <a:lnTo>
                    <a:pt x="888442" y="426828"/>
                  </a:lnTo>
                  <a:lnTo>
                    <a:pt x="839084" y="401429"/>
                  </a:lnTo>
                  <a:lnTo>
                    <a:pt x="789726" y="376203"/>
                  </a:lnTo>
                  <a:lnTo>
                    <a:pt x="740368" y="351168"/>
                  </a:lnTo>
                  <a:lnTo>
                    <a:pt x="691011" y="326335"/>
                  </a:lnTo>
                  <a:lnTo>
                    <a:pt x="641653" y="301712"/>
                  </a:lnTo>
                  <a:lnTo>
                    <a:pt x="592295" y="277303"/>
                  </a:lnTo>
                  <a:lnTo>
                    <a:pt x="542937" y="253109"/>
                  </a:lnTo>
                  <a:lnTo>
                    <a:pt x="493579" y="229127"/>
                  </a:lnTo>
                  <a:lnTo>
                    <a:pt x="444221" y="205355"/>
                  </a:lnTo>
                  <a:lnTo>
                    <a:pt x="394863" y="181787"/>
                  </a:lnTo>
                  <a:lnTo>
                    <a:pt x="345505" y="158419"/>
                  </a:lnTo>
                  <a:lnTo>
                    <a:pt x="296147" y="135245"/>
                  </a:lnTo>
                  <a:lnTo>
                    <a:pt x="246789" y="112260"/>
                  </a:lnTo>
                  <a:lnTo>
                    <a:pt x="197431" y="89458"/>
                  </a:lnTo>
                  <a:lnTo>
                    <a:pt x="148073" y="66836"/>
                  </a:lnTo>
                  <a:lnTo>
                    <a:pt x="98715" y="44387"/>
                  </a:lnTo>
                  <a:lnTo>
                    <a:pt x="49357" y="2211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623483" y="2379072"/>
              <a:ext cx="3899276" cy="1609073"/>
            </a:xfrm>
            <a:custGeom>
              <a:avLst/>
              <a:pathLst>
                <a:path w="3899276" h="1609073">
                  <a:moveTo>
                    <a:pt x="0" y="0"/>
                  </a:moveTo>
                  <a:lnTo>
                    <a:pt x="49357" y="32091"/>
                  </a:lnTo>
                  <a:lnTo>
                    <a:pt x="98715" y="64711"/>
                  </a:lnTo>
                  <a:lnTo>
                    <a:pt x="148073" y="97822"/>
                  </a:lnTo>
                  <a:lnTo>
                    <a:pt x="197431" y="131381"/>
                  </a:lnTo>
                  <a:lnTo>
                    <a:pt x="246789" y="165344"/>
                  </a:lnTo>
                  <a:lnTo>
                    <a:pt x="296147" y="199665"/>
                  </a:lnTo>
                  <a:lnTo>
                    <a:pt x="345505" y="234293"/>
                  </a:lnTo>
                  <a:lnTo>
                    <a:pt x="394863" y="269180"/>
                  </a:lnTo>
                  <a:lnTo>
                    <a:pt x="444221" y="304271"/>
                  </a:lnTo>
                  <a:lnTo>
                    <a:pt x="493579" y="339514"/>
                  </a:lnTo>
                  <a:lnTo>
                    <a:pt x="542937" y="374855"/>
                  </a:lnTo>
                  <a:lnTo>
                    <a:pt x="592295" y="410238"/>
                  </a:lnTo>
                  <a:lnTo>
                    <a:pt x="641653" y="445608"/>
                  </a:lnTo>
                  <a:lnTo>
                    <a:pt x="691011" y="480909"/>
                  </a:lnTo>
                  <a:lnTo>
                    <a:pt x="740368" y="516087"/>
                  </a:lnTo>
                  <a:lnTo>
                    <a:pt x="789726" y="551087"/>
                  </a:lnTo>
                  <a:lnTo>
                    <a:pt x="839084" y="585858"/>
                  </a:lnTo>
                  <a:lnTo>
                    <a:pt x="888442" y="620346"/>
                  </a:lnTo>
                  <a:lnTo>
                    <a:pt x="937800" y="654502"/>
                  </a:lnTo>
                  <a:lnTo>
                    <a:pt x="987158" y="688279"/>
                  </a:lnTo>
                  <a:lnTo>
                    <a:pt x="1036516" y="721630"/>
                  </a:lnTo>
                  <a:lnTo>
                    <a:pt x="1085874" y="754513"/>
                  </a:lnTo>
                  <a:lnTo>
                    <a:pt x="1135232" y="786887"/>
                  </a:lnTo>
                  <a:lnTo>
                    <a:pt x="1184590" y="818714"/>
                  </a:lnTo>
                  <a:lnTo>
                    <a:pt x="1233948" y="849959"/>
                  </a:lnTo>
                  <a:lnTo>
                    <a:pt x="1283306" y="880591"/>
                  </a:lnTo>
                  <a:lnTo>
                    <a:pt x="1332664" y="910581"/>
                  </a:lnTo>
                  <a:lnTo>
                    <a:pt x="1382022" y="939903"/>
                  </a:lnTo>
                  <a:lnTo>
                    <a:pt x="1431379" y="968535"/>
                  </a:lnTo>
                  <a:lnTo>
                    <a:pt x="1480737" y="996459"/>
                  </a:lnTo>
                  <a:lnTo>
                    <a:pt x="1530095" y="1023657"/>
                  </a:lnTo>
                  <a:lnTo>
                    <a:pt x="1579453" y="1050118"/>
                  </a:lnTo>
                  <a:lnTo>
                    <a:pt x="1628811" y="1075830"/>
                  </a:lnTo>
                  <a:lnTo>
                    <a:pt x="1678169" y="1100786"/>
                  </a:lnTo>
                  <a:lnTo>
                    <a:pt x="1727527" y="1124983"/>
                  </a:lnTo>
                  <a:lnTo>
                    <a:pt x="1776885" y="1148418"/>
                  </a:lnTo>
                  <a:lnTo>
                    <a:pt x="1826243" y="1171091"/>
                  </a:lnTo>
                  <a:lnTo>
                    <a:pt x="1875601" y="1193006"/>
                  </a:lnTo>
                  <a:lnTo>
                    <a:pt x="1924959" y="1214166"/>
                  </a:lnTo>
                  <a:lnTo>
                    <a:pt x="1974317" y="1234580"/>
                  </a:lnTo>
                  <a:lnTo>
                    <a:pt x="2023675" y="1254255"/>
                  </a:lnTo>
                  <a:lnTo>
                    <a:pt x="2073033" y="1273202"/>
                  </a:lnTo>
                  <a:lnTo>
                    <a:pt x="2122390" y="1291432"/>
                  </a:lnTo>
                  <a:lnTo>
                    <a:pt x="2171748" y="1308959"/>
                  </a:lnTo>
                  <a:lnTo>
                    <a:pt x="2221106" y="1325796"/>
                  </a:lnTo>
                  <a:lnTo>
                    <a:pt x="2270464" y="1341958"/>
                  </a:lnTo>
                  <a:lnTo>
                    <a:pt x="2319822" y="1357462"/>
                  </a:lnTo>
                  <a:lnTo>
                    <a:pt x="2369180" y="1372324"/>
                  </a:lnTo>
                  <a:lnTo>
                    <a:pt x="2418538" y="1386561"/>
                  </a:lnTo>
                  <a:lnTo>
                    <a:pt x="2467896" y="1400192"/>
                  </a:lnTo>
                  <a:lnTo>
                    <a:pt x="2517254" y="1413233"/>
                  </a:lnTo>
                  <a:lnTo>
                    <a:pt x="2566612" y="1425704"/>
                  </a:lnTo>
                  <a:lnTo>
                    <a:pt x="2615970" y="1437622"/>
                  </a:lnTo>
                  <a:lnTo>
                    <a:pt x="2665328" y="1449006"/>
                  </a:lnTo>
                  <a:lnTo>
                    <a:pt x="2714686" y="1459875"/>
                  </a:lnTo>
                  <a:lnTo>
                    <a:pt x="2764044" y="1470246"/>
                  </a:lnTo>
                  <a:lnTo>
                    <a:pt x="2813401" y="1480139"/>
                  </a:lnTo>
                  <a:lnTo>
                    <a:pt x="2862759" y="1489571"/>
                  </a:lnTo>
                  <a:lnTo>
                    <a:pt x="2912117" y="1498559"/>
                  </a:lnTo>
                  <a:lnTo>
                    <a:pt x="2961475" y="1507122"/>
                  </a:lnTo>
                  <a:lnTo>
                    <a:pt x="3010833" y="1515276"/>
                  </a:lnTo>
                  <a:lnTo>
                    <a:pt x="3060191" y="1523038"/>
                  </a:lnTo>
                  <a:lnTo>
                    <a:pt x="3109549" y="1530424"/>
                  </a:lnTo>
                  <a:lnTo>
                    <a:pt x="3158907" y="1537450"/>
                  </a:lnTo>
                  <a:lnTo>
                    <a:pt x="3208265" y="1544132"/>
                  </a:lnTo>
                  <a:lnTo>
                    <a:pt x="3257623" y="1550485"/>
                  </a:lnTo>
                  <a:lnTo>
                    <a:pt x="3306981" y="1556523"/>
                  </a:lnTo>
                  <a:lnTo>
                    <a:pt x="3356339" y="1562260"/>
                  </a:lnTo>
                  <a:lnTo>
                    <a:pt x="3405697" y="1567710"/>
                  </a:lnTo>
                  <a:lnTo>
                    <a:pt x="3455055" y="1572886"/>
                  </a:lnTo>
                  <a:lnTo>
                    <a:pt x="3504412" y="1577800"/>
                  </a:lnTo>
                  <a:lnTo>
                    <a:pt x="3553770" y="1582465"/>
                  </a:lnTo>
                  <a:lnTo>
                    <a:pt x="3603128" y="1586893"/>
                  </a:lnTo>
                  <a:lnTo>
                    <a:pt x="3652486" y="1591095"/>
                  </a:lnTo>
                  <a:lnTo>
                    <a:pt x="3701844" y="1595081"/>
                  </a:lnTo>
                  <a:lnTo>
                    <a:pt x="3751202" y="1598862"/>
                  </a:lnTo>
                  <a:lnTo>
                    <a:pt x="3800560" y="1602448"/>
                  </a:lnTo>
                  <a:lnTo>
                    <a:pt x="3849918" y="1605849"/>
                  </a:lnTo>
                  <a:lnTo>
                    <a:pt x="3899276" y="1609073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2553218" y="1524272"/>
              <a:ext cx="2850424" cy="2058179"/>
            </a:xfrm>
            <a:custGeom>
              <a:avLst/>
              <a:pathLst>
                <a:path w="2850424" h="2058179">
                  <a:moveTo>
                    <a:pt x="0" y="0"/>
                  </a:moveTo>
                  <a:lnTo>
                    <a:pt x="36081" y="724"/>
                  </a:lnTo>
                  <a:lnTo>
                    <a:pt x="72162" y="1513"/>
                  </a:lnTo>
                  <a:lnTo>
                    <a:pt x="108243" y="2373"/>
                  </a:lnTo>
                  <a:lnTo>
                    <a:pt x="144325" y="3309"/>
                  </a:lnTo>
                  <a:lnTo>
                    <a:pt x="180406" y="4328"/>
                  </a:lnTo>
                  <a:lnTo>
                    <a:pt x="216487" y="5437"/>
                  </a:lnTo>
                  <a:lnTo>
                    <a:pt x="252569" y="6645"/>
                  </a:lnTo>
                  <a:lnTo>
                    <a:pt x="288650" y="7959"/>
                  </a:lnTo>
                  <a:lnTo>
                    <a:pt x="324731" y="9389"/>
                  </a:lnTo>
                  <a:lnTo>
                    <a:pt x="360813" y="10944"/>
                  </a:lnTo>
                  <a:lnTo>
                    <a:pt x="396894" y="12635"/>
                  </a:lnTo>
                  <a:lnTo>
                    <a:pt x="432975" y="14474"/>
                  </a:lnTo>
                  <a:lnTo>
                    <a:pt x="469057" y="16472"/>
                  </a:lnTo>
                  <a:lnTo>
                    <a:pt x="505138" y="18642"/>
                  </a:lnTo>
                  <a:lnTo>
                    <a:pt x="541219" y="20999"/>
                  </a:lnTo>
                  <a:lnTo>
                    <a:pt x="577301" y="23558"/>
                  </a:lnTo>
                  <a:lnTo>
                    <a:pt x="613382" y="26335"/>
                  </a:lnTo>
                  <a:lnTo>
                    <a:pt x="649463" y="29346"/>
                  </a:lnTo>
                  <a:lnTo>
                    <a:pt x="685545" y="32611"/>
                  </a:lnTo>
                  <a:lnTo>
                    <a:pt x="721626" y="36149"/>
                  </a:lnTo>
                  <a:lnTo>
                    <a:pt x="757707" y="39980"/>
                  </a:lnTo>
                  <a:lnTo>
                    <a:pt x="793789" y="44127"/>
                  </a:lnTo>
                  <a:lnTo>
                    <a:pt x="829870" y="48612"/>
                  </a:lnTo>
                  <a:lnTo>
                    <a:pt x="865951" y="53458"/>
                  </a:lnTo>
                  <a:lnTo>
                    <a:pt x="902032" y="58693"/>
                  </a:lnTo>
                  <a:lnTo>
                    <a:pt x="938114" y="64341"/>
                  </a:lnTo>
                  <a:lnTo>
                    <a:pt x="974195" y="70430"/>
                  </a:lnTo>
                  <a:lnTo>
                    <a:pt x="1010276" y="76987"/>
                  </a:lnTo>
                  <a:lnTo>
                    <a:pt x="1046358" y="84042"/>
                  </a:lnTo>
                  <a:lnTo>
                    <a:pt x="1082439" y="91623"/>
                  </a:lnTo>
                  <a:lnTo>
                    <a:pt x="1118520" y="99758"/>
                  </a:lnTo>
                  <a:lnTo>
                    <a:pt x="1154602" y="108477"/>
                  </a:lnTo>
                  <a:lnTo>
                    <a:pt x="1190683" y="117807"/>
                  </a:lnTo>
                  <a:lnTo>
                    <a:pt x="1226764" y="127775"/>
                  </a:lnTo>
                  <a:lnTo>
                    <a:pt x="1262846" y="138406"/>
                  </a:lnTo>
                  <a:lnTo>
                    <a:pt x="1298927" y="149723"/>
                  </a:lnTo>
                  <a:lnTo>
                    <a:pt x="1335008" y="161744"/>
                  </a:lnTo>
                  <a:lnTo>
                    <a:pt x="1371090" y="174486"/>
                  </a:lnTo>
                  <a:lnTo>
                    <a:pt x="1407171" y="187959"/>
                  </a:lnTo>
                  <a:lnTo>
                    <a:pt x="1443252" y="202168"/>
                  </a:lnTo>
                  <a:lnTo>
                    <a:pt x="1479334" y="217111"/>
                  </a:lnTo>
                  <a:lnTo>
                    <a:pt x="1515415" y="232780"/>
                  </a:lnTo>
                  <a:lnTo>
                    <a:pt x="1551496" y="249158"/>
                  </a:lnTo>
                  <a:lnTo>
                    <a:pt x="1587578" y="266219"/>
                  </a:lnTo>
                  <a:lnTo>
                    <a:pt x="1623659" y="283929"/>
                  </a:lnTo>
                  <a:lnTo>
                    <a:pt x="1659740" y="302243"/>
                  </a:lnTo>
                  <a:lnTo>
                    <a:pt x="1695821" y="321111"/>
                  </a:lnTo>
                  <a:lnTo>
                    <a:pt x="1731903" y="340472"/>
                  </a:lnTo>
                  <a:lnTo>
                    <a:pt x="1767984" y="360258"/>
                  </a:lnTo>
                  <a:lnTo>
                    <a:pt x="1804065" y="380400"/>
                  </a:lnTo>
                  <a:lnTo>
                    <a:pt x="1840147" y="400821"/>
                  </a:lnTo>
                  <a:lnTo>
                    <a:pt x="1876228" y="421448"/>
                  </a:lnTo>
                  <a:lnTo>
                    <a:pt x="1912309" y="442207"/>
                  </a:lnTo>
                  <a:lnTo>
                    <a:pt x="1948391" y="463030"/>
                  </a:lnTo>
                  <a:lnTo>
                    <a:pt x="1984472" y="483853"/>
                  </a:lnTo>
                  <a:lnTo>
                    <a:pt x="2020553" y="504622"/>
                  </a:lnTo>
                  <a:lnTo>
                    <a:pt x="2056635" y="525289"/>
                  </a:lnTo>
                  <a:lnTo>
                    <a:pt x="2092716" y="545816"/>
                  </a:lnTo>
                  <a:lnTo>
                    <a:pt x="2128797" y="566175"/>
                  </a:lnTo>
                  <a:lnTo>
                    <a:pt x="2164879" y="586346"/>
                  </a:lnTo>
                  <a:lnTo>
                    <a:pt x="2200960" y="606316"/>
                  </a:lnTo>
                  <a:lnTo>
                    <a:pt x="2237041" y="626078"/>
                  </a:lnTo>
                  <a:lnTo>
                    <a:pt x="2273123" y="645632"/>
                  </a:lnTo>
                  <a:lnTo>
                    <a:pt x="2309204" y="664982"/>
                  </a:lnTo>
                  <a:lnTo>
                    <a:pt x="2345285" y="684135"/>
                  </a:lnTo>
                  <a:lnTo>
                    <a:pt x="2381367" y="703099"/>
                  </a:lnTo>
                  <a:lnTo>
                    <a:pt x="2417448" y="721886"/>
                  </a:lnTo>
                  <a:lnTo>
                    <a:pt x="2453529" y="740508"/>
                  </a:lnTo>
                  <a:lnTo>
                    <a:pt x="2489611" y="758976"/>
                  </a:lnTo>
                  <a:lnTo>
                    <a:pt x="2525692" y="777304"/>
                  </a:lnTo>
                  <a:lnTo>
                    <a:pt x="2561773" y="795503"/>
                  </a:lnTo>
                  <a:lnTo>
                    <a:pt x="2597854" y="813585"/>
                  </a:lnTo>
                  <a:lnTo>
                    <a:pt x="2633936" y="831559"/>
                  </a:lnTo>
                  <a:lnTo>
                    <a:pt x="2670017" y="849437"/>
                  </a:lnTo>
                  <a:lnTo>
                    <a:pt x="2706098" y="867227"/>
                  </a:lnTo>
                  <a:lnTo>
                    <a:pt x="2742180" y="884937"/>
                  </a:lnTo>
                  <a:lnTo>
                    <a:pt x="2778261" y="902575"/>
                  </a:lnTo>
                  <a:lnTo>
                    <a:pt x="2814342" y="920148"/>
                  </a:lnTo>
                  <a:lnTo>
                    <a:pt x="2850424" y="937660"/>
                  </a:lnTo>
                  <a:lnTo>
                    <a:pt x="2850424" y="2058179"/>
                  </a:lnTo>
                  <a:lnTo>
                    <a:pt x="2814342" y="2025942"/>
                  </a:lnTo>
                  <a:lnTo>
                    <a:pt x="2778261" y="1992178"/>
                  </a:lnTo>
                  <a:lnTo>
                    <a:pt x="2742180" y="1956913"/>
                  </a:lnTo>
                  <a:lnTo>
                    <a:pt x="2706098" y="1920187"/>
                  </a:lnTo>
                  <a:lnTo>
                    <a:pt x="2670017" y="1882057"/>
                  </a:lnTo>
                  <a:lnTo>
                    <a:pt x="2633936" y="1842595"/>
                  </a:lnTo>
                  <a:lnTo>
                    <a:pt x="2597854" y="1801891"/>
                  </a:lnTo>
                  <a:lnTo>
                    <a:pt x="2561773" y="1760049"/>
                  </a:lnTo>
                  <a:lnTo>
                    <a:pt x="2525692" y="1717191"/>
                  </a:lnTo>
                  <a:lnTo>
                    <a:pt x="2489611" y="1673456"/>
                  </a:lnTo>
                  <a:lnTo>
                    <a:pt x="2453529" y="1628994"/>
                  </a:lnTo>
                  <a:lnTo>
                    <a:pt x="2417448" y="1583971"/>
                  </a:lnTo>
                  <a:lnTo>
                    <a:pt x="2381367" y="1538562"/>
                  </a:lnTo>
                  <a:lnTo>
                    <a:pt x="2345285" y="1492951"/>
                  </a:lnTo>
                  <a:lnTo>
                    <a:pt x="2309204" y="1447327"/>
                  </a:lnTo>
                  <a:lnTo>
                    <a:pt x="2273123" y="1401883"/>
                  </a:lnTo>
                  <a:lnTo>
                    <a:pt x="2237041" y="1356810"/>
                  </a:lnTo>
                  <a:lnTo>
                    <a:pt x="2200960" y="1312295"/>
                  </a:lnTo>
                  <a:lnTo>
                    <a:pt x="2164879" y="1268516"/>
                  </a:lnTo>
                  <a:lnTo>
                    <a:pt x="2128797" y="1225643"/>
                  </a:lnTo>
                  <a:lnTo>
                    <a:pt x="2092716" y="1183826"/>
                  </a:lnTo>
                  <a:lnTo>
                    <a:pt x="2056635" y="1143200"/>
                  </a:lnTo>
                  <a:lnTo>
                    <a:pt x="2020553" y="1103879"/>
                  </a:lnTo>
                  <a:lnTo>
                    <a:pt x="1984472" y="1065954"/>
                  </a:lnTo>
                  <a:lnTo>
                    <a:pt x="1948391" y="1029493"/>
                  </a:lnTo>
                  <a:lnTo>
                    <a:pt x="1912309" y="994538"/>
                  </a:lnTo>
                  <a:lnTo>
                    <a:pt x="1876228" y="961111"/>
                  </a:lnTo>
                  <a:lnTo>
                    <a:pt x="1840147" y="929209"/>
                  </a:lnTo>
                  <a:lnTo>
                    <a:pt x="1804065" y="898811"/>
                  </a:lnTo>
                  <a:lnTo>
                    <a:pt x="1767984" y="869880"/>
                  </a:lnTo>
                  <a:lnTo>
                    <a:pt x="1731903" y="842364"/>
                  </a:lnTo>
                  <a:lnTo>
                    <a:pt x="1695821" y="816201"/>
                  </a:lnTo>
                  <a:lnTo>
                    <a:pt x="1659740" y="791322"/>
                  </a:lnTo>
                  <a:lnTo>
                    <a:pt x="1623659" y="767654"/>
                  </a:lnTo>
                  <a:lnTo>
                    <a:pt x="1587578" y="745121"/>
                  </a:lnTo>
                  <a:lnTo>
                    <a:pt x="1551496" y="723650"/>
                  </a:lnTo>
                  <a:lnTo>
                    <a:pt x="1515415" y="703167"/>
                  </a:lnTo>
                  <a:lnTo>
                    <a:pt x="1479334" y="683602"/>
                  </a:lnTo>
                  <a:lnTo>
                    <a:pt x="1443252" y="664889"/>
                  </a:lnTo>
                  <a:lnTo>
                    <a:pt x="1407171" y="646966"/>
                  </a:lnTo>
                  <a:lnTo>
                    <a:pt x="1371090" y="629776"/>
                  </a:lnTo>
                  <a:lnTo>
                    <a:pt x="1335008" y="613265"/>
                  </a:lnTo>
                  <a:lnTo>
                    <a:pt x="1298927" y="597386"/>
                  </a:lnTo>
                  <a:lnTo>
                    <a:pt x="1262846" y="582094"/>
                  </a:lnTo>
                  <a:lnTo>
                    <a:pt x="1226764" y="567350"/>
                  </a:lnTo>
                  <a:lnTo>
                    <a:pt x="1190683" y="553116"/>
                  </a:lnTo>
                  <a:lnTo>
                    <a:pt x="1154602" y="539360"/>
                  </a:lnTo>
                  <a:lnTo>
                    <a:pt x="1118520" y="526053"/>
                  </a:lnTo>
                  <a:lnTo>
                    <a:pt x="1082439" y="513166"/>
                  </a:lnTo>
                  <a:lnTo>
                    <a:pt x="1046358" y="500676"/>
                  </a:lnTo>
                  <a:lnTo>
                    <a:pt x="1010276" y="488560"/>
                  </a:lnTo>
                  <a:lnTo>
                    <a:pt x="974195" y="476798"/>
                  </a:lnTo>
                  <a:lnTo>
                    <a:pt x="938114" y="465372"/>
                  </a:lnTo>
                  <a:lnTo>
                    <a:pt x="902032" y="454265"/>
                  </a:lnTo>
                  <a:lnTo>
                    <a:pt x="865951" y="443462"/>
                  </a:lnTo>
                  <a:lnTo>
                    <a:pt x="829870" y="432948"/>
                  </a:lnTo>
                  <a:lnTo>
                    <a:pt x="793789" y="422712"/>
                  </a:lnTo>
                  <a:lnTo>
                    <a:pt x="757707" y="412741"/>
                  </a:lnTo>
                  <a:lnTo>
                    <a:pt x="721626" y="403025"/>
                  </a:lnTo>
                  <a:lnTo>
                    <a:pt x="685545" y="393553"/>
                  </a:lnTo>
                  <a:lnTo>
                    <a:pt x="649463" y="384317"/>
                  </a:lnTo>
                  <a:lnTo>
                    <a:pt x="613382" y="375308"/>
                  </a:lnTo>
                  <a:lnTo>
                    <a:pt x="577301" y="366517"/>
                  </a:lnTo>
                  <a:lnTo>
                    <a:pt x="541219" y="357938"/>
                  </a:lnTo>
                  <a:lnTo>
                    <a:pt x="505138" y="349564"/>
                  </a:lnTo>
                  <a:lnTo>
                    <a:pt x="469057" y="341387"/>
                  </a:lnTo>
                  <a:lnTo>
                    <a:pt x="432975" y="333403"/>
                  </a:lnTo>
                  <a:lnTo>
                    <a:pt x="396894" y="325605"/>
                  </a:lnTo>
                  <a:lnTo>
                    <a:pt x="360813" y="317987"/>
                  </a:lnTo>
                  <a:lnTo>
                    <a:pt x="324731" y="310545"/>
                  </a:lnTo>
                  <a:lnTo>
                    <a:pt x="288650" y="303274"/>
                  </a:lnTo>
                  <a:lnTo>
                    <a:pt x="252569" y="296169"/>
                  </a:lnTo>
                  <a:lnTo>
                    <a:pt x="216487" y="289226"/>
                  </a:lnTo>
                  <a:lnTo>
                    <a:pt x="180406" y="282440"/>
                  </a:lnTo>
                  <a:lnTo>
                    <a:pt x="144325" y="275808"/>
                  </a:lnTo>
                  <a:lnTo>
                    <a:pt x="108243" y="269325"/>
                  </a:lnTo>
                  <a:lnTo>
                    <a:pt x="72162" y="262988"/>
                  </a:lnTo>
                  <a:lnTo>
                    <a:pt x="36081" y="256794"/>
                  </a:lnTo>
                  <a:lnTo>
                    <a:pt x="0" y="250738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2553218" y="1524272"/>
              <a:ext cx="2850424" cy="937660"/>
            </a:xfrm>
            <a:custGeom>
              <a:avLst/>
              <a:pathLst>
                <a:path w="2850424" h="937660">
                  <a:moveTo>
                    <a:pt x="0" y="0"/>
                  </a:moveTo>
                  <a:lnTo>
                    <a:pt x="36081" y="724"/>
                  </a:lnTo>
                  <a:lnTo>
                    <a:pt x="72162" y="1513"/>
                  </a:lnTo>
                  <a:lnTo>
                    <a:pt x="108243" y="2373"/>
                  </a:lnTo>
                  <a:lnTo>
                    <a:pt x="144325" y="3309"/>
                  </a:lnTo>
                  <a:lnTo>
                    <a:pt x="180406" y="4328"/>
                  </a:lnTo>
                  <a:lnTo>
                    <a:pt x="216487" y="5437"/>
                  </a:lnTo>
                  <a:lnTo>
                    <a:pt x="252569" y="6645"/>
                  </a:lnTo>
                  <a:lnTo>
                    <a:pt x="288650" y="7959"/>
                  </a:lnTo>
                  <a:lnTo>
                    <a:pt x="324731" y="9389"/>
                  </a:lnTo>
                  <a:lnTo>
                    <a:pt x="360813" y="10944"/>
                  </a:lnTo>
                  <a:lnTo>
                    <a:pt x="396894" y="12635"/>
                  </a:lnTo>
                  <a:lnTo>
                    <a:pt x="432975" y="14474"/>
                  </a:lnTo>
                  <a:lnTo>
                    <a:pt x="469057" y="16472"/>
                  </a:lnTo>
                  <a:lnTo>
                    <a:pt x="505138" y="18642"/>
                  </a:lnTo>
                  <a:lnTo>
                    <a:pt x="541219" y="20999"/>
                  </a:lnTo>
                  <a:lnTo>
                    <a:pt x="577301" y="23558"/>
                  </a:lnTo>
                  <a:lnTo>
                    <a:pt x="613382" y="26335"/>
                  </a:lnTo>
                  <a:lnTo>
                    <a:pt x="649463" y="29346"/>
                  </a:lnTo>
                  <a:lnTo>
                    <a:pt x="685545" y="32611"/>
                  </a:lnTo>
                  <a:lnTo>
                    <a:pt x="721626" y="36149"/>
                  </a:lnTo>
                  <a:lnTo>
                    <a:pt x="757707" y="39980"/>
                  </a:lnTo>
                  <a:lnTo>
                    <a:pt x="793789" y="44127"/>
                  </a:lnTo>
                  <a:lnTo>
                    <a:pt x="829870" y="48612"/>
                  </a:lnTo>
                  <a:lnTo>
                    <a:pt x="865951" y="53458"/>
                  </a:lnTo>
                  <a:lnTo>
                    <a:pt x="902032" y="58693"/>
                  </a:lnTo>
                  <a:lnTo>
                    <a:pt x="938114" y="64341"/>
                  </a:lnTo>
                  <a:lnTo>
                    <a:pt x="974195" y="70430"/>
                  </a:lnTo>
                  <a:lnTo>
                    <a:pt x="1010276" y="76987"/>
                  </a:lnTo>
                  <a:lnTo>
                    <a:pt x="1046358" y="84042"/>
                  </a:lnTo>
                  <a:lnTo>
                    <a:pt x="1082439" y="91623"/>
                  </a:lnTo>
                  <a:lnTo>
                    <a:pt x="1118520" y="99758"/>
                  </a:lnTo>
                  <a:lnTo>
                    <a:pt x="1154602" y="108477"/>
                  </a:lnTo>
                  <a:lnTo>
                    <a:pt x="1190683" y="117807"/>
                  </a:lnTo>
                  <a:lnTo>
                    <a:pt x="1226764" y="127775"/>
                  </a:lnTo>
                  <a:lnTo>
                    <a:pt x="1262846" y="138406"/>
                  </a:lnTo>
                  <a:lnTo>
                    <a:pt x="1298927" y="149723"/>
                  </a:lnTo>
                  <a:lnTo>
                    <a:pt x="1335008" y="161744"/>
                  </a:lnTo>
                  <a:lnTo>
                    <a:pt x="1371090" y="174486"/>
                  </a:lnTo>
                  <a:lnTo>
                    <a:pt x="1407171" y="187959"/>
                  </a:lnTo>
                  <a:lnTo>
                    <a:pt x="1443252" y="202168"/>
                  </a:lnTo>
                  <a:lnTo>
                    <a:pt x="1479334" y="217111"/>
                  </a:lnTo>
                  <a:lnTo>
                    <a:pt x="1515415" y="232780"/>
                  </a:lnTo>
                  <a:lnTo>
                    <a:pt x="1551496" y="249158"/>
                  </a:lnTo>
                  <a:lnTo>
                    <a:pt x="1587578" y="266219"/>
                  </a:lnTo>
                  <a:lnTo>
                    <a:pt x="1623659" y="283929"/>
                  </a:lnTo>
                  <a:lnTo>
                    <a:pt x="1659740" y="302243"/>
                  </a:lnTo>
                  <a:lnTo>
                    <a:pt x="1695821" y="321111"/>
                  </a:lnTo>
                  <a:lnTo>
                    <a:pt x="1731903" y="340472"/>
                  </a:lnTo>
                  <a:lnTo>
                    <a:pt x="1767984" y="360258"/>
                  </a:lnTo>
                  <a:lnTo>
                    <a:pt x="1804065" y="380400"/>
                  </a:lnTo>
                  <a:lnTo>
                    <a:pt x="1840147" y="400821"/>
                  </a:lnTo>
                  <a:lnTo>
                    <a:pt x="1876228" y="421448"/>
                  </a:lnTo>
                  <a:lnTo>
                    <a:pt x="1912309" y="442207"/>
                  </a:lnTo>
                  <a:lnTo>
                    <a:pt x="1948391" y="463030"/>
                  </a:lnTo>
                  <a:lnTo>
                    <a:pt x="1984472" y="483853"/>
                  </a:lnTo>
                  <a:lnTo>
                    <a:pt x="2020553" y="504622"/>
                  </a:lnTo>
                  <a:lnTo>
                    <a:pt x="2056635" y="525289"/>
                  </a:lnTo>
                  <a:lnTo>
                    <a:pt x="2092716" y="545816"/>
                  </a:lnTo>
                  <a:lnTo>
                    <a:pt x="2128797" y="566175"/>
                  </a:lnTo>
                  <a:lnTo>
                    <a:pt x="2164879" y="586346"/>
                  </a:lnTo>
                  <a:lnTo>
                    <a:pt x="2200960" y="606316"/>
                  </a:lnTo>
                  <a:lnTo>
                    <a:pt x="2237041" y="626078"/>
                  </a:lnTo>
                  <a:lnTo>
                    <a:pt x="2273123" y="645632"/>
                  </a:lnTo>
                  <a:lnTo>
                    <a:pt x="2309204" y="664982"/>
                  </a:lnTo>
                  <a:lnTo>
                    <a:pt x="2345285" y="684135"/>
                  </a:lnTo>
                  <a:lnTo>
                    <a:pt x="2381367" y="703099"/>
                  </a:lnTo>
                  <a:lnTo>
                    <a:pt x="2417448" y="721886"/>
                  </a:lnTo>
                  <a:lnTo>
                    <a:pt x="2453529" y="740508"/>
                  </a:lnTo>
                  <a:lnTo>
                    <a:pt x="2489611" y="758976"/>
                  </a:lnTo>
                  <a:lnTo>
                    <a:pt x="2525692" y="777304"/>
                  </a:lnTo>
                  <a:lnTo>
                    <a:pt x="2561773" y="795503"/>
                  </a:lnTo>
                  <a:lnTo>
                    <a:pt x="2597854" y="813585"/>
                  </a:lnTo>
                  <a:lnTo>
                    <a:pt x="2633936" y="831559"/>
                  </a:lnTo>
                  <a:lnTo>
                    <a:pt x="2670017" y="849437"/>
                  </a:lnTo>
                  <a:lnTo>
                    <a:pt x="2706098" y="867227"/>
                  </a:lnTo>
                  <a:lnTo>
                    <a:pt x="2742180" y="884937"/>
                  </a:lnTo>
                  <a:lnTo>
                    <a:pt x="2778261" y="902575"/>
                  </a:lnTo>
                  <a:lnTo>
                    <a:pt x="2814342" y="920148"/>
                  </a:lnTo>
                  <a:lnTo>
                    <a:pt x="2850424" y="9376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2553218" y="1775010"/>
              <a:ext cx="2850424" cy="1807440"/>
            </a:xfrm>
            <a:custGeom>
              <a:avLst/>
              <a:pathLst>
                <a:path w="2850424" h="1807440">
                  <a:moveTo>
                    <a:pt x="2850424" y="1807440"/>
                  </a:moveTo>
                  <a:lnTo>
                    <a:pt x="2814342" y="1775203"/>
                  </a:lnTo>
                  <a:lnTo>
                    <a:pt x="2778261" y="1741439"/>
                  </a:lnTo>
                  <a:lnTo>
                    <a:pt x="2742180" y="1706174"/>
                  </a:lnTo>
                  <a:lnTo>
                    <a:pt x="2706098" y="1669448"/>
                  </a:lnTo>
                  <a:lnTo>
                    <a:pt x="2670017" y="1631318"/>
                  </a:lnTo>
                  <a:lnTo>
                    <a:pt x="2633936" y="1591857"/>
                  </a:lnTo>
                  <a:lnTo>
                    <a:pt x="2597854" y="1551152"/>
                  </a:lnTo>
                  <a:lnTo>
                    <a:pt x="2561773" y="1509310"/>
                  </a:lnTo>
                  <a:lnTo>
                    <a:pt x="2525692" y="1466453"/>
                  </a:lnTo>
                  <a:lnTo>
                    <a:pt x="2489611" y="1422717"/>
                  </a:lnTo>
                  <a:lnTo>
                    <a:pt x="2453529" y="1378256"/>
                  </a:lnTo>
                  <a:lnTo>
                    <a:pt x="2417448" y="1333232"/>
                  </a:lnTo>
                  <a:lnTo>
                    <a:pt x="2381367" y="1287823"/>
                  </a:lnTo>
                  <a:lnTo>
                    <a:pt x="2345285" y="1242212"/>
                  </a:lnTo>
                  <a:lnTo>
                    <a:pt x="2309204" y="1196588"/>
                  </a:lnTo>
                  <a:lnTo>
                    <a:pt x="2273123" y="1151144"/>
                  </a:lnTo>
                  <a:lnTo>
                    <a:pt x="2237041" y="1106071"/>
                  </a:lnTo>
                  <a:lnTo>
                    <a:pt x="2200960" y="1061556"/>
                  </a:lnTo>
                  <a:lnTo>
                    <a:pt x="2164879" y="1017778"/>
                  </a:lnTo>
                  <a:lnTo>
                    <a:pt x="2128797" y="974904"/>
                  </a:lnTo>
                  <a:lnTo>
                    <a:pt x="2092716" y="933087"/>
                  </a:lnTo>
                  <a:lnTo>
                    <a:pt x="2056635" y="892461"/>
                  </a:lnTo>
                  <a:lnTo>
                    <a:pt x="2020553" y="853140"/>
                  </a:lnTo>
                  <a:lnTo>
                    <a:pt x="1984472" y="815215"/>
                  </a:lnTo>
                  <a:lnTo>
                    <a:pt x="1948391" y="778754"/>
                  </a:lnTo>
                  <a:lnTo>
                    <a:pt x="1912309" y="743799"/>
                  </a:lnTo>
                  <a:lnTo>
                    <a:pt x="1876228" y="710372"/>
                  </a:lnTo>
                  <a:lnTo>
                    <a:pt x="1840147" y="678470"/>
                  </a:lnTo>
                  <a:lnTo>
                    <a:pt x="1804065" y="648072"/>
                  </a:lnTo>
                  <a:lnTo>
                    <a:pt x="1767984" y="619141"/>
                  </a:lnTo>
                  <a:lnTo>
                    <a:pt x="1731903" y="591625"/>
                  </a:lnTo>
                  <a:lnTo>
                    <a:pt x="1695821" y="565462"/>
                  </a:lnTo>
                  <a:lnTo>
                    <a:pt x="1659740" y="540583"/>
                  </a:lnTo>
                  <a:lnTo>
                    <a:pt x="1623659" y="516915"/>
                  </a:lnTo>
                  <a:lnTo>
                    <a:pt x="1587578" y="494383"/>
                  </a:lnTo>
                  <a:lnTo>
                    <a:pt x="1551496" y="472912"/>
                  </a:lnTo>
                  <a:lnTo>
                    <a:pt x="1515415" y="452429"/>
                  </a:lnTo>
                  <a:lnTo>
                    <a:pt x="1479334" y="432864"/>
                  </a:lnTo>
                  <a:lnTo>
                    <a:pt x="1443252" y="414150"/>
                  </a:lnTo>
                  <a:lnTo>
                    <a:pt x="1407171" y="396227"/>
                  </a:lnTo>
                  <a:lnTo>
                    <a:pt x="1371090" y="379037"/>
                  </a:lnTo>
                  <a:lnTo>
                    <a:pt x="1335008" y="362526"/>
                  </a:lnTo>
                  <a:lnTo>
                    <a:pt x="1298927" y="346647"/>
                  </a:lnTo>
                  <a:lnTo>
                    <a:pt x="1262846" y="331355"/>
                  </a:lnTo>
                  <a:lnTo>
                    <a:pt x="1226764" y="316611"/>
                  </a:lnTo>
                  <a:lnTo>
                    <a:pt x="1190683" y="302377"/>
                  </a:lnTo>
                  <a:lnTo>
                    <a:pt x="1154602" y="288622"/>
                  </a:lnTo>
                  <a:lnTo>
                    <a:pt x="1118520" y="275314"/>
                  </a:lnTo>
                  <a:lnTo>
                    <a:pt x="1082439" y="262427"/>
                  </a:lnTo>
                  <a:lnTo>
                    <a:pt x="1046358" y="249937"/>
                  </a:lnTo>
                  <a:lnTo>
                    <a:pt x="1010276" y="237821"/>
                  </a:lnTo>
                  <a:lnTo>
                    <a:pt x="974195" y="226059"/>
                  </a:lnTo>
                  <a:lnTo>
                    <a:pt x="938114" y="214633"/>
                  </a:lnTo>
                  <a:lnTo>
                    <a:pt x="902032" y="203526"/>
                  </a:lnTo>
                  <a:lnTo>
                    <a:pt x="865951" y="192723"/>
                  </a:lnTo>
                  <a:lnTo>
                    <a:pt x="829870" y="182210"/>
                  </a:lnTo>
                  <a:lnTo>
                    <a:pt x="793789" y="171973"/>
                  </a:lnTo>
                  <a:lnTo>
                    <a:pt x="757707" y="162002"/>
                  </a:lnTo>
                  <a:lnTo>
                    <a:pt x="721626" y="152286"/>
                  </a:lnTo>
                  <a:lnTo>
                    <a:pt x="685545" y="142815"/>
                  </a:lnTo>
                  <a:lnTo>
                    <a:pt x="649463" y="133578"/>
                  </a:lnTo>
                  <a:lnTo>
                    <a:pt x="613382" y="124569"/>
                  </a:lnTo>
                  <a:lnTo>
                    <a:pt x="577301" y="115779"/>
                  </a:lnTo>
                  <a:lnTo>
                    <a:pt x="541219" y="107200"/>
                  </a:lnTo>
                  <a:lnTo>
                    <a:pt x="505138" y="98825"/>
                  </a:lnTo>
                  <a:lnTo>
                    <a:pt x="469057" y="90649"/>
                  </a:lnTo>
                  <a:lnTo>
                    <a:pt x="432975" y="82664"/>
                  </a:lnTo>
                  <a:lnTo>
                    <a:pt x="396894" y="74866"/>
                  </a:lnTo>
                  <a:lnTo>
                    <a:pt x="360813" y="67249"/>
                  </a:lnTo>
                  <a:lnTo>
                    <a:pt x="324731" y="59807"/>
                  </a:lnTo>
                  <a:lnTo>
                    <a:pt x="288650" y="52535"/>
                  </a:lnTo>
                  <a:lnTo>
                    <a:pt x="252569" y="45430"/>
                  </a:lnTo>
                  <a:lnTo>
                    <a:pt x="216487" y="38487"/>
                  </a:lnTo>
                  <a:lnTo>
                    <a:pt x="180406" y="31701"/>
                  </a:lnTo>
                  <a:lnTo>
                    <a:pt x="144325" y="25069"/>
                  </a:lnTo>
                  <a:lnTo>
                    <a:pt x="108243" y="18586"/>
                  </a:lnTo>
                  <a:lnTo>
                    <a:pt x="72162" y="12249"/>
                  </a:lnTo>
                  <a:lnTo>
                    <a:pt x="36081" y="605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2553218" y="1563481"/>
              <a:ext cx="2850424" cy="1521196"/>
            </a:xfrm>
            <a:custGeom>
              <a:avLst/>
              <a:pathLst>
                <a:path w="2850424" h="1521196">
                  <a:moveTo>
                    <a:pt x="0" y="0"/>
                  </a:moveTo>
                  <a:lnTo>
                    <a:pt x="36081" y="2683"/>
                  </a:lnTo>
                  <a:lnTo>
                    <a:pt x="72162" y="5515"/>
                  </a:lnTo>
                  <a:lnTo>
                    <a:pt x="108243" y="8505"/>
                  </a:lnTo>
                  <a:lnTo>
                    <a:pt x="144325" y="11660"/>
                  </a:lnTo>
                  <a:lnTo>
                    <a:pt x="180406" y="14989"/>
                  </a:lnTo>
                  <a:lnTo>
                    <a:pt x="216487" y="18502"/>
                  </a:lnTo>
                  <a:lnTo>
                    <a:pt x="252569" y="22207"/>
                  </a:lnTo>
                  <a:lnTo>
                    <a:pt x="288650" y="26115"/>
                  </a:lnTo>
                  <a:lnTo>
                    <a:pt x="324731" y="30236"/>
                  </a:lnTo>
                  <a:lnTo>
                    <a:pt x="360813" y="34581"/>
                  </a:lnTo>
                  <a:lnTo>
                    <a:pt x="396894" y="39162"/>
                  </a:lnTo>
                  <a:lnTo>
                    <a:pt x="432975" y="43989"/>
                  </a:lnTo>
                  <a:lnTo>
                    <a:pt x="469057" y="49075"/>
                  </a:lnTo>
                  <a:lnTo>
                    <a:pt x="505138" y="54433"/>
                  </a:lnTo>
                  <a:lnTo>
                    <a:pt x="541219" y="60076"/>
                  </a:lnTo>
                  <a:lnTo>
                    <a:pt x="577301" y="66017"/>
                  </a:lnTo>
                  <a:lnTo>
                    <a:pt x="613382" y="72272"/>
                  </a:lnTo>
                  <a:lnTo>
                    <a:pt x="649463" y="78854"/>
                  </a:lnTo>
                  <a:lnTo>
                    <a:pt x="685545" y="85778"/>
                  </a:lnTo>
                  <a:lnTo>
                    <a:pt x="721626" y="93061"/>
                  </a:lnTo>
                  <a:lnTo>
                    <a:pt x="757707" y="100718"/>
                  </a:lnTo>
                  <a:lnTo>
                    <a:pt x="793789" y="108765"/>
                  </a:lnTo>
                  <a:lnTo>
                    <a:pt x="829870" y="117220"/>
                  </a:lnTo>
                  <a:lnTo>
                    <a:pt x="865951" y="126100"/>
                  </a:lnTo>
                  <a:lnTo>
                    <a:pt x="902032" y="135422"/>
                  </a:lnTo>
                  <a:lnTo>
                    <a:pt x="938114" y="145205"/>
                  </a:lnTo>
                  <a:lnTo>
                    <a:pt x="974195" y="155466"/>
                  </a:lnTo>
                  <a:lnTo>
                    <a:pt x="1010276" y="166225"/>
                  </a:lnTo>
                  <a:lnTo>
                    <a:pt x="1046358" y="177500"/>
                  </a:lnTo>
                  <a:lnTo>
                    <a:pt x="1082439" y="189309"/>
                  </a:lnTo>
                  <a:lnTo>
                    <a:pt x="1118520" y="201672"/>
                  </a:lnTo>
                  <a:lnTo>
                    <a:pt x="1154602" y="214607"/>
                  </a:lnTo>
                  <a:lnTo>
                    <a:pt x="1190683" y="228134"/>
                  </a:lnTo>
                  <a:lnTo>
                    <a:pt x="1226764" y="242270"/>
                  </a:lnTo>
                  <a:lnTo>
                    <a:pt x="1262846" y="257034"/>
                  </a:lnTo>
                  <a:lnTo>
                    <a:pt x="1298927" y="272443"/>
                  </a:lnTo>
                  <a:lnTo>
                    <a:pt x="1335008" y="288516"/>
                  </a:lnTo>
                  <a:lnTo>
                    <a:pt x="1371090" y="305267"/>
                  </a:lnTo>
                  <a:lnTo>
                    <a:pt x="1407171" y="322713"/>
                  </a:lnTo>
                  <a:lnTo>
                    <a:pt x="1443252" y="340869"/>
                  </a:lnTo>
                  <a:lnTo>
                    <a:pt x="1479334" y="359747"/>
                  </a:lnTo>
                  <a:lnTo>
                    <a:pt x="1515415" y="379362"/>
                  </a:lnTo>
                  <a:lnTo>
                    <a:pt x="1551496" y="399722"/>
                  </a:lnTo>
                  <a:lnTo>
                    <a:pt x="1587578" y="420838"/>
                  </a:lnTo>
                  <a:lnTo>
                    <a:pt x="1623659" y="442717"/>
                  </a:lnTo>
                  <a:lnTo>
                    <a:pt x="1659740" y="465364"/>
                  </a:lnTo>
                  <a:lnTo>
                    <a:pt x="1695821" y="488783"/>
                  </a:lnTo>
                  <a:lnTo>
                    <a:pt x="1731903" y="512975"/>
                  </a:lnTo>
                  <a:lnTo>
                    <a:pt x="1767984" y="537938"/>
                  </a:lnTo>
                  <a:lnTo>
                    <a:pt x="1804065" y="563668"/>
                  </a:lnTo>
                  <a:lnTo>
                    <a:pt x="1840147" y="590159"/>
                  </a:lnTo>
                  <a:lnTo>
                    <a:pt x="1876228" y="617401"/>
                  </a:lnTo>
                  <a:lnTo>
                    <a:pt x="1912309" y="645380"/>
                  </a:lnTo>
                  <a:lnTo>
                    <a:pt x="1948391" y="674082"/>
                  </a:lnTo>
                  <a:lnTo>
                    <a:pt x="1984472" y="703488"/>
                  </a:lnTo>
                  <a:lnTo>
                    <a:pt x="2020553" y="733574"/>
                  </a:lnTo>
                  <a:lnTo>
                    <a:pt x="2056635" y="764316"/>
                  </a:lnTo>
                  <a:lnTo>
                    <a:pt x="2092716" y="795685"/>
                  </a:lnTo>
                  <a:lnTo>
                    <a:pt x="2128797" y="827649"/>
                  </a:lnTo>
                  <a:lnTo>
                    <a:pt x="2164879" y="860172"/>
                  </a:lnTo>
                  <a:lnTo>
                    <a:pt x="2200960" y="893218"/>
                  </a:lnTo>
                  <a:lnTo>
                    <a:pt x="2237041" y="926744"/>
                  </a:lnTo>
                  <a:lnTo>
                    <a:pt x="2273123" y="960707"/>
                  </a:lnTo>
                  <a:lnTo>
                    <a:pt x="2309204" y="995061"/>
                  </a:lnTo>
                  <a:lnTo>
                    <a:pt x="2345285" y="1029757"/>
                  </a:lnTo>
                  <a:lnTo>
                    <a:pt x="2381367" y="1064744"/>
                  </a:lnTo>
                  <a:lnTo>
                    <a:pt x="2417448" y="1099970"/>
                  </a:lnTo>
                  <a:lnTo>
                    <a:pt x="2453529" y="1135381"/>
                  </a:lnTo>
                  <a:lnTo>
                    <a:pt x="2489611" y="1170922"/>
                  </a:lnTo>
                  <a:lnTo>
                    <a:pt x="2525692" y="1206536"/>
                  </a:lnTo>
                  <a:lnTo>
                    <a:pt x="2561773" y="1242167"/>
                  </a:lnTo>
                  <a:lnTo>
                    <a:pt x="2597854" y="1277760"/>
                  </a:lnTo>
                  <a:lnTo>
                    <a:pt x="2633936" y="1313256"/>
                  </a:lnTo>
                  <a:lnTo>
                    <a:pt x="2670017" y="1348602"/>
                  </a:lnTo>
                  <a:lnTo>
                    <a:pt x="2706098" y="1383741"/>
                  </a:lnTo>
                  <a:lnTo>
                    <a:pt x="2742180" y="1418621"/>
                  </a:lnTo>
                  <a:lnTo>
                    <a:pt x="2778261" y="1453190"/>
                  </a:lnTo>
                  <a:lnTo>
                    <a:pt x="2814342" y="1487397"/>
                  </a:lnTo>
                  <a:lnTo>
                    <a:pt x="2850424" y="1521196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2841352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4256205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2835292" y="4372931"/>
              <a:ext cx="14756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225" name="tx225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27" name="pt227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tx233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1428519" y="1165040"/>
              <a:ext cx="1769181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59195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83642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908088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32535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3730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363839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69037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016909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71418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295865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52031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15906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33655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33711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16008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25397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03630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24488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433274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04142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80455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80858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33309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70744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07956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0754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31061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6752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44601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96062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96062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07956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6771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31061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44611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20364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320808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276207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311940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275839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299374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299207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330152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312460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434590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434860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29789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06604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70340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06604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154108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15384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939978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70340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256928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3977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94131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256928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23943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57848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88496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76767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88454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98068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04052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1953965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978089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953146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176841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04052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57833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27251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84400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70207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84400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70319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62521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27251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49196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62402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49306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79980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80124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436516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389323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436903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388919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546195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414757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414968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444980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427443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427032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444286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249094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382495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262024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227564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269872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227348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382495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249045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279353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261981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279663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269625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1623483" y="2375212"/>
              <a:ext cx="3899276" cy="1498522"/>
            </a:xfrm>
            <a:custGeom>
              <a:avLst/>
              <a:pathLst>
                <a:path w="3899276" h="1498522">
                  <a:moveTo>
                    <a:pt x="0" y="181797"/>
                  </a:moveTo>
                  <a:lnTo>
                    <a:pt x="49357" y="195343"/>
                  </a:lnTo>
                  <a:lnTo>
                    <a:pt x="98715" y="208797"/>
                  </a:lnTo>
                  <a:lnTo>
                    <a:pt x="148073" y="222153"/>
                  </a:lnTo>
                  <a:lnTo>
                    <a:pt x="197431" y="235404"/>
                  </a:lnTo>
                  <a:lnTo>
                    <a:pt x="246789" y="248540"/>
                  </a:lnTo>
                  <a:lnTo>
                    <a:pt x="296147" y="261554"/>
                  </a:lnTo>
                  <a:lnTo>
                    <a:pt x="345505" y="274434"/>
                  </a:lnTo>
                  <a:lnTo>
                    <a:pt x="394863" y="287170"/>
                  </a:lnTo>
                  <a:lnTo>
                    <a:pt x="444221" y="299750"/>
                  </a:lnTo>
                  <a:lnTo>
                    <a:pt x="493579" y="312160"/>
                  </a:lnTo>
                  <a:lnTo>
                    <a:pt x="542937" y="324385"/>
                  </a:lnTo>
                  <a:lnTo>
                    <a:pt x="592295" y="336410"/>
                  </a:lnTo>
                  <a:lnTo>
                    <a:pt x="641653" y="348216"/>
                  </a:lnTo>
                  <a:lnTo>
                    <a:pt x="691011" y="359784"/>
                  </a:lnTo>
                  <a:lnTo>
                    <a:pt x="740368" y="371092"/>
                  </a:lnTo>
                  <a:lnTo>
                    <a:pt x="789726" y="382116"/>
                  </a:lnTo>
                  <a:lnTo>
                    <a:pt x="839084" y="392831"/>
                  </a:lnTo>
                  <a:lnTo>
                    <a:pt x="888442" y="403207"/>
                  </a:lnTo>
                  <a:lnTo>
                    <a:pt x="937800" y="413214"/>
                  </a:lnTo>
                  <a:lnTo>
                    <a:pt x="987158" y="422818"/>
                  </a:lnTo>
                  <a:lnTo>
                    <a:pt x="1036516" y="431983"/>
                  </a:lnTo>
                  <a:lnTo>
                    <a:pt x="1085874" y="440669"/>
                  </a:lnTo>
                  <a:lnTo>
                    <a:pt x="1135232" y="448837"/>
                  </a:lnTo>
                  <a:lnTo>
                    <a:pt x="1184590" y="456442"/>
                  </a:lnTo>
                  <a:lnTo>
                    <a:pt x="1233948" y="463441"/>
                  </a:lnTo>
                  <a:lnTo>
                    <a:pt x="1283306" y="469787"/>
                  </a:lnTo>
                  <a:lnTo>
                    <a:pt x="1332664" y="475436"/>
                  </a:lnTo>
                  <a:lnTo>
                    <a:pt x="1382022" y="480344"/>
                  </a:lnTo>
                  <a:lnTo>
                    <a:pt x="1431379" y="484469"/>
                  </a:lnTo>
                  <a:lnTo>
                    <a:pt x="1480737" y="487774"/>
                  </a:lnTo>
                  <a:lnTo>
                    <a:pt x="1530095" y="490228"/>
                  </a:lnTo>
                  <a:lnTo>
                    <a:pt x="1579453" y="491805"/>
                  </a:lnTo>
                  <a:lnTo>
                    <a:pt x="1628811" y="492489"/>
                  </a:lnTo>
                  <a:lnTo>
                    <a:pt x="1678169" y="492271"/>
                  </a:lnTo>
                  <a:lnTo>
                    <a:pt x="1727527" y="491152"/>
                  </a:lnTo>
                  <a:lnTo>
                    <a:pt x="1776885" y="489142"/>
                  </a:lnTo>
                  <a:lnTo>
                    <a:pt x="1826243" y="486260"/>
                  </a:lnTo>
                  <a:lnTo>
                    <a:pt x="1875601" y="482534"/>
                  </a:lnTo>
                  <a:lnTo>
                    <a:pt x="1924959" y="477995"/>
                  </a:lnTo>
                  <a:lnTo>
                    <a:pt x="1974317" y="472683"/>
                  </a:lnTo>
                  <a:lnTo>
                    <a:pt x="2023675" y="466639"/>
                  </a:lnTo>
                  <a:lnTo>
                    <a:pt x="2073033" y="459907"/>
                  </a:lnTo>
                  <a:lnTo>
                    <a:pt x="2122390" y="452533"/>
                  </a:lnTo>
                  <a:lnTo>
                    <a:pt x="2171748" y="444563"/>
                  </a:lnTo>
                  <a:lnTo>
                    <a:pt x="2221106" y="436039"/>
                  </a:lnTo>
                  <a:lnTo>
                    <a:pt x="2270464" y="427006"/>
                  </a:lnTo>
                  <a:lnTo>
                    <a:pt x="2319822" y="417504"/>
                  </a:lnTo>
                  <a:lnTo>
                    <a:pt x="2369180" y="407570"/>
                  </a:lnTo>
                  <a:lnTo>
                    <a:pt x="2418538" y="397241"/>
                  </a:lnTo>
                  <a:lnTo>
                    <a:pt x="2467896" y="386550"/>
                  </a:lnTo>
                  <a:lnTo>
                    <a:pt x="2517254" y="375527"/>
                  </a:lnTo>
                  <a:lnTo>
                    <a:pt x="2566612" y="364200"/>
                  </a:lnTo>
                  <a:lnTo>
                    <a:pt x="2615970" y="352595"/>
                  </a:lnTo>
                  <a:lnTo>
                    <a:pt x="2665328" y="340735"/>
                  </a:lnTo>
                  <a:lnTo>
                    <a:pt x="2714686" y="328642"/>
                  </a:lnTo>
                  <a:lnTo>
                    <a:pt x="2764044" y="316333"/>
                  </a:lnTo>
                  <a:lnTo>
                    <a:pt x="2813401" y="303828"/>
                  </a:lnTo>
                  <a:lnTo>
                    <a:pt x="2862759" y="291142"/>
                  </a:lnTo>
                  <a:lnTo>
                    <a:pt x="2912117" y="278288"/>
                  </a:lnTo>
                  <a:lnTo>
                    <a:pt x="2961475" y="265282"/>
                  </a:lnTo>
                  <a:lnTo>
                    <a:pt x="3010833" y="252133"/>
                  </a:lnTo>
                  <a:lnTo>
                    <a:pt x="3060191" y="238854"/>
                  </a:lnTo>
                  <a:lnTo>
                    <a:pt x="3109549" y="225454"/>
                  </a:lnTo>
                  <a:lnTo>
                    <a:pt x="3158907" y="211942"/>
                  </a:lnTo>
                  <a:lnTo>
                    <a:pt x="3208265" y="198325"/>
                  </a:lnTo>
                  <a:lnTo>
                    <a:pt x="3257623" y="184612"/>
                  </a:lnTo>
                  <a:lnTo>
                    <a:pt x="3306981" y="170810"/>
                  </a:lnTo>
                  <a:lnTo>
                    <a:pt x="3356339" y="156924"/>
                  </a:lnTo>
                  <a:lnTo>
                    <a:pt x="3405697" y="142960"/>
                  </a:lnTo>
                  <a:lnTo>
                    <a:pt x="3455055" y="128923"/>
                  </a:lnTo>
                  <a:lnTo>
                    <a:pt x="3504412" y="114819"/>
                  </a:lnTo>
                  <a:lnTo>
                    <a:pt x="3553770" y="100651"/>
                  </a:lnTo>
                  <a:lnTo>
                    <a:pt x="3603128" y="86423"/>
                  </a:lnTo>
                  <a:lnTo>
                    <a:pt x="3652486" y="72140"/>
                  </a:lnTo>
                  <a:lnTo>
                    <a:pt x="3701844" y="57805"/>
                  </a:lnTo>
                  <a:lnTo>
                    <a:pt x="3751202" y="43420"/>
                  </a:lnTo>
                  <a:lnTo>
                    <a:pt x="3800560" y="28989"/>
                  </a:lnTo>
                  <a:lnTo>
                    <a:pt x="3849918" y="14515"/>
                  </a:lnTo>
                  <a:lnTo>
                    <a:pt x="3899276" y="0"/>
                  </a:lnTo>
                  <a:lnTo>
                    <a:pt x="3899276" y="1498522"/>
                  </a:lnTo>
                  <a:lnTo>
                    <a:pt x="3849918" y="1484244"/>
                  </a:lnTo>
                  <a:lnTo>
                    <a:pt x="3800560" y="1470008"/>
                  </a:lnTo>
                  <a:lnTo>
                    <a:pt x="3751202" y="1455815"/>
                  </a:lnTo>
                  <a:lnTo>
                    <a:pt x="3701844" y="1441668"/>
                  </a:lnTo>
                  <a:lnTo>
                    <a:pt x="3652486" y="1427570"/>
                  </a:lnTo>
                  <a:lnTo>
                    <a:pt x="3603128" y="1413525"/>
                  </a:lnTo>
                  <a:lnTo>
                    <a:pt x="3553770" y="1399536"/>
                  </a:lnTo>
                  <a:lnTo>
                    <a:pt x="3504412" y="1385606"/>
                  </a:lnTo>
                  <a:lnTo>
                    <a:pt x="3455055" y="1371739"/>
                  </a:lnTo>
                  <a:lnTo>
                    <a:pt x="3405697" y="1357940"/>
                  </a:lnTo>
                  <a:lnTo>
                    <a:pt x="3356339" y="1344214"/>
                  </a:lnTo>
                  <a:lnTo>
                    <a:pt x="3306981" y="1330566"/>
                  </a:lnTo>
                  <a:lnTo>
                    <a:pt x="3257623" y="1317001"/>
                  </a:lnTo>
                  <a:lnTo>
                    <a:pt x="3208265" y="1303526"/>
                  </a:lnTo>
                  <a:lnTo>
                    <a:pt x="3158907" y="1290148"/>
                  </a:lnTo>
                  <a:lnTo>
                    <a:pt x="3109549" y="1276874"/>
                  </a:lnTo>
                  <a:lnTo>
                    <a:pt x="3060191" y="1263711"/>
                  </a:lnTo>
                  <a:lnTo>
                    <a:pt x="3010833" y="1250670"/>
                  </a:lnTo>
                  <a:lnTo>
                    <a:pt x="2961475" y="1237759"/>
                  </a:lnTo>
                  <a:lnTo>
                    <a:pt x="2912117" y="1224991"/>
                  </a:lnTo>
                  <a:lnTo>
                    <a:pt x="2862759" y="1212375"/>
                  </a:lnTo>
                  <a:lnTo>
                    <a:pt x="2813401" y="1199927"/>
                  </a:lnTo>
                  <a:lnTo>
                    <a:pt x="2764044" y="1187660"/>
                  </a:lnTo>
                  <a:lnTo>
                    <a:pt x="2714686" y="1175589"/>
                  </a:lnTo>
                  <a:lnTo>
                    <a:pt x="2665328" y="1163733"/>
                  </a:lnTo>
                  <a:lnTo>
                    <a:pt x="2615970" y="1152111"/>
                  </a:lnTo>
                  <a:lnTo>
                    <a:pt x="2566612" y="1140744"/>
                  </a:lnTo>
                  <a:lnTo>
                    <a:pt x="2517254" y="1129655"/>
                  </a:lnTo>
                  <a:lnTo>
                    <a:pt x="2467896" y="1118870"/>
                  </a:lnTo>
                  <a:lnTo>
                    <a:pt x="2418538" y="1108417"/>
                  </a:lnTo>
                  <a:lnTo>
                    <a:pt x="2369180" y="1098326"/>
                  </a:lnTo>
                  <a:lnTo>
                    <a:pt x="2319822" y="1088630"/>
                  </a:lnTo>
                  <a:lnTo>
                    <a:pt x="2270464" y="1079366"/>
                  </a:lnTo>
                  <a:lnTo>
                    <a:pt x="2221106" y="1070570"/>
                  </a:lnTo>
                  <a:lnTo>
                    <a:pt x="2171748" y="1062285"/>
                  </a:lnTo>
                  <a:lnTo>
                    <a:pt x="2122390" y="1054552"/>
                  </a:lnTo>
                  <a:lnTo>
                    <a:pt x="2073033" y="1047416"/>
                  </a:lnTo>
                  <a:lnTo>
                    <a:pt x="2023675" y="1040922"/>
                  </a:lnTo>
                  <a:lnTo>
                    <a:pt x="1974317" y="1035116"/>
                  </a:lnTo>
                  <a:lnTo>
                    <a:pt x="1924959" y="1030042"/>
                  </a:lnTo>
                  <a:lnTo>
                    <a:pt x="1875601" y="1025741"/>
                  </a:lnTo>
                  <a:lnTo>
                    <a:pt x="1826243" y="1022252"/>
                  </a:lnTo>
                  <a:lnTo>
                    <a:pt x="1776885" y="1019609"/>
                  </a:lnTo>
                  <a:lnTo>
                    <a:pt x="1727527" y="1017837"/>
                  </a:lnTo>
                  <a:lnTo>
                    <a:pt x="1678169" y="1016956"/>
                  </a:lnTo>
                  <a:lnTo>
                    <a:pt x="1628811" y="1016975"/>
                  </a:lnTo>
                  <a:lnTo>
                    <a:pt x="1579453" y="1017897"/>
                  </a:lnTo>
                  <a:lnTo>
                    <a:pt x="1530095" y="1019712"/>
                  </a:lnTo>
                  <a:lnTo>
                    <a:pt x="1480737" y="1022404"/>
                  </a:lnTo>
                  <a:lnTo>
                    <a:pt x="1431379" y="1025947"/>
                  </a:lnTo>
                  <a:lnTo>
                    <a:pt x="1382022" y="1030310"/>
                  </a:lnTo>
                  <a:lnTo>
                    <a:pt x="1332664" y="1035456"/>
                  </a:lnTo>
                  <a:lnTo>
                    <a:pt x="1283306" y="1041342"/>
                  </a:lnTo>
                  <a:lnTo>
                    <a:pt x="1233948" y="1047927"/>
                  </a:lnTo>
                  <a:lnTo>
                    <a:pt x="1184590" y="1055163"/>
                  </a:lnTo>
                  <a:lnTo>
                    <a:pt x="1135232" y="1063006"/>
                  </a:lnTo>
                  <a:lnTo>
                    <a:pt x="1085874" y="1071412"/>
                  </a:lnTo>
                  <a:lnTo>
                    <a:pt x="1036516" y="1080336"/>
                  </a:lnTo>
                  <a:lnTo>
                    <a:pt x="987158" y="1089739"/>
                  </a:lnTo>
                  <a:lnTo>
                    <a:pt x="937800" y="1099581"/>
                  </a:lnTo>
                  <a:lnTo>
                    <a:pt x="888442" y="1109826"/>
                  </a:lnTo>
                  <a:lnTo>
                    <a:pt x="839084" y="1120440"/>
                  </a:lnTo>
                  <a:lnTo>
                    <a:pt x="789726" y="1131392"/>
                  </a:lnTo>
                  <a:lnTo>
                    <a:pt x="740368" y="1142654"/>
                  </a:lnTo>
                  <a:lnTo>
                    <a:pt x="691011" y="1154200"/>
                  </a:lnTo>
                  <a:lnTo>
                    <a:pt x="641653" y="1166006"/>
                  </a:lnTo>
                  <a:lnTo>
                    <a:pt x="592295" y="1178050"/>
                  </a:lnTo>
                  <a:lnTo>
                    <a:pt x="542937" y="1190313"/>
                  </a:lnTo>
                  <a:lnTo>
                    <a:pt x="493579" y="1202776"/>
                  </a:lnTo>
                  <a:lnTo>
                    <a:pt x="444221" y="1215424"/>
                  </a:lnTo>
                  <a:lnTo>
                    <a:pt x="394863" y="1228242"/>
                  </a:lnTo>
                  <a:lnTo>
                    <a:pt x="345505" y="1241216"/>
                  </a:lnTo>
                  <a:lnTo>
                    <a:pt x="296147" y="1254334"/>
                  </a:lnTo>
                  <a:lnTo>
                    <a:pt x="246789" y="1267585"/>
                  </a:lnTo>
                  <a:lnTo>
                    <a:pt x="197431" y="1280959"/>
                  </a:lnTo>
                  <a:lnTo>
                    <a:pt x="148073" y="1294448"/>
                  </a:lnTo>
                  <a:lnTo>
                    <a:pt x="98715" y="1308042"/>
                  </a:lnTo>
                  <a:lnTo>
                    <a:pt x="49357" y="1321734"/>
                  </a:lnTo>
                  <a:lnTo>
                    <a:pt x="0" y="133551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623483" y="2375212"/>
              <a:ext cx="3899276" cy="492489"/>
            </a:xfrm>
            <a:custGeom>
              <a:avLst/>
              <a:pathLst>
                <a:path w="3899276" h="492489">
                  <a:moveTo>
                    <a:pt x="0" y="181797"/>
                  </a:moveTo>
                  <a:lnTo>
                    <a:pt x="49357" y="195343"/>
                  </a:lnTo>
                  <a:lnTo>
                    <a:pt x="98715" y="208797"/>
                  </a:lnTo>
                  <a:lnTo>
                    <a:pt x="148073" y="222153"/>
                  </a:lnTo>
                  <a:lnTo>
                    <a:pt x="197431" y="235404"/>
                  </a:lnTo>
                  <a:lnTo>
                    <a:pt x="246789" y="248540"/>
                  </a:lnTo>
                  <a:lnTo>
                    <a:pt x="296147" y="261554"/>
                  </a:lnTo>
                  <a:lnTo>
                    <a:pt x="345505" y="274434"/>
                  </a:lnTo>
                  <a:lnTo>
                    <a:pt x="394863" y="287170"/>
                  </a:lnTo>
                  <a:lnTo>
                    <a:pt x="444221" y="299750"/>
                  </a:lnTo>
                  <a:lnTo>
                    <a:pt x="493579" y="312160"/>
                  </a:lnTo>
                  <a:lnTo>
                    <a:pt x="542937" y="324385"/>
                  </a:lnTo>
                  <a:lnTo>
                    <a:pt x="592295" y="336410"/>
                  </a:lnTo>
                  <a:lnTo>
                    <a:pt x="641653" y="348216"/>
                  </a:lnTo>
                  <a:lnTo>
                    <a:pt x="691011" y="359784"/>
                  </a:lnTo>
                  <a:lnTo>
                    <a:pt x="740368" y="371092"/>
                  </a:lnTo>
                  <a:lnTo>
                    <a:pt x="789726" y="382116"/>
                  </a:lnTo>
                  <a:lnTo>
                    <a:pt x="839084" y="392831"/>
                  </a:lnTo>
                  <a:lnTo>
                    <a:pt x="888442" y="403207"/>
                  </a:lnTo>
                  <a:lnTo>
                    <a:pt x="937800" y="413214"/>
                  </a:lnTo>
                  <a:lnTo>
                    <a:pt x="987158" y="422818"/>
                  </a:lnTo>
                  <a:lnTo>
                    <a:pt x="1036516" y="431983"/>
                  </a:lnTo>
                  <a:lnTo>
                    <a:pt x="1085874" y="440669"/>
                  </a:lnTo>
                  <a:lnTo>
                    <a:pt x="1135232" y="448837"/>
                  </a:lnTo>
                  <a:lnTo>
                    <a:pt x="1184590" y="456442"/>
                  </a:lnTo>
                  <a:lnTo>
                    <a:pt x="1233948" y="463441"/>
                  </a:lnTo>
                  <a:lnTo>
                    <a:pt x="1283306" y="469787"/>
                  </a:lnTo>
                  <a:lnTo>
                    <a:pt x="1332664" y="475436"/>
                  </a:lnTo>
                  <a:lnTo>
                    <a:pt x="1382022" y="480344"/>
                  </a:lnTo>
                  <a:lnTo>
                    <a:pt x="1431379" y="484469"/>
                  </a:lnTo>
                  <a:lnTo>
                    <a:pt x="1480737" y="487774"/>
                  </a:lnTo>
                  <a:lnTo>
                    <a:pt x="1530095" y="490228"/>
                  </a:lnTo>
                  <a:lnTo>
                    <a:pt x="1579453" y="491805"/>
                  </a:lnTo>
                  <a:lnTo>
                    <a:pt x="1628811" y="492489"/>
                  </a:lnTo>
                  <a:lnTo>
                    <a:pt x="1678169" y="492271"/>
                  </a:lnTo>
                  <a:lnTo>
                    <a:pt x="1727527" y="491152"/>
                  </a:lnTo>
                  <a:lnTo>
                    <a:pt x="1776885" y="489142"/>
                  </a:lnTo>
                  <a:lnTo>
                    <a:pt x="1826243" y="486260"/>
                  </a:lnTo>
                  <a:lnTo>
                    <a:pt x="1875601" y="482534"/>
                  </a:lnTo>
                  <a:lnTo>
                    <a:pt x="1924959" y="477995"/>
                  </a:lnTo>
                  <a:lnTo>
                    <a:pt x="1974317" y="472683"/>
                  </a:lnTo>
                  <a:lnTo>
                    <a:pt x="2023675" y="466639"/>
                  </a:lnTo>
                  <a:lnTo>
                    <a:pt x="2073033" y="459907"/>
                  </a:lnTo>
                  <a:lnTo>
                    <a:pt x="2122390" y="452533"/>
                  </a:lnTo>
                  <a:lnTo>
                    <a:pt x="2171748" y="444563"/>
                  </a:lnTo>
                  <a:lnTo>
                    <a:pt x="2221106" y="436039"/>
                  </a:lnTo>
                  <a:lnTo>
                    <a:pt x="2270464" y="427006"/>
                  </a:lnTo>
                  <a:lnTo>
                    <a:pt x="2319822" y="417504"/>
                  </a:lnTo>
                  <a:lnTo>
                    <a:pt x="2369180" y="407570"/>
                  </a:lnTo>
                  <a:lnTo>
                    <a:pt x="2418538" y="397241"/>
                  </a:lnTo>
                  <a:lnTo>
                    <a:pt x="2467896" y="386550"/>
                  </a:lnTo>
                  <a:lnTo>
                    <a:pt x="2517254" y="375527"/>
                  </a:lnTo>
                  <a:lnTo>
                    <a:pt x="2566612" y="364200"/>
                  </a:lnTo>
                  <a:lnTo>
                    <a:pt x="2615970" y="352595"/>
                  </a:lnTo>
                  <a:lnTo>
                    <a:pt x="2665328" y="340735"/>
                  </a:lnTo>
                  <a:lnTo>
                    <a:pt x="2714686" y="328642"/>
                  </a:lnTo>
                  <a:lnTo>
                    <a:pt x="2764044" y="316333"/>
                  </a:lnTo>
                  <a:lnTo>
                    <a:pt x="2813401" y="303828"/>
                  </a:lnTo>
                  <a:lnTo>
                    <a:pt x="2862759" y="291142"/>
                  </a:lnTo>
                  <a:lnTo>
                    <a:pt x="2912117" y="278288"/>
                  </a:lnTo>
                  <a:lnTo>
                    <a:pt x="2961475" y="265282"/>
                  </a:lnTo>
                  <a:lnTo>
                    <a:pt x="3010833" y="252133"/>
                  </a:lnTo>
                  <a:lnTo>
                    <a:pt x="3060191" y="238854"/>
                  </a:lnTo>
                  <a:lnTo>
                    <a:pt x="3109549" y="225454"/>
                  </a:lnTo>
                  <a:lnTo>
                    <a:pt x="3158907" y="211942"/>
                  </a:lnTo>
                  <a:lnTo>
                    <a:pt x="3208265" y="198325"/>
                  </a:lnTo>
                  <a:lnTo>
                    <a:pt x="3257623" y="184612"/>
                  </a:lnTo>
                  <a:lnTo>
                    <a:pt x="3306981" y="170810"/>
                  </a:lnTo>
                  <a:lnTo>
                    <a:pt x="3356339" y="156924"/>
                  </a:lnTo>
                  <a:lnTo>
                    <a:pt x="3405697" y="142960"/>
                  </a:lnTo>
                  <a:lnTo>
                    <a:pt x="3455055" y="128923"/>
                  </a:lnTo>
                  <a:lnTo>
                    <a:pt x="3504412" y="114819"/>
                  </a:lnTo>
                  <a:lnTo>
                    <a:pt x="3553770" y="100651"/>
                  </a:lnTo>
                  <a:lnTo>
                    <a:pt x="3603128" y="86423"/>
                  </a:lnTo>
                  <a:lnTo>
                    <a:pt x="3652486" y="72140"/>
                  </a:lnTo>
                  <a:lnTo>
                    <a:pt x="3701844" y="57805"/>
                  </a:lnTo>
                  <a:lnTo>
                    <a:pt x="3751202" y="43420"/>
                  </a:lnTo>
                  <a:lnTo>
                    <a:pt x="3800560" y="28989"/>
                  </a:lnTo>
                  <a:lnTo>
                    <a:pt x="3849918" y="14515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623483" y="3392168"/>
              <a:ext cx="3899276" cy="481566"/>
            </a:xfrm>
            <a:custGeom>
              <a:avLst/>
              <a:pathLst>
                <a:path w="3899276" h="481566">
                  <a:moveTo>
                    <a:pt x="3899276" y="481566"/>
                  </a:moveTo>
                  <a:lnTo>
                    <a:pt x="3849918" y="467288"/>
                  </a:lnTo>
                  <a:lnTo>
                    <a:pt x="3800560" y="453052"/>
                  </a:lnTo>
                  <a:lnTo>
                    <a:pt x="3751202" y="438859"/>
                  </a:lnTo>
                  <a:lnTo>
                    <a:pt x="3701844" y="424712"/>
                  </a:lnTo>
                  <a:lnTo>
                    <a:pt x="3652486" y="410614"/>
                  </a:lnTo>
                  <a:lnTo>
                    <a:pt x="3603128" y="396569"/>
                  </a:lnTo>
                  <a:lnTo>
                    <a:pt x="3553770" y="382579"/>
                  </a:lnTo>
                  <a:lnTo>
                    <a:pt x="3504412" y="368649"/>
                  </a:lnTo>
                  <a:lnTo>
                    <a:pt x="3455055" y="354783"/>
                  </a:lnTo>
                  <a:lnTo>
                    <a:pt x="3405697" y="340984"/>
                  </a:lnTo>
                  <a:lnTo>
                    <a:pt x="3356339" y="327258"/>
                  </a:lnTo>
                  <a:lnTo>
                    <a:pt x="3306981" y="313610"/>
                  </a:lnTo>
                  <a:lnTo>
                    <a:pt x="3257623" y="300045"/>
                  </a:lnTo>
                  <a:lnTo>
                    <a:pt x="3208265" y="286570"/>
                  </a:lnTo>
                  <a:lnTo>
                    <a:pt x="3158907" y="273192"/>
                  </a:lnTo>
                  <a:lnTo>
                    <a:pt x="3109549" y="259917"/>
                  </a:lnTo>
                  <a:lnTo>
                    <a:pt x="3060191" y="246755"/>
                  </a:lnTo>
                  <a:lnTo>
                    <a:pt x="3010833" y="233714"/>
                  </a:lnTo>
                  <a:lnTo>
                    <a:pt x="2961475" y="220803"/>
                  </a:lnTo>
                  <a:lnTo>
                    <a:pt x="2912117" y="208034"/>
                  </a:lnTo>
                  <a:lnTo>
                    <a:pt x="2862759" y="195419"/>
                  </a:lnTo>
                  <a:lnTo>
                    <a:pt x="2813401" y="182971"/>
                  </a:lnTo>
                  <a:lnTo>
                    <a:pt x="2764044" y="170703"/>
                  </a:lnTo>
                  <a:lnTo>
                    <a:pt x="2714686" y="158633"/>
                  </a:lnTo>
                  <a:lnTo>
                    <a:pt x="2665328" y="146777"/>
                  </a:lnTo>
                  <a:lnTo>
                    <a:pt x="2615970" y="135155"/>
                  </a:lnTo>
                  <a:lnTo>
                    <a:pt x="2566612" y="123788"/>
                  </a:lnTo>
                  <a:lnTo>
                    <a:pt x="2517254" y="112699"/>
                  </a:lnTo>
                  <a:lnTo>
                    <a:pt x="2467896" y="101914"/>
                  </a:lnTo>
                  <a:lnTo>
                    <a:pt x="2418538" y="91461"/>
                  </a:lnTo>
                  <a:lnTo>
                    <a:pt x="2369180" y="81370"/>
                  </a:lnTo>
                  <a:lnTo>
                    <a:pt x="2319822" y="71674"/>
                  </a:lnTo>
                  <a:lnTo>
                    <a:pt x="2270464" y="62409"/>
                  </a:lnTo>
                  <a:lnTo>
                    <a:pt x="2221106" y="53614"/>
                  </a:lnTo>
                  <a:lnTo>
                    <a:pt x="2171748" y="45329"/>
                  </a:lnTo>
                  <a:lnTo>
                    <a:pt x="2122390" y="37596"/>
                  </a:lnTo>
                  <a:lnTo>
                    <a:pt x="2073033" y="30460"/>
                  </a:lnTo>
                  <a:lnTo>
                    <a:pt x="2023675" y="23966"/>
                  </a:lnTo>
                  <a:lnTo>
                    <a:pt x="1974317" y="18160"/>
                  </a:lnTo>
                  <a:lnTo>
                    <a:pt x="1924959" y="13085"/>
                  </a:lnTo>
                  <a:lnTo>
                    <a:pt x="1875601" y="8785"/>
                  </a:lnTo>
                  <a:lnTo>
                    <a:pt x="1826243" y="5296"/>
                  </a:lnTo>
                  <a:lnTo>
                    <a:pt x="1776885" y="2652"/>
                  </a:lnTo>
                  <a:lnTo>
                    <a:pt x="1727527" y="881"/>
                  </a:lnTo>
                  <a:lnTo>
                    <a:pt x="1678169" y="0"/>
                  </a:lnTo>
                  <a:lnTo>
                    <a:pt x="1628811" y="19"/>
                  </a:lnTo>
                  <a:lnTo>
                    <a:pt x="1579453" y="941"/>
                  </a:lnTo>
                  <a:lnTo>
                    <a:pt x="1530095" y="2756"/>
                  </a:lnTo>
                  <a:lnTo>
                    <a:pt x="1480737" y="5447"/>
                  </a:lnTo>
                  <a:lnTo>
                    <a:pt x="1431379" y="8991"/>
                  </a:lnTo>
                  <a:lnTo>
                    <a:pt x="1382022" y="13354"/>
                  </a:lnTo>
                  <a:lnTo>
                    <a:pt x="1332664" y="18499"/>
                  </a:lnTo>
                  <a:lnTo>
                    <a:pt x="1283306" y="24386"/>
                  </a:lnTo>
                  <a:lnTo>
                    <a:pt x="1233948" y="30970"/>
                  </a:lnTo>
                  <a:lnTo>
                    <a:pt x="1184590" y="38207"/>
                  </a:lnTo>
                  <a:lnTo>
                    <a:pt x="1135232" y="46050"/>
                  </a:lnTo>
                  <a:lnTo>
                    <a:pt x="1085874" y="54456"/>
                  </a:lnTo>
                  <a:lnTo>
                    <a:pt x="1036516" y="63380"/>
                  </a:lnTo>
                  <a:lnTo>
                    <a:pt x="987158" y="72783"/>
                  </a:lnTo>
                  <a:lnTo>
                    <a:pt x="937800" y="82625"/>
                  </a:lnTo>
                  <a:lnTo>
                    <a:pt x="888442" y="92869"/>
                  </a:lnTo>
                  <a:lnTo>
                    <a:pt x="839084" y="103484"/>
                  </a:lnTo>
                  <a:lnTo>
                    <a:pt x="789726" y="114436"/>
                  </a:lnTo>
                  <a:lnTo>
                    <a:pt x="740368" y="125698"/>
                  </a:lnTo>
                  <a:lnTo>
                    <a:pt x="691011" y="137244"/>
                  </a:lnTo>
                  <a:lnTo>
                    <a:pt x="641653" y="149050"/>
                  </a:lnTo>
                  <a:lnTo>
                    <a:pt x="592295" y="161094"/>
                  </a:lnTo>
                  <a:lnTo>
                    <a:pt x="542937" y="173357"/>
                  </a:lnTo>
                  <a:lnTo>
                    <a:pt x="493579" y="185820"/>
                  </a:lnTo>
                  <a:lnTo>
                    <a:pt x="444221" y="198468"/>
                  </a:lnTo>
                  <a:lnTo>
                    <a:pt x="394863" y="211285"/>
                  </a:lnTo>
                  <a:lnTo>
                    <a:pt x="345505" y="224259"/>
                  </a:lnTo>
                  <a:lnTo>
                    <a:pt x="296147" y="237377"/>
                  </a:lnTo>
                  <a:lnTo>
                    <a:pt x="246789" y="250629"/>
                  </a:lnTo>
                  <a:lnTo>
                    <a:pt x="197431" y="264003"/>
                  </a:lnTo>
                  <a:lnTo>
                    <a:pt x="148073" y="277492"/>
                  </a:lnTo>
                  <a:lnTo>
                    <a:pt x="98715" y="291086"/>
                  </a:lnTo>
                  <a:lnTo>
                    <a:pt x="49357" y="304778"/>
                  </a:lnTo>
                  <a:lnTo>
                    <a:pt x="0" y="3185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1623483" y="3124473"/>
              <a:ext cx="3899276" cy="9396"/>
            </a:xfrm>
            <a:custGeom>
              <a:avLst/>
              <a:pathLst>
                <a:path w="3899276" h="9396">
                  <a:moveTo>
                    <a:pt x="0" y="9396"/>
                  </a:moveTo>
                  <a:lnTo>
                    <a:pt x="49357" y="9277"/>
                  </a:lnTo>
                  <a:lnTo>
                    <a:pt x="98715" y="9158"/>
                  </a:lnTo>
                  <a:lnTo>
                    <a:pt x="148073" y="9039"/>
                  </a:lnTo>
                  <a:lnTo>
                    <a:pt x="197431" y="8920"/>
                  </a:lnTo>
                  <a:lnTo>
                    <a:pt x="246789" y="8801"/>
                  </a:lnTo>
                  <a:lnTo>
                    <a:pt x="296147" y="8683"/>
                  </a:lnTo>
                  <a:lnTo>
                    <a:pt x="345505" y="8564"/>
                  </a:lnTo>
                  <a:lnTo>
                    <a:pt x="394863" y="8445"/>
                  </a:lnTo>
                  <a:lnTo>
                    <a:pt x="444221" y="8326"/>
                  </a:lnTo>
                  <a:lnTo>
                    <a:pt x="493579" y="8207"/>
                  </a:lnTo>
                  <a:lnTo>
                    <a:pt x="542937" y="8088"/>
                  </a:lnTo>
                  <a:lnTo>
                    <a:pt x="592295" y="7969"/>
                  </a:lnTo>
                  <a:lnTo>
                    <a:pt x="641653" y="7850"/>
                  </a:lnTo>
                  <a:lnTo>
                    <a:pt x="691011" y="7731"/>
                  </a:lnTo>
                  <a:lnTo>
                    <a:pt x="740368" y="7612"/>
                  </a:lnTo>
                  <a:lnTo>
                    <a:pt x="789726" y="7493"/>
                  </a:lnTo>
                  <a:lnTo>
                    <a:pt x="839084" y="7374"/>
                  </a:lnTo>
                  <a:lnTo>
                    <a:pt x="888442" y="7255"/>
                  </a:lnTo>
                  <a:lnTo>
                    <a:pt x="937800" y="7136"/>
                  </a:lnTo>
                  <a:lnTo>
                    <a:pt x="987158" y="7017"/>
                  </a:lnTo>
                  <a:lnTo>
                    <a:pt x="1036516" y="6898"/>
                  </a:lnTo>
                  <a:lnTo>
                    <a:pt x="1085874" y="6779"/>
                  </a:lnTo>
                  <a:lnTo>
                    <a:pt x="1135232" y="6660"/>
                  </a:lnTo>
                  <a:lnTo>
                    <a:pt x="1184590" y="6542"/>
                  </a:lnTo>
                  <a:lnTo>
                    <a:pt x="1233948" y="6423"/>
                  </a:lnTo>
                  <a:lnTo>
                    <a:pt x="1283306" y="6304"/>
                  </a:lnTo>
                  <a:lnTo>
                    <a:pt x="1332664" y="6185"/>
                  </a:lnTo>
                  <a:lnTo>
                    <a:pt x="1382022" y="6066"/>
                  </a:lnTo>
                  <a:lnTo>
                    <a:pt x="1431379" y="5947"/>
                  </a:lnTo>
                  <a:lnTo>
                    <a:pt x="1480737" y="5828"/>
                  </a:lnTo>
                  <a:lnTo>
                    <a:pt x="1530095" y="5709"/>
                  </a:lnTo>
                  <a:lnTo>
                    <a:pt x="1579453" y="5590"/>
                  </a:lnTo>
                  <a:lnTo>
                    <a:pt x="1628811" y="5471"/>
                  </a:lnTo>
                  <a:lnTo>
                    <a:pt x="1678169" y="5352"/>
                  </a:lnTo>
                  <a:lnTo>
                    <a:pt x="1727527" y="5233"/>
                  </a:lnTo>
                  <a:lnTo>
                    <a:pt x="1776885" y="5114"/>
                  </a:lnTo>
                  <a:lnTo>
                    <a:pt x="1826243" y="4995"/>
                  </a:lnTo>
                  <a:lnTo>
                    <a:pt x="1875601" y="4876"/>
                  </a:lnTo>
                  <a:lnTo>
                    <a:pt x="1924959" y="4757"/>
                  </a:lnTo>
                  <a:lnTo>
                    <a:pt x="1974317" y="4638"/>
                  </a:lnTo>
                  <a:lnTo>
                    <a:pt x="2023675" y="4519"/>
                  </a:lnTo>
                  <a:lnTo>
                    <a:pt x="2073033" y="4400"/>
                  </a:lnTo>
                  <a:lnTo>
                    <a:pt x="2122390" y="4282"/>
                  </a:lnTo>
                  <a:lnTo>
                    <a:pt x="2171748" y="4163"/>
                  </a:lnTo>
                  <a:lnTo>
                    <a:pt x="2221106" y="4044"/>
                  </a:lnTo>
                  <a:lnTo>
                    <a:pt x="2270464" y="3925"/>
                  </a:lnTo>
                  <a:lnTo>
                    <a:pt x="2319822" y="3806"/>
                  </a:lnTo>
                  <a:lnTo>
                    <a:pt x="2369180" y="3687"/>
                  </a:lnTo>
                  <a:lnTo>
                    <a:pt x="2418538" y="3568"/>
                  </a:lnTo>
                  <a:lnTo>
                    <a:pt x="2467896" y="3449"/>
                  </a:lnTo>
                  <a:lnTo>
                    <a:pt x="2517254" y="3330"/>
                  </a:lnTo>
                  <a:lnTo>
                    <a:pt x="2566612" y="3211"/>
                  </a:lnTo>
                  <a:lnTo>
                    <a:pt x="2615970" y="3092"/>
                  </a:lnTo>
                  <a:lnTo>
                    <a:pt x="2665328" y="2973"/>
                  </a:lnTo>
                  <a:lnTo>
                    <a:pt x="2714686" y="2854"/>
                  </a:lnTo>
                  <a:lnTo>
                    <a:pt x="2764044" y="2735"/>
                  </a:lnTo>
                  <a:lnTo>
                    <a:pt x="2813401" y="2616"/>
                  </a:lnTo>
                  <a:lnTo>
                    <a:pt x="2862759" y="2497"/>
                  </a:lnTo>
                  <a:lnTo>
                    <a:pt x="2912117" y="2378"/>
                  </a:lnTo>
                  <a:lnTo>
                    <a:pt x="2961475" y="2259"/>
                  </a:lnTo>
                  <a:lnTo>
                    <a:pt x="3010833" y="2141"/>
                  </a:lnTo>
                  <a:lnTo>
                    <a:pt x="3060191" y="2022"/>
                  </a:lnTo>
                  <a:lnTo>
                    <a:pt x="3109549" y="1903"/>
                  </a:lnTo>
                  <a:lnTo>
                    <a:pt x="3158907" y="1784"/>
                  </a:lnTo>
                  <a:lnTo>
                    <a:pt x="3208265" y="1665"/>
                  </a:lnTo>
                  <a:lnTo>
                    <a:pt x="3257623" y="1546"/>
                  </a:lnTo>
                  <a:lnTo>
                    <a:pt x="3306981" y="1427"/>
                  </a:lnTo>
                  <a:lnTo>
                    <a:pt x="3356339" y="1308"/>
                  </a:lnTo>
                  <a:lnTo>
                    <a:pt x="3405697" y="1189"/>
                  </a:lnTo>
                  <a:lnTo>
                    <a:pt x="3455055" y="1070"/>
                  </a:lnTo>
                  <a:lnTo>
                    <a:pt x="3504412" y="951"/>
                  </a:lnTo>
                  <a:lnTo>
                    <a:pt x="3553770" y="832"/>
                  </a:lnTo>
                  <a:lnTo>
                    <a:pt x="3603128" y="713"/>
                  </a:lnTo>
                  <a:lnTo>
                    <a:pt x="3652486" y="594"/>
                  </a:lnTo>
                  <a:lnTo>
                    <a:pt x="3701844" y="475"/>
                  </a:lnTo>
                  <a:lnTo>
                    <a:pt x="3751202" y="356"/>
                  </a:lnTo>
                  <a:lnTo>
                    <a:pt x="3800560" y="237"/>
                  </a:lnTo>
                  <a:lnTo>
                    <a:pt x="3849918" y="118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tx120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931515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155962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380408" y="4234627"/>
              <a:ext cx="27980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240326" y="4372931"/>
              <a:ext cx="66559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129" name="tx129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131" name="pt131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tx133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136" name="pt136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4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1428519" y="983989"/>
              <a:ext cx="2184958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LEA Offset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57468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27138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996809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66479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3730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363839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69037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016909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92303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361973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631644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78041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523433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520486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525591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544639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64982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546195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539249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538645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531062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529465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516048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88786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32192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85604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87021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84088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91644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95808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90792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91272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95808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91272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32192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443815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454273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440906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452747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462622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440923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453901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407672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445508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447321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387375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434159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03827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82722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03827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63939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97997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01719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63939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92659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82722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06424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57833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195649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136207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183095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601139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11278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18027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27062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772908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288886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20128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20069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24010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24010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57372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70522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523135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59289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57372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23135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501529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62190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49548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61398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58650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6784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470343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501754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479645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484119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446216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544317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477644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477487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496386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486407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500932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243893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237244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248848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314083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236528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230503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239957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247335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245476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314083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246967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250437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1623483" y="2427309"/>
              <a:ext cx="3899276" cy="1463096"/>
            </a:xfrm>
            <a:custGeom>
              <a:avLst/>
              <a:pathLst>
                <a:path w="3899276" h="1463096">
                  <a:moveTo>
                    <a:pt x="0" y="476390"/>
                  </a:moveTo>
                  <a:lnTo>
                    <a:pt x="49357" y="478514"/>
                  </a:lnTo>
                  <a:lnTo>
                    <a:pt x="98715" y="480577"/>
                  </a:lnTo>
                  <a:lnTo>
                    <a:pt x="148073" y="482576"/>
                  </a:lnTo>
                  <a:lnTo>
                    <a:pt x="197431" y="484508"/>
                  </a:lnTo>
                  <a:lnTo>
                    <a:pt x="246789" y="486368"/>
                  </a:lnTo>
                  <a:lnTo>
                    <a:pt x="296147" y="488153"/>
                  </a:lnTo>
                  <a:lnTo>
                    <a:pt x="345505" y="489858"/>
                  </a:lnTo>
                  <a:lnTo>
                    <a:pt x="394863" y="491479"/>
                  </a:lnTo>
                  <a:lnTo>
                    <a:pt x="444221" y="493011"/>
                  </a:lnTo>
                  <a:lnTo>
                    <a:pt x="493579" y="494449"/>
                  </a:lnTo>
                  <a:lnTo>
                    <a:pt x="542937" y="495787"/>
                  </a:lnTo>
                  <a:lnTo>
                    <a:pt x="592295" y="497019"/>
                  </a:lnTo>
                  <a:lnTo>
                    <a:pt x="641653" y="498139"/>
                  </a:lnTo>
                  <a:lnTo>
                    <a:pt x="691011" y="499140"/>
                  </a:lnTo>
                  <a:lnTo>
                    <a:pt x="740368" y="500016"/>
                  </a:lnTo>
                  <a:lnTo>
                    <a:pt x="789726" y="500758"/>
                  </a:lnTo>
                  <a:lnTo>
                    <a:pt x="839084" y="501359"/>
                  </a:lnTo>
                  <a:lnTo>
                    <a:pt x="888442" y="501811"/>
                  </a:lnTo>
                  <a:lnTo>
                    <a:pt x="937800" y="502103"/>
                  </a:lnTo>
                  <a:lnTo>
                    <a:pt x="987158" y="502227"/>
                  </a:lnTo>
                  <a:lnTo>
                    <a:pt x="1036516" y="502173"/>
                  </a:lnTo>
                  <a:lnTo>
                    <a:pt x="1085874" y="501930"/>
                  </a:lnTo>
                  <a:lnTo>
                    <a:pt x="1135232" y="501487"/>
                  </a:lnTo>
                  <a:lnTo>
                    <a:pt x="1184590" y="500833"/>
                  </a:lnTo>
                  <a:lnTo>
                    <a:pt x="1233948" y="499956"/>
                  </a:lnTo>
                  <a:lnTo>
                    <a:pt x="1283306" y="498844"/>
                  </a:lnTo>
                  <a:lnTo>
                    <a:pt x="1332664" y="497483"/>
                  </a:lnTo>
                  <a:lnTo>
                    <a:pt x="1382022" y="495862"/>
                  </a:lnTo>
                  <a:lnTo>
                    <a:pt x="1431379" y="493966"/>
                  </a:lnTo>
                  <a:lnTo>
                    <a:pt x="1480737" y="491784"/>
                  </a:lnTo>
                  <a:lnTo>
                    <a:pt x="1530095" y="489301"/>
                  </a:lnTo>
                  <a:lnTo>
                    <a:pt x="1579453" y="486505"/>
                  </a:lnTo>
                  <a:lnTo>
                    <a:pt x="1628811" y="483383"/>
                  </a:lnTo>
                  <a:lnTo>
                    <a:pt x="1678169" y="479924"/>
                  </a:lnTo>
                  <a:lnTo>
                    <a:pt x="1727527" y="476116"/>
                  </a:lnTo>
                  <a:lnTo>
                    <a:pt x="1776885" y="471948"/>
                  </a:lnTo>
                  <a:lnTo>
                    <a:pt x="1826243" y="467412"/>
                  </a:lnTo>
                  <a:lnTo>
                    <a:pt x="1875601" y="462499"/>
                  </a:lnTo>
                  <a:lnTo>
                    <a:pt x="1924959" y="457202"/>
                  </a:lnTo>
                  <a:lnTo>
                    <a:pt x="1974317" y="451517"/>
                  </a:lnTo>
                  <a:lnTo>
                    <a:pt x="2023675" y="445440"/>
                  </a:lnTo>
                  <a:lnTo>
                    <a:pt x="2073033" y="438970"/>
                  </a:lnTo>
                  <a:lnTo>
                    <a:pt x="2122390" y="432106"/>
                  </a:lnTo>
                  <a:lnTo>
                    <a:pt x="2171748" y="424851"/>
                  </a:lnTo>
                  <a:lnTo>
                    <a:pt x="2221106" y="417207"/>
                  </a:lnTo>
                  <a:lnTo>
                    <a:pt x="2270464" y="409181"/>
                  </a:lnTo>
                  <a:lnTo>
                    <a:pt x="2319822" y="400780"/>
                  </a:lnTo>
                  <a:lnTo>
                    <a:pt x="2369180" y="392010"/>
                  </a:lnTo>
                  <a:lnTo>
                    <a:pt x="2418538" y="382883"/>
                  </a:lnTo>
                  <a:lnTo>
                    <a:pt x="2467896" y="373407"/>
                  </a:lnTo>
                  <a:lnTo>
                    <a:pt x="2517254" y="363596"/>
                  </a:lnTo>
                  <a:lnTo>
                    <a:pt x="2566612" y="353460"/>
                  </a:lnTo>
                  <a:lnTo>
                    <a:pt x="2615970" y="343012"/>
                  </a:lnTo>
                  <a:lnTo>
                    <a:pt x="2665328" y="332266"/>
                  </a:lnTo>
                  <a:lnTo>
                    <a:pt x="2714686" y="321235"/>
                  </a:lnTo>
                  <a:lnTo>
                    <a:pt x="2764044" y="309931"/>
                  </a:lnTo>
                  <a:lnTo>
                    <a:pt x="2813401" y="298367"/>
                  </a:lnTo>
                  <a:lnTo>
                    <a:pt x="2862759" y="286557"/>
                  </a:lnTo>
                  <a:lnTo>
                    <a:pt x="2912117" y="274513"/>
                  </a:lnTo>
                  <a:lnTo>
                    <a:pt x="2961475" y="262248"/>
                  </a:lnTo>
                  <a:lnTo>
                    <a:pt x="3010833" y="249773"/>
                  </a:lnTo>
                  <a:lnTo>
                    <a:pt x="3060191" y="237099"/>
                  </a:lnTo>
                  <a:lnTo>
                    <a:pt x="3109549" y="224238"/>
                  </a:lnTo>
                  <a:lnTo>
                    <a:pt x="3158907" y="211199"/>
                  </a:lnTo>
                  <a:lnTo>
                    <a:pt x="3208265" y="197994"/>
                  </a:lnTo>
                  <a:lnTo>
                    <a:pt x="3257623" y="184631"/>
                  </a:lnTo>
                  <a:lnTo>
                    <a:pt x="3306981" y="171119"/>
                  </a:lnTo>
                  <a:lnTo>
                    <a:pt x="3356339" y="157466"/>
                  </a:lnTo>
                  <a:lnTo>
                    <a:pt x="3405697" y="143682"/>
                  </a:lnTo>
                  <a:lnTo>
                    <a:pt x="3455055" y="129772"/>
                  </a:lnTo>
                  <a:lnTo>
                    <a:pt x="3504412" y="115745"/>
                  </a:lnTo>
                  <a:lnTo>
                    <a:pt x="3553770" y="101606"/>
                  </a:lnTo>
                  <a:lnTo>
                    <a:pt x="3603128" y="87362"/>
                  </a:lnTo>
                  <a:lnTo>
                    <a:pt x="3652486" y="73020"/>
                  </a:lnTo>
                  <a:lnTo>
                    <a:pt x="3701844" y="58583"/>
                  </a:lnTo>
                  <a:lnTo>
                    <a:pt x="3751202" y="44058"/>
                  </a:lnTo>
                  <a:lnTo>
                    <a:pt x="3800560" y="29450"/>
                  </a:lnTo>
                  <a:lnTo>
                    <a:pt x="3849918" y="14762"/>
                  </a:lnTo>
                  <a:lnTo>
                    <a:pt x="3899276" y="0"/>
                  </a:lnTo>
                  <a:lnTo>
                    <a:pt x="3899276" y="920899"/>
                  </a:lnTo>
                  <a:lnTo>
                    <a:pt x="3849918" y="919030"/>
                  </a:lnTo>
                  <a:lnTo>
                    <a:pt x="3800560" y="917235"/>
                  </a:lnTo>
                  <a:lnTo>
                    <a:pt x="3751202" y="915520"/>
                  </a:lnTo>
                  <a:lnTo>
                    <a:pt x="3701844" y="913889"/>
                  </a:lnTo>
                  <a:lnTo>
                    <a:pt x="3652486" y="912346"/>
                  </a:lnTo>
                  <a:lnTo>
                    <a:pt x="3603128" y="910897"/>
                  </a:lnTo>
                  <a:lnTo>
                    <a:pt x="3553770" y="909547"/>
                  </a:lnTo>
                  <a:lnTo>
                    <a:pt x="3504412" y="908302"/>
                  </a:lnTo>
                  <a:lnTo>
                    <a:pt x="3455055" y="907168"/>
                  </a:lnTo>
                  <a:lnTo>
                    <a:pt x="3405697" y="906152"/>
                  </a:lnTo>
                  <a:lnTo>
                    <a:pt x="3356339" y="905260"/>
                  </a:lnTo>
                  <a:lnTo>
                    <a:pt x="3306981" y="904502"/>
                  </a:lnTo>
                  <a:lnTo>
                    <a:pt x="3257623" y="903883"/>
                  </a:lnTo>
                  <a:lnTo>
                    <a:pt x="3208265" y="903413"/>
                  </a:lnTo>
                  <a:lnTo>
                    <a:pt x="3158907" y="903102"/>
                  </a:lnTo>
                  <a:lnTo>
                    <a:pt x="3109549" y="902957"/>
                  </a:lnTo>
                  <a:lnTo>
                    <a:pt x="3060191" y="902989"/>
                  </a:lnTo>
                  <a:lnTo>
                    <a:pt x="3010833" y="903209"/>
                  </a:lnTo>
                  <a:lnTo>
                    <a:pt x="2961475" y="903627"/>
                  </a:lnTo>
                  <a:lnTo>
                    <a:pt x="2912117" y="904255"/>
                  </a:lnTo>
                  <a:lnTo>
                    <a:pt x="2862759" y="905105"/>
                  </a:lnTo>
                  <a:lnTo>
                    <a:pt x="2813401" y="906188"/>
                  </a:lnTo>
                  <a:lnTo>
                    <a:pt x="2764044" y="907518"/>
                  </a:lnTo>
                  <a:lnTo>
                    <a:pt x="2714686" y="909108"/>
                  </a:lnTo>
                  <a:lnTo>
                    <a:pt x="2665328" y="910969"/>
                  </a:lnTo>
                  <a:lnTo>
                    <a:pt x="2615970" y="913117"/>
                  </a:lnTo>
                  <a:lnTo>
                    <a:pt x="2566612" y="915563"/>
                  </a:lnTo>
                  <a:lnTo>
                    <a:pt x="2517254" y="918321"/>
                  </a:lnTo>
                  <a:lnTo>
                    <a:pt x="2467896" y="921403"/>
                  </a:lnTo>
                  <a:lnTo>
                    <a:pt x="2418538" y="924821"/>
                  </a:lnTo>
                  <a:lnTo>
                    <a:pt x="2369180" y="928587"/>
                  </a:lnTo>
                  <a:lnTo>
                    <a:pt x="2319822" y="932711"/>
                  </a:lnTo>
                  <a:lnTo>
                    <a:pt x="2270464" y="937202"/>
                  </a:lnTo>
                  <a:lnTo>
                    <a:pt x="2221106" y="942070"/>
                  </a:lnTo>
                  <a:lnTo>
                    <a:pt x="2171748" y="947320"/>
                  </a:lnTo>
                  <a:lnTo>
                    <a:pt x="2122390" y="952958"/>
                  </a:lnTo>
                  <a:lnTo>
                    <a:pt x="2073033" y="958988"/>
                  </a:lnTo>
                  <a:lnTo>
                    <a:pt x="2023675" y="965411"/>
                  </a:lnTo>
                  <a:lnTo>
                    <a:pt x="1974317" y="972228"/>
                  </a:lnTo>
                  <a:lnTo>
                    <a:pt x="1924959" y="979436"/>
                  </a:lnTo>
                  <a:lnTo>
                    <a:pt x="1875601" y="987033"/>
                  </a:lnTo>
                  <a:lnTo>
                    <a:pt x="1826243" y="995014"/>
                  </a:lnTo>
                  <a:lnTo>
                    <a:pt x="1776885" y="1003371"/>
                  </a:lnTo>
                  <a:lnTo>
                    <a:pt x="1727527" y="1012097"/>
                  </a:lnTo>
                  <a:lnTo>
                    <a:pt x="1678169" y="1021182"/>
                  </a:lnTo>
                  <a:lnTo>
                    <a:pt x="1628811" y="1030616"/>
                  </a:lnTo>
                  <a:lnTo>
                    <a:pt x="1579453" y="1040388"/>
                  </a:lnTo>
                  <a:lnTo>
                    <a:pt x="1530095" y="1050486"/>
                  </a:lnTo>
                  <a:lnTo>
                    <a:pt x="1480737" y="1060896"/>
                  </a:lnTo>
                  <a:lnTo>
                    <a:pt x="1431379" y="1071607"/>
                  </a:lnTo>
                  <a:lnTo>
                    <a:pt x="1382022" y="1082605"/>
                  </a:lnTo>
                  <a:lnTo>
                    <a:pt x="1332664" y="1093877"/>
                  </a:lnTo>
                  <a:lnTo>
                    <a:pt x="1283306" y="1105410"/>
                  </a:lnTo>
                  <a:lnTo>
                    <a:pt x="1233948" y="1117191"/>
                  </a:lnTo>
                  <a:lnTo>
                    <a:pt x="1184590" y="1129208"/>
                  </a:lnTo>
                  <a:lnTo>
                    <a:pt x="1135232" y="1141447"/>
                  </a:lnTo>
                  <a:lnTo>
                    <a:pt x="1085874" y="1153898"/>
                  </a:lnTo>
                  <a:lnTo>
                    <a:pt x="1036516" y="1166549"/>
                  </a:lnTo>
                  <a:lnTo>
                    <a:pt x="987158" y="1179388"/>
                  </a:lnTo>
                  <a:lnTo>
                    <a:pt x="937800" y="1192406"/>
                  </a:lnTo>
                  <a:lnTo>
                    <a:pt x="888442" y="1205592"/>
                  </a:lnTo>
                  <a:lnTo>
                    <a:pt x="839084" y="1218936"/>
                  </a:lnTo>
                  <a:lnTo>
                    <a:pt x="789726" y="1232431"/>
                  </a:lnTo>
                  <a:lnTo>
                    <a:pt x="740368" y="1246067"/>
                  </a:lnTo>
                  <a:lnTo>
                    <a:pt x="691011" y="1259836"/>
                  </a:lnTo>
                  <a:lnTo>
                    <a:pt x="641653" y="1273731"/>
                  </a:lnTo>
                  <a:lnTo>
                    <a:pt x="592295" y="1287745"/>
                  </a:lnTo>
                  <a:lnTo>
                    <a:pt x="542937" y="1301870"/>
                  </a:lnTo>
                  <a:lnTo>
                    <a:pt x="493579" y="1316102"/>
                  </a:lnTo>
                  <a:lnTo>
                    <a:pt x="444221" y="1330433"/>
                  </a:lnTo>
                  <a:lnTo>
                    <a:pt x="394863" y="1344858"/>
                  </a:lnTo>
                  <a:lnTo>
                    <a:pt x="345505" y="1359373"/>
                  </a:lnTo>
                  <a:lnTo>
                    <a:pt x="296147" y="1373972"/>
                  </a:lnTo>
                  <a:lnTo>
                    <a:pt x="246789" y="1388650"/>
                  </a:lnTo>
                  <a:lnTo>
                    <a:pt x="197431" y="1403404"/>
                  </a:lnTo>
                  <a:lnTo>
                    <a:pt x="148073" y="1418229"/>
                  </a:lnTo>
                  <a:lnTo>
                    <a:pt x="98715" y="1433122"/>
                  </a:lnTo>
                  <a:lnTo>
                    <a:pt x="49357" y="1448078"/>
                  </a:lnTo>
                  <a:lnTo>
                    <a:pt x="0" y="146309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623483" y="2427309"/>
              <a:ext cx="3899276" cy="502227"/>
            </a:xfrm>
            <a:custGeom>
              <a:avLst/>
              <a:pathLst>
                <a:path w="3899276" h="502227">
                  <a:moveTo>
                    <a:pt x="0" y="476390"/>
                  </a:moveTo>
                  <a:lnTo>
                    <a:pt x="49357" y="478514"/>
                  </a:lnTo>
                  <a:lnTo>
                    <a:pt x="98715" y="480577"/>
                  </a:lnTo>
                  <a:lnTo>
                    <a:pt x="148073" y="482576"/>
                  </a:lnTo>
                  <a:lnTo>
                    <a:pt x="197431" y="484508"/>
                  </a:lnTo>
                  <a:lnTo>
                    <a:pt x="246789" y="486368"/>
                  </a:lnTo>
                  <a:lnTo>
                    <a:pt x="296147" y="488153"/>
                  </a:lnTo>
                  <a:lnTo>
                    <a:pt x="345505" y="489858"/>
                  </a:lnTo>
                  <a:lnTo>
                    <a:pt x="394863" y="491479"/>
                  </a:lnTo>
                  <a:lnTo>
                    <a:pt x="444221" y="493011"/>
                  </a:lnTo>
                  <a:lnTo>
                    <a:pt x="493579" y="494449"/>
                  </a:lnTo>
                  <a:lnTo>
                    <a:pt x="542937" y="495787"/>
                  </a:lnTo>
                  <a:lnTo>
                    <a:pt x="592295" y="497019"/>
                  </a:lnTo>
                  <a:lnTo>
                    <a:pt x="641653" y="498139"/>
                  </a:lnTo>
                  <a:lnTo>
                    <a:pt x="691011" y="499140"/>
                  </a:lnTo>
                  <a:lnTo>
                    <a:pt x="740368" y="500016"/>
                  </a:lnTo>
                  <a:lnTo>
                    <a:pt x="789726" y="500758"/>
                  </a:lnTo>
                  <a:lnTo>
                    <a:pt x="839084" y="501359"/>
                  </a:lnTo>
                  <a:lnTo>
                    <a:pt x="888442" y="501811"/>
                  </a:lnTo>
                  <a:lnTo>
                    <a:pt x="937800" y="502103"/>
                  </a:lnTo>
                  <a:lnTo>
                    <a:pt x="987158" y="502227"/>
                  </a:lnTo>
                  <a:lnTo>
                    <a:pt x="1036516" y="502173"/>
                  </a:lnTo>
                  <a:lnTo>
                    <a:pt x="1085874" y="501930"/>
                  </a:lnTo>
                  <a:lnTo>
                    <a:pt x="1135232" y="501487"/>
                  </a:lnTo>
                  <a:lnTo>
                    <a:pt x="1184590" y="500833"/>
                  </a:lnTo>
                  <a:lnTo>
                    <a:pt x="1233948" y="499956"/>
                  </a:lnTo>
                  <a:lnTo>
                    <a:pt x="1283306" y="498844"/>
                  </a:lnTo>
                  <a:lnTo>
                    <a:pt x="1332664" y="497483"/>
                  </a:lnTo>
                  <a:lnTo>
                    <a:pt x="1382022" y="495862"/>
                  </a:lnTo>
                  <a:lnTo>
                    <a:pt x="1431379" y="493966"/>
                  </a:lnTo>
                  <a:lnTo>
                    <a:pt x="1480737" y="491784"/>
                  </a:lnTo>
                  <a:lnTo>
                    <a:pt x="1530095" y="489301"/>
                  </a:lnTo>
                  <a:lnTo>
                    <a:pt x="1579453" y="486505"/>
                  </a:lnTo>
                  <a:lnTo>
                    <a:pt x="1628811" y="483383"/>
                  </a:lnTo>
                  <a:lnTo>
                    <a:pt x="1678169" y="479924"/>
                  </a:lnTo>
                  <a:lnTo>
                    <a:pt x="1727527" y="476116"/>
                  </a:lnTo>
                  <a:lnTo>
                    <a:pt x="1776885" y="471948"/>
                  </a:lnTo>
                  <a:lnTo>
                    <a:pt x="1826243" y="467412"/>
                  </a:lnTo>
                  <a:lnTo>
                    <a:pt x="1875601" y="462499"/>
                  </a:lnTo>
                  <a:lnTo>
                    <a:pt x="1924959" y="457202"/>
                  </a:lnTo>
                  <a:lnTo>
                    <a:pt x="1974317" y="451517"/>
                  </a:lnTo>
                  <a:lnTo>
                    <a:pt x="2023675" y="445440"/>
                  </a:lnTo>
                  <a:lnTo>
                    <a:pt x="2073033" y="438970"/>
                  </a:lnTo>
                  <a:lnTo>
                    <a:pt x="2122390" y="432106"/>
                  </a:lnTo>
                  <a:lnTo>
                    <a:pt x="2171748" y="424851"/>
                  </a:lnTo>
                  <a:lnTo>
                    <a:pt x="2221106" y="417207"/>
                  </a:lnTo>
                  <a:lnTo>
                    <a:pt x="2270464" y="409181"/>
                  </a:lnTo>
                  <a:lnTo>
                    <a:pt x="2319822" y="400780"/>
                  </a:lnTo>
                  <a:lnTo>
                    <a:pt x="2369180" y="392010"/>
                  </a:lnTo>
                  <a:lnTo>
                    <a:pt x="2418538" y="382883"/>
                  </a:lnTo>
                  <a:lnTo>
                    <a:pt x="2467896" y="373407"/>
                  </a:lnTo>
                  <a:lnTo>
                    <a:pt x="2517254" y="363596"/>
                  </a:lnTo>
                  <a:lnTo>
                    <a:pt x="2566612" y="353460"/>
                  </a:lnTo>
                  <a:lnTo>
                    <a:pt x="2615970" y="343012"/>
                  </a:lnTo>
                  <a:lnTo>
                    <a:pt x="2665328" y="332266"/>
                  </a:lnTo>
                  <a:lnTo>
                    <a:pt x="2714686" y="321235"/>
                  </a:lnTo>
                  <a:lnTo>
                    <a:pt x="2764044" y="309931"/>
                  </a:lnTo>
                  <a:lnTo>
                    <a:pt x="2813401" y="298367"/>
                  </a:lnTo>
                  <a:lnTo>
                    <a:pt x="2862759" y="286557"/>
                  </a:lnTo>
                  <a:lnTo>
                    <a:pt x="2912117" y="274513"/>
                  </a:lnTo>
                  <a:lnTo>
                    <a:pt x="2961475" y="262248"/>
                  </a:lnTo>
                  <a:lnTo>
                    <a:pt x="3010833" y="249773"/>
                  </a:lnTo>
                  <a:lnTo>
                    <a:pt x="3060191" y="237099"/>
                  </a:lnTo>
                  <a:lnTo>
                    <a:pt x="3109549" y="224238"/>
                  </a:lnTo>
                  <a:lnTo>
                    <a:pt x="3158907" y="211199"/>
                  </a:lnTo>
                  <a:lnTo>
                    <a:pt x="3208265" y="197994"/>
                  </a:lnTo>
                  <a:lnTo>
                    <a:pt x="3257623" y="184631"/>
                  </a:lnTo>
                  <a:lnTo>
                    <a:pt x="3306981" y="171119"/>
                  </a:lnTo>
                  <a:lnTo>
                    <a:pt x="3356339" y="157466"/>
                  </a:lnTo>
                  <a:lnTo>
                    <a:pt x="3405697" y="143682"/>
                  </a:lnTo>
                  <a:lnTo>
                    <a:pt x="3455055" y="129772"/>
                  </a:lnTo>
                  <a:lnTo>
                    <a:pt x="3504412" y="115745"/>
                  </a:lnTo>
                  <a:lnTo>
                    <a:pt x="3553770" y="101606"/>
                  </a:lnTo>
                  <a:lnTo>
                    <a:pt x="3603128" y="87362"/>
                  </a:lnTo>
                  <a:lnTo>
                    <a:pt x="3652486" y="73020"/>
                  </a:lnTo>
                  <a:lnTo>
                    <a:pt x="3701844" y="58583"/>
                  </a:lnTo>
                  <a:lnTo>
                    <a:pt x="3751202" y="44058"/>
                  </a:lnTo>
                  <a:lnTo>
                    <a:pt x="3800560" y="29450"/>
                  </a:lnTo>
                  <a:lnTo>
                    <a:pt x="3849918" y="14762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623483" y="3330266"/>
              <a:ext cx="3899276" cy="560139"/>
            </a:xfrm>
            <a:custGeom>
              <a:avLst/>
              <a:pathLst>
                <a:path w="3899276" h="560139">
                  <a:moveTo>
                    <a:pt x="3899276" y="17941"/>
                  </a:moveTo>
                  <a:lnTo>
                    <a:pt x="3849918" y="16072"/>
                  </a:lnTo>
                  <a:lnTo>
                    <a:pt x="3800560" y="14278"/>
                  </a:lnTo>
                  <a:lnTo>
                    <a:pt x="3751202" y="12563"/>
                  </a:lnTo>
                  <a:lnTo>
                    <a:pt x="3701844" y="10932"/>
                  </a:lnTo>
                  <a:lnTo>
                    <a:pt x="3652486" y="9389"/>
                  </a:lnTo>
                  <a:lnTo>
                    <a:pt x="3603128" y="7940"/>
                  </a:lnTo>
                  <a:lnTo>
                    <a:pt x="3553770" y="6590"/>
                  </a:lnTo>
                  <a:lnTo>
                    <a:pt x="3504412" y="5344"/>
                  </a:lnTo>
                  <a:lnTo>
                    <a:pt x="3455055" y="4210"/>
                  </a:lnTo>
                  <a:lnTo>
                    <a:pt x="3405697" y="3194"/>
                  </a:lnTo>
                  <a:lnTo>
                    <a:pt x="3356339" y="2303"/>
                  </a:lnTo>
                  <a:lnTo>
                    <a:pt x="3306981" y="1544"/>
                  </a:lnTo>
                  <a:lnTo>
                    <a:pt x="3257623" y="926"/>
                  </a:lnTo>
                  <a:lnTo>
                    <a:pt x="3208265" y="456"/>
                  </a:lnTo>
                  <a:lnTo>
                    <a:pt x="3158907" y="144"/>
                  </a:lnTo>
                  <a:lnTo>
                    <a:pt x="3109549" y="0"/>
                  </a:lnTo>
                  <a:lnTo>
                    <a:pt x="3060191" y="32"/>
                  </a:lnTo>
                  <a:lnTo>
                    <a:pt x="3010833" y="252"/>
                  </a:lnTo>
                  <a:lnTo>
                    <a:pt x="2961475" y="670"/>
                  </a:lnTo>
                  <a:lnTo>
                    <a:pt x="2912117" y="1298"/>
                  </a:lnTo>
                  <a:lnTo>
                    <a:pt x="2862759" y="2147"/>
                  </a:lnTo>
                  <a:lnTo>
                    <a:pt x="2813401" y="3231"/>
                  </a:lnTo>
                  <a:lnTo>
                    <a:pt x="2764044" y="4561"/>
                  </a:lnTo>
                  <a:lnTo>
                    <a:pt x="2714686" y="6150"/>
                  </a:lnTo>
                  <a:lnTo>
                    <a:pt x="2665328" y="8012"/>
                  </a:lnTo>
                  <a:lnTo>
                    <a:pt x="2615970" y="10160"/>
                  </a:lnTo>
                  <a:lnTo>
                    <a:pt x="2566612" y="12606"/>
                  </a:lnTo>
                  <a:lnTo>
                    <a:pt x="2517254" y="15363"/>
                  </a:lnTo>
                  <a:lnTo>
                    <a:pt x="2467896" y="18445"/>
                  </a:lnTo>
                  <a:lnTo>
                    <a:pt x="2418538" y="21864"/>
                  </a:lnTo>
                  <a:lnTo>
                    <a:pt x="2369180" y="25630"/>
                  </a:lnTo>
                  <a:lnTo>
                    <a:pt x="2319822" y="29754"/>
                  </a:lnTo>
                  <a:lnTo>
                    <a:pt x="2270464" y="34245"/>
                  </a:lnTo>
                  <a:lnTo>
                    <a:pt x="2221106" y="39113"/>
                  </a:lnTo>
                  <a:lnTo>
                    <a:pt x="2171748" y="44363"/>
                  </a:lnTo>
                  <a:lnTo>
                    <a:pt x="2122390" y="50001"/>
                  </a:lnTo>
                  <a:lnTo>
                    <a:pt x="2073033" y="56031"/>
                  </a:lnTo>
                  <a:lnTo>
                    <a:pt x="2023675" y="62454"/>
                  </a:lnTo>
                  <a:lnTo>
                    <a:pt x="1974317" y="69271"/>
                  </a:lnTo>
                  <a:lnTo>
                    <a:pt x="1924959" y="76479"/>
                  </a:lnTo>
                  <a:lnTo>
                    <a:pt x="1875601" y="84076"/>
                  </a:lnTo>
                  <a:lnTo>
                    <a:pt x="1826243" y="92057"/>
                  </a:lnTo>
                  <a:lnTo>
                    <a:pt x="1776885" y="100414"/>
                  </a:lnTo>
                  <a:lnTo>
                    <a:pt x="1727527" y="109140"/>
                  </a:lnTo>
                  <a:lnTo>
                    <a:pt x="1678169" y="118225"/>
                  </a:lnTo>
                  <a:lnTo>
                    <a:pt x="1628811" y="127659"/>
                  </a:lnTo>
                  <a:lnTo>
                    <a:pt x="1579453" y="137431"/>
                  </a:lnTo>
                  <a:lnTo>
                    <a:pt x="1530095" y="147528"/>
                  </a:lnTo>
                  <a:lnTo>
                    <a:pt x="1480737" y="157939"/>
                  </a:lnTo>
                  <a:lnTo>
                    <a:pt x="1431379" y="168650"/>
                  </a:lnTo>
                  <a:lnTo>
                    <a:pt x="1382022" y="179648"/>
                  </a:lnTo>
                  <a:lnTo>
                    <a:pt x="1332664" y="190920"/>
                  </a:lnTo>
                  <a:lnTo>
                    <a:pt x="1283306" y="202453"/>
                  </a:lnTo>
                  <a:lnTo>
                    <a:pt x="1233948" y="214234"/>
                  </a:lnTo>
                  <a:lnTo>
                    <a:pt x="1184590" y="226251"/>
                  </a:lnTo>
                  <a:lnTo>
                    <a:pt x="1135232" y="238490"/>
                  </a:lnTo>
                  <a:lnTo>
                    <a:pt x="1085874" y="250941"/>
                  </a:lnTo>
                  <a:lnTo>
                    <a:pt x="1036516" y="263592"/>
                  </a:lnTo>
                  <a:lnTo>
                    <a:pt x="987158" y="276431"/>
                  </a:lnTo>
                  <a:lnTo>
                    <a:pt x="937800" y="289448"/>
                  </a:lnTo>
                  <a:lnTo>
                    <a:pt x="888442" y="302634"/>
                  </a:lnTo>
                  <a:lnTo>
                    <a:pt x="839084" y="315979"/>
                  </a:lnTo>
                  <a:lnTo>
                    <a:pt x="789726" y="329474"/>
                  </a:lnTo>
                  <a:lnTo>
                    <a:pt x="740368" y="343109"/>
                  </a:lnTo>
                  <a:lnTo>
                    <a:pt x="691011" y="356879"/>
                  </a:lnTo>
                  <a:lnTo>
                    <a:pt x="641653" y="370774"/>
                  </a:lnTo>
                  <a:lnTo>
                    <a:pt x="592295" y="384787"/>
                  </a:lnTo>
                  <a:lnTo>
                    <a:pt x="542937" y="398913"/>
                  </a:lnTo>
                  <a:lnTo>
                    <a:pt x="493579" y="413144"/>
                  </a:lnTo>
                  <a:lnTo>
                    <a:pt x="444221" y="427476"/>
                  </a:lnTo>
                  <a:lnTo>
                    <a:pt x="394863" y="441901"/>
                  </a:lnTo>
                  <a:lnTo>
                    <a:pt x="345505" y="456416"/>
                  </a:lnTo>
                  <a:lnTo>
                    <a:pt x="296147" y="471014"/>
                  </a:lnTo>
                  <a:lnTo>
                    <a:pt x="246789" y="485693"/>
                  </a:lnTo>
                  <a:lnTo>
                    <a:pt x="197431" y="500446"/>
                  </a:lnTo>
                  <a:lnTo>
                    <a:pt x="148073" y="515272"/>
                  </a:lnTo>
                  <a:lnTo>
                    <a:pt x="98715" y="530164"/>
                  </a:lnTo>
                  <a:lnTo>
                    <a:pt x="49357" y="545121"/>
                  </a:lnTo>
                  <a:lnTo>
                    <a:pt x="0" y="56013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1623483" y="2887758"/>
              <a:ext cx="3899276" cy="509293"/>
            </a:xfrm>
            <a:custGeom>
              <a:avLst/>
              <a:pathLst>
                <a:path w="3899276" h="509293">
                  <a:moveTo>
                    <a:pt x="0" y="509293"/>
                  </a:moveTo>
                  <a:lnTo>
                    <a:pt x="49357" y="502846"/>
                  </a:lnTo>
                  <a:lnTo>
                    <a:pt x="98715" y="496400"/>
                  </a:lnTo>
                  <a:lnTo>
                    <a:pt x="148073" y="489953"/>
                  </a:lnTo>
                  <a:lnTo>
                    <a:pt x="197431" y="483506"/>
                  </a:lnTo>
                  <a:lnTo>
                    <a:pt x="246789" y="477059"/>
                  </a:lnTo>
                  <a:lnTo>
                    <a:pt x="296147" y="470613"/>
                  </a:lnTo>
                  <a:lnTo>
                    <a:pt x="345505" y="464166"/>
                  </a:lnTo>
                  <a:lnTo>
                    <a:pt x="394863" y="457719"/>
                  </a:lnTo>
                  <a:lnTo>
                    <a:pt x="444221" y="451272"/>
                  </a:lnTo>
                  <a:lnTo>
                    <a:pt x="493579" y="444826"/>
                  </a:lnTo>
                  <a:lnTo>
                    <a:pt x="542937" y="438379"/>
                  </a:lnTo>
                  <a:lnTo>
                    <a:pt x="592295" y="431932"/>
                  </a:lnTo>
                  <a:lnTo>
                    <a:pt x="641653" y="425485"/>
                  </a:lnTo>
                  <a:lnTo>
                    <a:pt x="691011" y="419039"/>
                  </a:lnTo>
                  <a:lnTo>
                    <a:pt x="740368" y="412592"/>
                  </a:lnTo>
                  <a:lnTo>
                    <a:pt x="789726" y="406145"/>
                  </a:lnTo>
                  <a:lnTo>
                    <a:pt x="839084" y="399698"/>
                  </a:lnTo>
                  <a:lnTo>
                    <a:pt x="888442" y="393252"/>
                  </a:lnTo>
                  <a:lnTo>
                    <a:pt x="937800" y="386805"/>
                  </a:lnTo>
                  <a:lnTo>
                    <a:pt x="987158" y="380358"/>
                  </a:lnTo>
                  <a:lnTo>
                    <a:pt x="1036516" y="373911"/>
                  </a:lnTo>
                  <a:lnTo>
                    <a:pt x="1085874" y="367465"/>
                  </a:lnTo>
                  <a:lnTo>
                    <a:pt x="1135232" y="361018"/>
                  </a:lnTo>
                  <a:lnTo>
                    <a:pt x="1184590" y="354571"/>
                  </a:lnTo>
                  <a:lnTo>
                    <a:pt x="1233948" y="348124"/>
                  </a:lnTo>
                  <a:lnTo>
                    <a:pt x="1283306" y="341678"/>
                  </a:lnTo>
                  <a:lnTo>
                    <a:pt x="1332664" y="335231"/>
                  </a:lnTo>
                  <a:lnTo>
                    <a:pt x="1382022" y="328784"/>
                  </a:lnTo>
                  <a:lnTo>
                    <a:pt x="1431379" y="322337"/>
                  </a:lnTo>
                  <a:lnTo>
                    <a:pt x="1480737" y="315891"/>
                  </a:lnTo>
                  <a:lnTo>
                    <a:pt x="1530095" y="309444"/>
                  </a:lnTo>
                  <a:lnTo>
                    <a:pt x="1579453" y="302997"/>
                  </a:lnTo>
                  <a:lnTo>
                    <a:pt x="1628811" y="296550"/>
                  </a:lnTo>
                  <a:lnTo>
                    <a:pt x="1678169" y="290103"/>
                  </a:lnTo>
                  <a:lnTo>
                    <a:pt x="1727527" y="283657"/>
                  </a:lnTo>
                  <a:lnTo>
                    <a:pt x="1776885" y="277210"/>
                  </a:lnTo>
                  <a:lnTo>
                    <a:pt x="1826243" y="270763"/>
                  </a:lnTo>
                  <a:lnTo>
                    <a:pt x="1875601" y="264316"/>
                  </a:lnTo>
                  <a:lnTo>
                    <a:pt x="1924959" y="257870"/>
                  </a:lnTo>
                  <a:lnTo>
                    <a:pt x="1974317" y="251423"/>
                  </a:lnTo>
                  <a:lnTo>
                    <a:pt x="2023675" y="244976"/>
                  </a:lnTo>
                  <a:lnTo>
                    <a:pt x="2073033" y="238529"/>
                  </a:lnTo>
                  <a:lnTo>
                    <a:pt x="2122390" y="232083"/>
                  </a:lnTo>
                  <a:lnTo>
                    <a:pt x="2171748" y="225636"/>
                  </a:lnTo>
                  <a:lnTo>
                    <a:pt x="2221106" y="219189"/>
                  </a:lnTo>
                  <a:lnTo>
                    <a:pt x="2270464" y="212742"/>
                  </a:lnTo>
                  <a:lnTo>
                    <a:pt x="2319822" y="206296"/>
                  </a:lnTo>
                  <a:lnTo>
                    <a:pt x="2369180" y="199849"/>
                  </a:lnTo>
                  <a:lnTo>
                    <a:pt x="2418538" y="193402"/>
                  </a:lnTo>
                  <a:lnTo>
                    <a:pt x="2467896" y="186955"/>
                  </a:lnTo>
                  <a:lnTo>
                    <a:pt x="2517254" y="180509"/>
                  </a:lnTo>
                  <a:lnTo>
                    <a:pt x="2566612" y="174062"/>
                  </a:lnTo>
                  <a:lnTo>
                    <a:pt x="2615970" y="167615"/>
                  </a:lnTo>
                  <a:lnTo>
                    <a:pt x="2665328" y="161168"/>
                  </a:lnTo>
                  <a:lnTo>
                    <a:pt x="2714686" y="154722"/>
                  </a:lnTo>
                  <a:lnTo>
                    <a:pt x="2764044" y="148275"/>
                  </a:lnTo>
                  <a:lnTo>
                    <a:pt x="2813401" y="141828"/>
                  </a:lnTo>
                  <a:lnTo>
                    <a:pt x="2862759" y="135381"/>
                  </a:lnTo>
                  <a:lnTo>
                    <a:pt x="2912117" y="128935"/>
                  </a:lnTo>
                  <a:lnTo>
                    <a:pt x="2961475" y="122488"/>
                  </a:lnTo>
                  <a:lnTo>
                    <a:pt x="3010833" y="116041"/>
                  </a:lnTo>
                  <a:lnTo>
                    <a:pt x="3060191" y="109594"/>
                  </a:lnTo>
                  <a:lnTo>
                    <a:pt x="3109549" y="103148"/>
                  </a:lnTo>
                  <a:lnTo>
                    <a:pt x="3158907" y="96701"/>
                  </a:lnTo>
                  <a:lnTo>
                    <a:pt x="3208265" y="90254"/>
                  </a:lnTo>
                  <a:lnTo>
                    <a:pt x="3257623" y="83807"/>
                  </a:lnTo>
                  <a:lnTo>
                    <a:pt x="3306981" y="77361"/>
                  </a:lnTo>
                  <a:lnTo>
                    <a:pt x="3356339" y="70914"/>
                  </a:lnTo>
                  <a:lnTo>
                    <a:pt x="3405697" y="64467"/>
                  </a:lnTo>
                  <a:lnTo>
                    <a:pt x="3455055" y="58020"/>
                  </a:lnTo>
                  <a:lnTo>
                    <a:pt x="3504412" y="51574"/>
                  </a:lnTo>
                  <a:lnTo>
                    <a:pt x="3553770" y="45127"/>
                  </a:lnTo>
                  <a:lnTo>
                    <a:pt x="3603128" y="38680"/>
                  </a:lnTo>
                  <a:lnTo>
                    <a:pt x="3652486" y="32233"/>
                  </a:lnTo>
                  <a:lnTo>
                    <a:pt x="3701844" y="25787"/>
                  </a:lnTo>
                  <a:lnTo>
                    <a:pt x="3751202" y="19340"/>
                  </a:lnTo>
                  <a:lnTo>
                    <a:pt x="3800560" y="12893"/>
                  </a:lnTo>
                  <a:lnTo>
                    <a:pt x="3849918" y="6446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tx120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2061213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330884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600554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129" name="tx129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131" name="pt131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tx133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136" name="pt136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4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1428519" y="983989"/>
              <a:ext cx="222199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RDA Offset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4159997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53409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90819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228229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28519" y="165639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77943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03784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8138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5249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84704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322114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59524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96934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341607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46596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590314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714668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506294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824881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381752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58785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673931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659487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400863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505780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17915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40876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3172380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358949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09287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912490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477608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464905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912331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709450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154151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988084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154151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464737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988084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5477608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3590273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3101982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374565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351177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3095347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358249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332805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333069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500433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500150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3520997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73919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313091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313091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829279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983570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752082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556439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984383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559387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265900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265900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829621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752082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611869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612632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578331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821515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1578745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102997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271992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027644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102583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028397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821947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2271992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383355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829190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389118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902520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389118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383355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903779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626207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067873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627112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828310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068325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3834684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379046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3345050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5218700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386997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3380388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3602324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361234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4010215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3771358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4004042" y="3776830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258388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457788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258486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457788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301833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282433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281982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302254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309481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325065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326321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308982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1623483" y="1802034"/>
              <a:ext cx="3899276" cy="2235270"/>
            </a:xfrm>
            <a:custGeom>
              <a:avLst/>
              <a:pathLst>
                <a:path w="3899276" h="2235270">
                  <a:moveTo>
                    <a:pt x="0" y="1119641"/>
                  </a:moveTo>
                  <a:lnTo>
                    <a:pt x="49357" y="1119043"/>
                  </a:lnTo>
                  <a:lnTo>
                    <a:pt x="98715" y="1118377"/>
                  </a:lnTo>
                  <a:lnTo>
                    <a:pt x="148073" y="1117637"/>
                  </a:lnTo>
                  <a:lnTo>
                    <a:pt x="197431" y="1116819"/>
                  </a:lnTo>
                  <a:lnTo>
                    <a:pt x="246789" y="1115917"/>
                  </a:lnTo>
                  <a:lnTo>
                    <a:pt x="296147" y="1114924"/>
                  </a:lnTo>
                  <a:lnTo>
                    <a:pt x="345505" y="1113833"/>
                  </a:lnTo>
                  <a:lnTo>
                    <a:pt x="394863" y="1112637"/>
                  </a:lnTo>
                  <a:lnTo>
                    <a:pt x="444221" y="1111327"/>
                  </a:lnTo>
                  <a:lnTo>
                    <a:pt x="493579" y="1109894"/>
                  </a:lnTo>
                  <a:lnTo>
                    <a:pt x="542937" y="1108328"/>
                  </a:lnTo>
                  <a:lnTo>
                    <a:pt x="592295" y="1106618"/>
                  </a:lnTo>
                  <a:lnTo>
                    <a:pt x="641653" y="1104751"/>
                  </a:lnTo>
                  <a:lnTo>
                    <a:pt x="691011" y="1102713"/>
                  </a:lnTo>
                  <a:lnTo>
                    <a:pt x="740368" y="1100491"/>
                  </a:lnTo>
                  <a:lnTo>
                    <a:pt x="789726" y="1098067"/>
                  </a:lnTo>
                  <a:lnTo>
                    <a:pt x="839084" y="1095424"/>
                  </a:lnTo>
                  <a:lnTo>
                    <a:pt x="888442" y="1092541"/>
                  </a:lnTo>
                  <a:lnTo>
                    <a:pt x="937800" y="1089398"/>
                  </a:lnTo>
                  <a:lnTo>
                    <a:pt x="987158" y="1085969"/>
                  </a:lnTo>
                  <a:lnTo>
                    <a:pt x="1036516" y="1082231"/>
                  </a:lnTo>
                  <a:lnTo>
                    <a:pt x="1085874" y="1078153"/>
                  </a:lnTo>
                  <a:lnTo>
                    <a:pt x="1135232" y="1073706"/>
                  </a:lnTo>
                  <a:lnTo>
                    <a:pt x="1184590" y="1068857"/>
                  </a:lnTo>
                  <a:lnTo>
                    <a:pt x="1233948" y="1063571"/>
                  </a:lnTo>
                  <a:lnTo>
                    <a:pt x="1283306" y="1057811"/>
                  </a:lnTo>
                  <a:lnTo>
                    <a:pt x="1332664" y="1051538"/>
                  </a:lnTo>
                  <a:lnTo>
                    <a:pt x="1382022" y="1044714"/>
                  </a:lnTo>
                  <a:lnTo>
                    <a:pt x="1431379" y="1037297"/>
                  </a:lnTo>
                  <a:lnTo>
                    <a:pt x="1480737" y="1029248"/>
                  </a:lnTo>
                  <a:lnTo>
                    <a:pt x="1530095" y="1020529"/>
                  </a:lnTo>
                  <a:lnTo>
                    <a:pt x="1579453" y="1011102"/>
                  </a:lnTo>
                  <a:lnTo>
                    <a:pt x="1628811" y="1000937"/>
                  </a:lnTo>
                  <a:lnTo>
                    <a:pt x="1678169" y="990006"/>
                  </a:lnTo>
                  <a:lnTo>
                    <a:pt x="1727527" y="978287"/>
                  </a:lnTo>
                  <a:lnTo>
                    <a:pt x="1776885" y="965768"/>
                  </a:lnTo>
                  <a:lnTo>
                    <a:pt x="1826243" y="952442"/>
                  </a:lnTo>
                  <a:lnTo>
                    <a:pt x="1875601" y="938310"/>
                  </a:lnTo>
                  <a:lnTo>
                    <a:pt x="1924959" y="923384"/>
                  </a:lnTo>
                  <a:lnTo>
                    <a:pt x="1974317" y="907680"/>
                  </a:lnTo>
                  <a:lnTo>
                    <a:pt x="2023675" y="891223"/>
                  </a:lnTo>
                  <a:lnTo>
                    <a:pt x="2073033" y="874042"/>
                  </a:lnTo>
                  <a:lnTo>
                    <a:pt x="2122390" y="856173"/>
                  </a:lnTo>
                  <a:lnTo>
                    <a:pt x="2171748" y="837652"/>
                  </a:lnTo>
                  <a:lnTo>
                    <a:pt x="2221106" y="818518"/>
                  </a:lnTo>
                  <a:lnTo>
                    <a:pt x="2270464" y="798813"/>
                  </a:lnTo>
                  <a:lnTo>
                    <a:pt x="2319822" y="778575"/>
                  </a:lnTo>
                  <a:lnTo>
                    <a:pt x="2369180" y="757844"/>
                  </a:lnTo>
                  <a:lnTo>
                    <a:pt x="2418538" y="736658"/>
                  </a:lnTo>
                  <a:lnTo>
                    <a:pt x="2467896" y="715053"/>
                  </a:lnTo>
                  <a:lnTo>
                    <a:pt x="2517254" y="693062"/>
                  </a:lnTo>
                  <a:lnTo>
                    <a:pt x="2566612" y="670718"/>
                  </a:lnTo>
                  <a:lnTo>
                    <a:pt x="2615970" y="648049"/>
                  </a:lnTo>
                  <a:lnTo>
                    <a:pt x="2665328" y="625083"/>
                  </a:lnTo>
                  <a:lnTo>
                    <a:pt x="2714686" y="601844"/>
                  </a:lnTo>
                  <a:lnTo>
                    <a:pt x="2764044" y="578355"/>
                  </a:lnTo>
                  <a:lnTo>
                    <a:pt x="2813401" y="554637"/>
                  </a:lnTo>
                  <a:lnTo>
                    <a:pt x="2862759" y="530709"/>
                  </a:lnTo>
                  <a:lnTo>
                    <a:pt x="2912117" y="506588"/>
                  </a:lnTo>
                  <a:lnTo>
                    <a:pt x="2961475" y="482290"/>
                  </a:lnTo>
                  <a:lnTo>
                    <a:pt x="3010833" y="457828"/>
                  </a:lnTo>
                  <a:lnTo>
                    <a:pt x="3060191" y="433216"/>
                  </a:lnTo>
                  <a:lnTo>
                    <a:pt x="3109549" y="408465"/>
                  </a:lnTo>
                  <a:lnTo>
                    <a:pt x="3158907" y="383586"/>
                  </a:lnTo>
                  <a:lnTo>
                    <a:pt x="3208265" y="358589"/>
                  </a:lnTo>
                  <a:lnTo>
                    <a:pt x="3257623" y="333482"/>
                  </a:lnTo>
                  <a:lnTo>
                    <a:pt x="3306981" y="308274"/>
                  </a:lnTo>
                  <a:lnTo>
                    <a:pt x="3356339" y="282972"/>
                  </a:lnTo>
                  <a:lnTo>
                    <a:pt x="3405697" y="257582"/>
                  </a:lnTo>
                  <a:lnTo>
                    <a:pt x="3455055" y="232112"/>
                  </a:lnTo>
                  <a:lnTo>
                    <a:pt x="3504412" y="206565"/>
                  </a:lnTo>
                  <a:lnTo>
                    <a:pt x="3553770" y="180948"/>
                  </a:lnTo>
                  <a:lnTo>
                    <a:pt x="3603128" y="155265"/>
                  </a:lnTo>
                  <a:lnTo>
                    <a:pt x="3652486" y="129520"/>
                  </a:lnTo>
                  <a:lnTo>
                    <a:pt x="3701844" y="103717"/>
                  </a:lnTo>
                  <a:lnTo>
                    <a:pt x="3751202" y="77861"/>
                  </a:lnTo>
                  <a:lnTo>
                    <a:pt x="3800560" y="51954"/>
                  </a:lnTo>
                  <a:lnTo>
                    <a:pt x="3849918" y="25999"/>
                  </a:lnTo>
                  <a:lnTo>
                    <a:pt x="3899276" y="0"/>
                  </a:lnTo>
                  <a:lnTo>
                    <a:pt x="3899276" y="1281242"/>
                  </a:lnTo>
                  <a:lnTo>
                    <a:pt x="3849918" y="1281491"/>
                  </a:lnTo>
                  <a:lnTo>
                    <a:pt x="3800560" y="1281786"/>
                  </a:lnTo>
                  <a:lnTo>
                    <a:pt x="3751202" y="1282128"/>
                  </a:lnTo>
                  <a:lnTo>
                    <a:pt x="3701844" y="1282520"/>
                  </a:lnTo>
                  <a:lnTo>
                    <a:pt x="3652486" y="1282967"/>
                  </a:lnTo>
                  <a:lnTo>
                    <a:pt x="3603128" y="1283471"/>
                  </a:lnTo>
                  <a:lnTo>
                    <a:pt x="3553770" y="1284037"/>
                  </a:lnTo>
                  <a:lnTo>
                    <a:pt x="3504412" y="1284668"/>
                  </a:lnTo>
                  <a:lnTo>
                    <a:pt x="3455055" y="1285371"/>
                  </a:lnTo>
                  <a:lnTo>
                    <a:pt x="3405697" y="1286149"/>
                  </a:lnTo>
                  <a:lnTo>
                    <a:pt x="3356339" y="1287008"/>
                  </a:lnTo>
                  <a:lnTo>
                    <a:pt x="3306981" y="1287955"/>
                  </a:lnTo>
                  <a:lnTo>
                    <a:pt x="3257623" y="1288996"/>
                  </a:lnTo>
                  <a:lnTo>
                    <a:pt x="3208265" y="1290138"/>
                  </a:lnTo>
                  <a:lnTo>
                    <a:pt x="3158907" y="1291390"/>
                  </a:lnTo>
                  <a:lnTo>
                    <a:pt x="3109549" y="1292760"/>
                  </a:lnTo>
                  <a:lnTo>
                    <a:pt x="3060191" y="1294258"/>
                  </a:lnTo>
                  <a:lnTo>
                    <a:pt x="3010833" y="1295895"/>
                  </a:lnTo>
                  <a:lnTo>
                    <a:pt x="2961475" y="1297682"/>
                  </a:lnTo>
                  <a:lnTo>
                    <a:pt x="2912117" y="1299633"/>
                  </a:lnTo>
                  <a:lnTo>
                    <a:pt x="2862759" y="1301761"/>
                  </a:lnTo>
                  <a:lnTo>
                    <a:pt x="2813401" y="1304081"/>
                  </a:lnTo>
                  <a:lnTo>
                    <a:pt x="2764044" y="1306613"/>
                  </a:lnTo>
                  <a:lnTo>
                    <a:pt x="2714686" y="1309373"/>
                  </a:lnTo>
                  <a:lnTo>
                    <a:pt x="2665328" y="1312383"/>
                  </a:lnTo>
                  <a:lnTo>
                    <a:pt x="2615970" y="1315666"/>
                  </a:lnTo>
                  <a:lnTo>
                    <a:pt x="2566612" y="1319246"/>
                  </a:lnTo>
                  <a:lnTo>
                    <a:pt x="2517254" y="1323151"/>
                  </a:lnTo>
                  <a:lnTo>
                    <a:pt x="2467896" y="1327409"/>
                  </a:lnTo>
                  <a:lnTo>
                    <a:pt x="2418538" y="1332053"/>
                  </a:lnTo>
                  <a:lnTo>
                    <a:pt x="2369180" y="1337116"/>
                  </a:lnTo>
                  <a:lnTo>
                    <a:pt x="2319822" y="1342634"/>
                  </a:lnTo>
                  <a:lnTo>
                    <a:pt x="2270464" y="1348645"/>
                  </a:lnTo>
                  <a:lnTo>
                    <a:pt x="2221106" y="1355188"/>
                  </a:lnTo>
                  <a:lnTo>
                    <a:pt x="2171748" y="1362304"/>
                  </a:lnTo>
                  <a:lnTo>
                    <a:pt x="2122390" y="1370032"/>
                  </a:lnTo>
                  <a:lnTo>
                    <a:pt x="2073033" y="1378411"/>
                  </a:lnTo>
                  <a:lnTo>
                    <a:pt x="2023675" y="1387480"/>
                  </a:lnTo>
                  <a:lnTo>
                    <a:pt x="1974317" y="1397272"/>
                  </a:lnTo>
                  <a:lnTo>
                    <a:pt x="1924959" y="1407817"/>
                  </a:lnTo>
                  <a:lnTo>
                    <a:pt x="1875601" y="1419140"/>
                  </a:lnTo>
                  <a:lnTo>
                    <a:pt x="1826243" y="1431257"/>
                  </a:lnTo>
                  <a:lnTo>
                    <a:pt x="1776885" y="1444180"/>
                  </a:lnTo>
                  <a:lnTo>
                    <a:pt x="1727527" y="1457909"/>
                  </a:lnTo>
                  <a:lnTo>
                    <a:pt x="1678169" y="1472440"/>
                  </a:lnTo>
                  <a:lnTo>
                    <a:pt x="1628811" y="1487757"/>
                  </a:lnTo>
                  <a:lnTo>
                    <a:pt x="1579453" y="1503841"/>
                  </a:lnTo>
                  <a:lnTo>
                    <a:pt x="1530095" y="1520664"/>
                  </a:lnTo>
                  <a:lnTo>
                    <a:pt x="1480737" y="1538193"/>
                  </a:lnTo>
                  <a:lnTo>
                    <a:pt x="1431379" y="1556393"/>
                  </a:lnTo>
                  <a:lnTo>
                    <a:pt x="1382022" y="1575225"/>
                  </a:lnTo>
                  <a:lnTo>
                    <a:pt x="1332664" y="1594650"/>
                  </a:lnTo>
                  <a:lnTo>
                    <a:pt x="1283306" y="1614627"/>
                  </a:lnTo>
                  <a:lnTo>
                    <a:pt x="1233948" y="1635116"/>
                  </a:lnTo>
                  <a:lnTo>
                    <a:pt x="1184590" y="1656079"/>
                  </a:lnTo>
                  <a:lnTo>
                    <a:pt x="1135232" y="1677479"/>
                  </a:lnTo>
                  <a:lnTo>
                    <a:pt x="1085874" y="1699281"/>
                  </a:lnTo>
                  <a:lnTo>
                    <a:pt x="1036516" y="1721452"/>
                  </a:lnTo>
                  <a:lnTo>
                    <a:pt x="987158" y="1743962"/>
                  </a:lnTo>
                  <a:lnTo>
                    <a:pt x="937800" y="1766783"/>
                  </a:lnTo>
                  <a:lnTo>
                    <a:pt x="888442" y="1789888"/>
                  </a:lnTo>
                  <a:lnTo>
                    <a:pt x="839084" y="1813254"/>
                  </a:lnTo>
                  <a:lnTo>
                    <a:pt x="789726" y="1836860"/>
                  </a:lnTo>
                  <a:lnTo>
                    <a:pt x="740368" y="1860685"/>
                  </a:lnTo>
                  <a:lnTo>
                    <a:pt x="691011" y="1884712"/>
                  </a:lnTo>
                  <a:lnTo>
                    <a:pt x="641653" y="1908924"/>
                  </a:lnTo>
                  <a:lnTo>
                    <a:pt x="592295" y="1933305"/>
                  </a:lnTo>
                  <a:lnTo>
                    <a:pt x="542937" y="1957844"/>
                  </a:lnTo>
                  <a:lnTo>
                    <a:pt x="493579" y="1982527"/>
                  </a:lnTo>
                  <a:lnTo>
                    <a:pt x="444221" y="2007343"/>
                  </a:lnTo>
                  <a:lnTo>
                    <a:pt x="394863" y="2032282"/>
                  </a:lnTo>
                  <a:lnTo>
                    <a:pt x="345505" y="2057335"/>
                  </a:lnTo>
                  <a:lnTo>
                    <a:pt x="296147" y="2082493"/>
                  </a:lnTo>
                  <a:lnTo>
                    <a:pt x="246789" y="2107749"/>
                  </a:lnTo>
                  <a:lnTo>
                    <a:pt x="197431" y="2133096"/>
                  </a:lnTo>
                  <a:lnTo>
                    <a:pt x="148073" y="2158527"/>
                  </a:lnTo>
                  <a:lnTo>
                    <a:pt x="98715" y="2184036"/>
                  </a:lnTo>
                  <a:lnTo>
                    <a:pt x="49357" y="2209619"/>
                  </a:lnTo>
                  <a:lnTo>
                    <a:pt x="0" y="2235270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1623483" y="1802034"/>
              <a:ext cx="3899276" cy="1119641"/>
            </a:xfrm>
            <a:custGeom>
              <a:avLst/>
              <a:pathLst>
                <a:path w="3899276" h="1119641">
                  <a:moveTo>
                    <a:pt x="0" y="1119641"/>
                  </a:moveTo>
                  <a:lnTo>
                    <a:pt x="49357" y="1119043"/>
                  </a:lnTo>
                  <a:lnTo>
                    <a:pt x="98715" y="1118377"/>
                  </a:lnTo>
                  <a:lnTo>
                    <a:pt x="148073" y="1117637"/>
                  </a:lnTo>
                  <a:lnTo>
                    <a:pt x="197431" y="1116819"/>
                  </a:lnTo>
                  <a:lnTo>
                    <a:pt x="246789" y="1115917"/>
                  </a:lnTo>
                  <a:lnTo>
                    <a:pt x="296147" y="1114924"/>
                  </a:lnTo>
                  <a:lnTo>
                    <a:pt x="345505" y="1113833"/>
                  </a:lnTo>
                  <a:lnTo>
                    <a:pt x="394863" y="1112637"/>
                  </a:lnTo>
                  <a:lnTo>
                    <a:pt x="444221" y="1111327"/>
                  </a:lnTo>
                  <a:lnTo>
                    <a:pt x="493579" y="1109894"/>
                  </a:lnTo>
                  <a:lnTo>
                    <a:pt x="542937" y="1108328"/>
                  </a:lnTo>
                  <a:lnTo>
                    <a:pt x="592295" y="1106618"/>
                  </a:lnTo>
                  <a:lnTo>
                    <a:pt x="641653" y="1104751"/>
                  </a:lnTo>
                  <a:lnTo>
                    <a:pt x="691011" y="1102713"/>
                  </a:lnTo>
                  <a:lnTo>
                    <a:pt x="740368" y="1100491"/>
                  </a:lnTo>
                  <a:lnTo>
                    <a:pt x="789726" y="1098067"/>
                  </a:lnTo>
                  <a:lnTo>
                    <a:pt x="839084" y="1095424"/>
                  </a:lnTo>
                  <a:lnTo>
                    <a:pt x="888442" y="1092541"/>
                  </a:lnTo>
                  <a:lnTo>
                    <a:pt x="937800" y="1089398"/>
                  </a:lnTo>
                  <a:lnTo>
                    <a:pt x="987158" y="1085969"/>
                  </a:lnTo>
                  <a:lnTo>
                    <a:pt x="1036516" y="1082231"/>
                  </a:lnTo>
                  <a:lnTo>
                    <a:pt x="1085874" y="1078153"/>
                  </a:lnTo>
                  <a:lnTo>
                    <a:pt x="1135232" y="1073706"/>
                  </a:lnTo>
                  <a:lnTo>
                    <a:pt x="1184590" y="1068857"/>
                  </a:lnTo>
                  <a:lnTo>
                    <a:pt x="1233948" y="1063571"/>
                  </a:lnTo>
                  <a:lnTo>
                    <a:pt x="1283306" y="1057811"/>
                  </a:lnTo>
                  <a:lnTo>
                    <a:pt x="1332664" y="1051538"/>
                  </a:lnTo>
                  <a:lnTo>
                    <a:pt x="1382022" y="1044714"/>
                  </a:lnTo>
                  <a:lnTo>
                    <a:pt x="1431379" y="1037297"/>
                  </a:lnTo>
                  <a:lnTo>
                    <a:pt x="1480737" y="1029248"/>
                  </a:lnTo>
                  <a:lnTo>
                    <a:pt x="1530095" y="1020529"/>
                  </a:lnTo>
                  <a:lnTo>
                    <a:pt x="1579453" y="1011102"/>
                  </a:lnTo>
                  <a:lnTo>
                    <a:pt x="1628811" y="1000937"/>
                  </a:lnTo>
                  <a:lnTo>
                    <a:pt x="1678169" y="990006"/>
                  </a:lnTo>
                  <a:lnTo>
                    <a:pt x="1727527" y="978287"/>
                  </a:lnTo>
                  <a:lnTo>
                    <a:pt x="1776885" y="965768"/>
                  </a:lnTo>
                  <a:lnTo>
                    <a:pt x="1826243" y="952442"/>
                  </a:lnTo>
                  <a:lnTo>
                    <a:pt x="1875601" y="938310"/>
                  </a:lnTo>
                  <a:lnTo>
                    <a:pt x="1924959" y="923384"/>
                  </a:lnTo>
                  <a:lnTo>
                    <a:pt x="1974317" y="907680"/>
                  </a:lnTo>
                  <a:lnTo>
                    <a:pt x="2023675" y="891223"/>
                  </a:lnTo>
                  <a:lnTo>
                    <a:pt x="2073033" y="874042"/>
                  </a:lnTo>
                  <a:lnTo>
                    <a:pt x="2122390" y="856173"/>
                  </a:lnTo>
                  <a:lnTo>
                    <a:pt x="2171748" y="837652"/>
                  </a:lnTo>
                  <a:lnTo>
                    <a:pt x="2221106" y="818518"/>
                  </a:lnTo>
                  <a:lnTo>
                    <a:pt x="2270464" y="798813"/>
                  </a:lnTo>
                  <a:lnTo>
                    <a:pt x="2319822" y="778575"/>
                  </a:lnTo>
                  <a:lnTo>
                    <a:pt x="2369180" y="757844"/>
                  </a:lnTo>
                  <a:lnTo>
                    <a:pt x="2418538" y="736658"/>
                  </a:lnTo>
                  <a:lnTo>
                    <a:pt x="2467896" y="715053"/>
                  </a:lnTo>
                  <a:lnTo>
                    <a:pt x="2517254" y="693062"/>
                  </a:lnTo>
                  <a:lnTo>
                    <a:pt x="2566612" y="670718"/>
                  </a:lnTo>
                  <a:lnTo>
                    <a:pt x="2615970" y="648049"/>
                  </a:lnTo>
                  <a:lnTo>
                    <a:pt x="2665328" y="625083"/>
                  </a:lnTo>
                  <a:lnTo>
                    <a:pt x="2714686" y="601844"/>
                  </a:lnTo>
                  <a:lnTo>
                    <a:pt x="2764044" y="578355"/>
                  </a:lnTo>
                  <a:lnTo>
                    <a:pt x="2813401" y="554637"/>
                  </a:lnTo>
                  <a:lnTo>
                    <a:pt x="2862759" y="530709"/>
                  </a:lnTo>
                  <a:lnTo>
                    <a:pt x="2912117" y="506588"/>
                  </a:lnTo>
                  <a:lnTo>
                    <a:pt x="2961475" y="482290"/>
                  </a:lnTo>
                  <a:lnTo>
                    <a:pt x="3010833" y="457828"/>
                  </a:lnTo>
                  <a:lnTo>
                    <a:pt x="3060191" y="433216"/>
                  </a:lnTo>
                  <a:lnTo>
                    <a:pt x="3109549" y="408465"/>
                  </a:lnTo>
                  <a:lnTo>
                    <a:pt x="3158907" y="383586"/>
                  </a:lnTo>
                  <a:lnTo>
                    <a:pt x="3208265" y="358589"/>
                  </a:lnTo>
                  <a:lnTo>
                    <a:pt x="3257623" y="333482"/>
                  </a:lnTo>
                  <a:lnTo>
                    <a:pt x="3306981" y="308274"/>
                  </a:lnTo>
                  <a:lnTo>
                    <a:pt x="3356339" y="282972"/>
                  </a:lnTo>
                  <a:lnTo>
                    <a:pt x="3405697" y="257582"/>
                  </a:lnTo>
                  <a:lnTo>
                    <a:pt x="3455055" y="232112"/>
                  </a:lnTo>
                  <a:lnTo>
                    <a:pt x="3504412" y="206565"/>
                  </a:lnTo>
                  <a:lnTo>
                    <a:pt x="3553770" y="180948"/>
                  </a:lnTo>
                  <a:lnTo>
                    <a:pt x="3603128" y="155265"/>
                  </a:lnTo>
                  <a:lnTo>
                    <a:pt x="3652486" y="129520"/>
                  </a:lnTo>
                  <a:lnTo>
                    <a:pt x="3701844" y="103717"/>
                  </a:lnTo>
                  <a:lnTo>
                    <a:pt x="3751202" y="77861"/>
                  </a:lnTo>
                  <a:lnTo>
                    <a:pt x="3800560" y="51954"/>
                  </a:lnTo>
                  <a:lnTo>
                    <a:pt x="3849918" y="25999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1623483" y="3083276"/>
              <a:ext cx="3899276" cy="954027"/>
            </a:xfrm>
            <a:custGeom>
              <a:avLst/>
              <a:pathLst>
                <a:path w="3899276" h="954027">
                  <a:moveTo>
                    <a:pt x="3899276" y="0"/>
                  </a:moveTo>
                  <a:lnTo>
                    <a:pt x="3849918" y="249"/>
                  </a:lnTo>
                  <a:lnTo>
                    <a:pt x="3800560" y="543"/>
                  </a:lnTo>
                  <a:lnTo>
                    <a:pt x="3751202" y="885"/>
                  </a:lnTo>
                  <a:lnTo>
                    <a:pt x="3701844" y="1278"/>
                  </a:lnTo>
                  <a:lnTo>
                    <a:pt x="3652486" y="1724"/>
                  </a:lnTo>
                  <a:lnTo>
                    <a:pt x="3603128" y="2228"/>
                  </a:lnTo>
                  <a:lnTo>
                    <a:pt x="3553770" y="2794"/>
                  </a:lnTo>
                  <a:lnTo>
                    <a:pt x="3504412" y="3426"/>
                  </a:lnTo>
                  <a:lnTo>
                    <a:pt x="3455055" y="4128"/>
                  </a:lnTo>
                  <a:lnTo>
                    <a:pt x="3405697" y="4906"/>
                  </a:lnTo>
                  <a:lnTo>
                    <a:pt x="3356339" y="5766"/>
                  </a:lnTo>
                  <a:lnTo>
                    <a:pt x="3306981" y="6713"/>
                  </a:lnTo>
                  <a:lnTo>
                    <a:pt x="3257623" y="7754"/>
                  </a:lnTo>
                  <a:lnTo>
                    <a:pt x="3208265" y="8896"/>
                  </a:lnTo>
                  <a:lnTo>
                    <a:pt x="3158907" y="10148"/>
                  </a:lnTo>
                  <a:lnTo>
                    <a:pt x="3109549" y="11518"/>
                  </a:lnTo>
                  <a:lnTo>
                    <a:pt x="3060191" y="13016"/>
                  </a:lnTo>
                  <a:lnTo>
                    <a:pt x="3010833" y="14653"/>
                  </a:lnTo>
                  <a:lnTo>
                    <a:pt x="2961475" y="16440"/>
                  </a:lnTo>
                  <a:lnTo>
                    <a:pt x="2912117" y="18390"/>
                  </a:lnTo>
                  <a:lnTo>
                    <a:pt x="2862759" y="20518"/>
                  </a:lnTo>
                  <a:lnTo>
                    <a:pt x="2813401" y="22839"/>
                  </a:lnTo>
                  <a:lnTo>
                    <a:pt x="2764044" y="25370"/>
                  </a:lnTo>
                  <a:lnTo>
                    <a:pt x="2714686" y="28131"/>
                  </a:lnTo>
                  <a:lnTo>
                    <a:pt x="2665328" y="31141"/>
                  </a:lnTo>
                  <a:lnTo>
                    <a:pt x="2615970" y="34424"/>
                  </a:lnTo>
                  <a:lnTo>
                    <a:pt x="2566612" y="38004"/>
                  </a:lnTo>
                  <a:lnTo>
                    <a:pt x="2517254" y="41908"/>
                  </a:lnTo>
                  <a:lnTo>
                    <a:pt x="2467896" y="46167"/>
                  </a:lnTo>
                  <a:lnTo>
                    <a:pt x="2418538" y="50811"/>
                  </a:lnTo>
                  <a:lnTo>
                    <a:pt x="2369180" y="55874"/>
                  </a:lnTo>
                  <a:lnTo>
                    <a:pt x="2319822" y="61392"/>
                  </a:lnTo>
                  <a:lnTo>
                    <a:pt x="2270464" y="67403"/>
                  </a:lnTo>
                  <a:lnTo>
                    <a:pt x="2221106" y="73946"/>
                  </a:lnTo>
                  <a:lnTo>
                    <a:pt x="2171748" y="81062"/>
                  </a:lnTo>
                  <a:lnTo>
                    <a:pt x="2122390" y="88789"/>
                  </a:lnTo>
                  <a:lnTo>
                    <a:pt x="2073033" y="97169"/>
                  </a:lnTo>
                  <a:lnTo>
                    <a:pt x="2023675" y="106238"/>
                  </a:lnTo>
                  <a:lnTo>
                    <a:pt x="1974317" y="116030"/>
                  </a:lnTo>
                  <a:lnTo>
                    <a:pt x="1924959" y="126575"/>
                  </a:lnTo>
                  <a:lnTo>
                    <a:pt x="1875601" y="137897"/>
                  </a:lnTo>
                  <a:lnTo>
                    <a:pt x="1826243" y="150015"/>
                  </a:lnTo>
                  <a:lnTo>
                    <a:pt x="1776885" y="162937"/>
                  </a:lnTo>
                  <a:lnTo>
                    <a:pt x="1727527" y="176667"/>
                  </a:lnTo>
                  <a:lnTo>
                    <a:pt x="1678169" y="191197"/>
                  </a:lnTo>
                  <a:lnTo>
                    <a:pt x="1628811" y="206515"/>
                  </a:lnTo>
                  <a:lnTo>
                    <a:pt x="1579453" y="222599"/>
                  </a:lnTo>
                  <a:lnTo>
                    <a:pt x="1530095" y="239421"/>
                  </a:lnTo>
                  <a:lnTo>
                    <a:pt x="1480737" y="256951"/>
                  </a:lnTo>
                  <a:lnTo>
                    <a:pt x="1431379" y="275151"/>
                  </a:lnTo>
                  <a:lnTo>
                    <a:pt x="1382022" y="293983"/>
                  </a:lnTo>
                  <a:lnTo>
                    <a:pt x="1332664" y="313408"/>
                  </a:lnTo>
                  <a:lnTo>
                    <a:pt x="1283306" y="333384"/>
                  </a:lnTo>
                  <a:lnTo>
                    <a:pt x="1233948" y="353873"/>
                  </a:lnTo>
                  <a:lnTo>
                    <a:pt x="1184590" y="374836"/>
                  </a:lnTo>
                  <a:lnTo>
                    <a:pt x="1135232" y="396236"/>
                  </a:lnTo>
                  <a:lnTo>
                    <a:pt x="1085874" y="418038"/>
                  </a:lnTo>
                  <a:lnTo>
                    <a:pt x="1036516" y="440209"/>
                  </a:lnTo>
                  <a:lnTo>
                    <a:pt x="987158" y="462719"/>
                  </a:lnTo>
                  <a:lnTo>
                    <a:pt x="937800" y="485540"/>
                  </a:lnTo>
                  <a:lnTo>
                    <a:pt x="888442" y="508646"/>
                  </a:lnTo>
                  <a:lnTo>
                    <a:pt x="839084" y="532012"/>
                  </a:lnTo>
                  <a:lnTo>
                    <a:pt x="789726" y="555618"/>
                  </a:lnTo>
                  <a:lnTo>
                    <a:pt x="740368" y="579443"/>
                  </a:lnTo>
                  <a:lnTo>
                    <a:pt x="691011" y="603469"/>
                  </a:lnTo>
                  <a:lnTo>
                    <a:pt x="641653" y="627681"/>
                  </a:lnTo>
                  <a:lnTo>
                    <a:pt x="592295" y="652063"/>
                  </a:lnTo>
                  <a:lnTo>
                    <a:pt x="542937" y="676602"/>
                  </a:lnTo>
                  <a:lnTo>
                    <a:pt x="493579" y="701285"/>
                  </a:lnTo>
                  <a:lnTo>
                    <a:pt x="444221" y="726101"/>
                  </a:lnTo>
                  <a:lnTo>
                    <a:pt x="394863" y="751040"/>
                  </a:lnTo>
                  <a:lnTo>
                    <a:pt x="345505" y="776093"/>
                  </a:lnTo>
                  <a:lnTo>
                    <a:pt x="296147" y="801251"/>
                  </a:lnTo>
                  <a:lnTo>
                    <a:pt x="246789" y="826507"/>
                  </a:lnTo>
                  <a:lnTo>
                    <a:pt x="197431" y="851853"/>
                  </a:lnTo>
                  <a:lnTo>
                    <a:pt x="148073" y="877284"/>
                  </a:lnTo>
                  <a:lnTo>
                    <a:pt x="98715" y="902794"/>
                  </a:lnTo>
                  <a:lnTo>
                    <a:pt x="49357" y="928376"/>
                  </a:lnTo>
                  <a:lnTo>
                    <a:pt x="0" y="9540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1623483" y="2442655"/>
              <a:ext cx="3899276" cy="1036834"/>
            </a:xfrm>
            <a:custGeom>
              <a:avLst/>
              <a:pathLst>
                <a:path w="3899276" h="1036834">
                  <a:moveTo>
                    <a:pt x="0" y="1036834"/>
                  </a:moveTo>
                  <a:lnTo>
                    <a:pt x="49357" y="1023710"/>
                  </a:lnTo>
                  <a:lnTo>
                    <a:pt x="98715" y="1010585"/>
                  </a:lnTo>
                  <a:lnTo>
                    <a:pt x="148073" y="997461"/>
                  </a:lnTo>
                  <a:lnTo>
                    <a:pt x="197431" y="984336"/>
                  </a:lnTo>
                  <a:lnTo>
                    <a:pt x="246789" y="971212"/>
                  </a:lnTo>
                  <a:lnTo>
                    <a:pt x="296147" y="958087"/>
                  </a:lnTo>
                  <a:lnTo>
                    <a:pt x="345505" y="944963"/>
                  </a:lnTo>
                  <a:lnTo>
                    <a:pt x="394863" y="931838"/>
                  </a:lnTo>
                  <a:lnTo>
                    <a:pt x="444221" y="918714"/>
                  </a:lnTo>
                  <a:lnTo>
                    <a:pt x="493579" y="905589"/>
                  </a:lnTo>
                  <a:lnTo>
                    <a:pt x="542937" y="892465"/>
                  </a:lnTo>
                  <a:lnTo>
                    <a:pt x="592295" y="879340"/>
                  </a:lnTo>
                  <a:lnTo>
                    <a:pt x="641653" y="866216"/>
                  </a:lnTo>
                  <a:lnTo>
                    <a:pt x="691011" y="853091"/>
                  </a:lnTo>
                  <a:lnTo>
                    <a:pt x="740368" y="839967"/>
                  </a:lnTo>
                  <a:lnTo>
                    <a:pt x="789726" y="826842"/>
                  </a:lnTo>
                  <a:lnTo>
                    <a:pt x="839084" y="813718"/>
                  </a:lnTo>
                  <a:lnTo>
                    <a:pt x="888442" y="800593"/>
                  </a:lnTo>
                  <a:lnTo>
                    <a:pt x="937800" y="787469"/>
                  </a:lnTo>
                  <a:lnTo>
                    <a:pt x="987158" y="774344"/>
                  </a:lnTo>
                  <a:lnTo>
                    <a:pt x="1036516" y="761220"/>
                  </a:lnTo>
                  <a:lnTo>
                    <a:pt x="1085874" y="748095"/>
                  </a:lnTo>
                  <a:lnTo>
                    <a:pt x="1135232" y="734971"/>
                  </a:lnTo>
                  <a:lnTo>
                    <a:pt x="1184590" y="721847"/>
                  </a:lnTo>
                  <a:lnTo>
                    <a:pt x="1233948" y="708722"/>
                  </a:lnTo>
                  <a:lnTo>
                    <a:pt x="1283306" y="695598"/>
                  </a:lnTo>
                  <a:lnTo>
                    <a:pt x="1332664" y="682473"/>
                  </a:lnTo>
                  <a:lnTo>
                    <a:pt x="1382022" y="669349"/>
                  </a:lnTo>
                  <a:lnTo>
                    <a:pt x="1431379" y="656224"/>
                  </a:lnTo>
                  <a:lnTo>
                    <a:pt x="1480737" y="643100"/>
                  </a:lnTo>
                  <a:lnTo>
                    <a:pt x="1530095" y="629975"/>
                  </a:lnTo>
                  <a:lnTo>
                    <a:pt x="1579453" y="616851"/>
                  </a:lnTo>
                  <a:lnTo>
                    <a:pt x="1628811" y="603726"/>
                  </a:lnTo>
                  <a:lnTo>
                    <a:pt x="1678169" y="590602"/>
                  </a:lnTo>
                  <a:lnTo>
                    <a:pt x="1727527" y="577477"/>
                  </a:lnTo>
                  <a:lnTo>
                    <a:pt x="1776885" y="564353"/>
                  </a:lnTo>
                  <a:lnTo>
                    <a:pt x="1826243" y="551228"/>
                  </a:lnTo>
                  <a:lnTo>
                    <a:pt x="1875601" y="538104"/>
                  </a:lnTo>
                  <a:lnTo>
                    <a:pt x="1924959" y="524979"/>
                  </a:lnTo>
                  <a:lnTo>
                    <a:pt x="1974317" y="511855"/>
                  </a:lnTo>
                  <a:lnTo>
                    <a:pt x="2023675" y="498730"/>
                  </a:lnTo>
                  <a:lnTo>
                    <a:pt x="2073033" y="485606"/>
                  </a:lnTo>
                  <a:lnTo>
                    <a:pt x="2122390" y="472481"/>
                  </a:lnTo>
                  <a:lnTo>
                    <a:pt x="2171748" y="459357"/>
                  </a:lnTo>
                  <a:lnTo>
                    <a:pt x="2221106" y="446232"/>
                  </a:lnTo>
                  <a:lnTo>
                    <a:pt x="2270464" y="433108"/>
                  </a:lnTo>
                  <a:lnTo>
                    <a:pt x="2319822" y="419983"/>
                  </a:lnTo>
                  <a:lnTo>
                    <a:pt x="2369180" y="406859"/>
                  </a:lnTo>
                  <a:lnTo>
                    <a:pt x="2418538" y="393734"/>
                  </a:lnTo>
                  <a:lnTo>
                    <a:pt x="2467896" y="380610"/>
                  </a:lnTo>
                  <a:lnTo>
                    <a:pt x="2517254" y="367485"/>
                  </a:lnTo>
                  <a:lnTo>
                    <a:pt x="2566612" y="354361"/>
                  </a:lnTo>
                  <a:lnTo>
                    <a:pt x="2615970" y="341236"/>
                  </a:lnTo>
                  <a:lnTo>
                    <a:pt x="2665328" y="328112"/>
                  </a:lnTo>
                  <a:lnTo>
                    <a:pt x="2714686" y="314987"/>
                  </a:lnTo>
                  <a:lnTo>
                    <a:pt x="2764044" y="301863"/>
                  </a:lnTo>
                  <a:lnTo>
                    <a:pt x="2813401" y="288738"/>
                  </a:lnTo>
                  <a:lnTo>
                    <a:pt x="2862759" y="275614"/>
                  </a:lnTo>
                  <a:lnTo>
                    <a:pt x="2912117" y="262489"/>
                  </a:lnTo>
                  <a:lnTo>
                    <a:pt x="2961475" y="249365"/>
                  </a:lnTo>
                  <a:lnTo>
                    <a:pt x="3010833" y="236240"/>
                  </a:lnTo>
                  <a:lnTo>
                    <a:pt x="3060191" y="223116"/>
                  </a:lnTo>
                  <a:lnTo>
                    <a:pt x="3109549" y="209991"/>
                  </a:lnTo>
                  <a:lnTo>
                    <a:pt x="3158907" y="196867"/>
                  </a:lnTo>
                  <a:lnTo>
                    <a:pt x="3208265" y="183742"/>
                  </a:lnTo>
                  <a:lnTo>
                    <a:pt x="3257623" y="170618"/>
                  </a:lnTo>
                  <a:lnTo>
                    <a:pt x="3306981" y="157493"/>
                  </a:lnTo>
                  <a:lnTo>
                    <a:pt x="3356339" y="144369"/>
                  </a:lnTo>
                  <a:lnTo>
                    <a:pt x="3405697" y="131244"/>
                  </a:lnTo>
                  <a:lnTo>
                    <a:pt x="3455055" y="118120"/>
                  </a:lnTo>
                  <a:lnTo>
                    <a:pt x="3504412" y="104995"/>
                  </a:lnTo>
                  <a:lnTo>
                    <a:pt x="3553770" y="91871"/>
                  </a:lnTo>
                  <a:lnTo>
                    <a:pt x="3603128" y="78746"/>
                  </a:lnTo>
                  <a:lnTo>
                    <a:pt x="3652486" y="65622"/>
                  </a:lnTo>
                  <a:lnTo>
                    <a:pt x="3701844" y="52497"/>
                  </a:lnTo>
                  <a:lnTo>
                    <a:pt x="3751202" y="39373"/>
                  </a:lnTo>
                  <a:lnTo>
                    <a:pt x="3800560" y="26248"/>
                  </a:lnTo>
                  <a:lnTo>
                    <a:pt x="3849918" y="13124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tx122"/>
            <p:cNvSpPr/>
            <p:nvPr/>
          </p:nvSpPr>
          <p:spPr>
            <a:xfrm>
              <a:off x="1148262" y="380704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148262" y="318114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148262" y="255524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148262" y="192934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2232794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357147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481501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605854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0.09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132" name="tx132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134" name="pt134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tx136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139" name="pt139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tx147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1428519" y="983989"/>
              <a:ext cx="2110160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GF Offset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637255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2981880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326506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671131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62096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46350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64906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428519" y="3964942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3309567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2654193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1998819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pathLst>
                <a:path w="4289204" h="0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511393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812798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14203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15608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491363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507009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639098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363137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75602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326134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41977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03969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253286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474941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031403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41981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890532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889841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477608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070262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656296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655583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288184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288184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069587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144162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477608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44162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140851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359922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3133232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3606415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336302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352834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3535659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374489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489707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489109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373788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36312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947916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947916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151912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025358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279249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546323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780667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152789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783431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279249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025511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546323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402545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812385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067491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578331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991640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813634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066296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401062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992044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208723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208723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578552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92090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2804822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197242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392090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197242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016472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625815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875667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627938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877615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802756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018104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3966365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3512066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395968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3504600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372863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3727927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3891779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5193924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4092641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389314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4087646" y="3894725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257104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256723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279713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297710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438809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297738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279683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319443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438809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304620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304993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319870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1623483" y="1978891"/>
              <a:ext cx="3899276" cy="2058412"/>
            </a:xfrm>
            <a:custGeom>
              <a:avLst/>
              <a:pathLst>
                <a:path w="3899276" h="2058412">
                  <a:moveTo>
                    <a:pt x="0" y="850176"/>
                  </a:moveTo>
                  <a:lnTo>
                    <a:pt x="49357" y="854183"/>
                  </a:lnTo>
                  <a:lnTo>
                    <a:pt x="98715" y="858119"/>
                  </a:lnTo>
                  <a:lnTo>
                    <a:pt x="148073" y="861979"/>
                  </a:lnTo>
                  <a:lnTo>
                    <a:pt x="197431" y="865758"/>
                  </a:lnTo>
                  <a:lnTo>
                    <a:pt x="246789" y="869449"/>
                  </a:lnTo>
                  <a:lnTo>
                    <a:pt x="296147" y="873046"/>
                  </a:lnTo>
                  <a:lnTo>
                    <a:pt x="345505" y="876541"/>
                  </a:lnTo>
                  <a:lnTo>
                    <a:pt x="394863" y="879926"/>
                  </a:lnTo>
                  <a:lnTo>
                    <a:pt x="444221" y="883193"/>
                  </a:lnTo>
                  <a:lnTo>
                    <a:pt x="493579" y="886331"/>
                  </a:lnTo>
                  <a:lnTo>
                    <a:pt x="542937" y="889330"/>
                  </a:lnTo>
                  <a:lnTo>
                    <a:pt x="592295" y="892178"/>
                  </a:lnTo>
                  <a:lnTo>
                    <a:pt x="641653" y="894862"/>
                  </a:lnTo>
                  <a:lnTo>
                    <a:pt x="691011" y="897368"/>
                  </a:lnTo>
                  <a:lnTo>
                    <a:pt x="740368" y="899679"/>
                  </a:lnTo>
                  <a:lnTo>
                    <a:pt x="789726" y="901779"/>
                  </a:lnTo>
                  <a:lnTo>
                    <a:pt x="839084" y="903647"/>
                  </a:lnTo>
                  <a:lnTo>
                    <a:pt x="888442" y="905263"/>
                  </a:lnTo>
                  <a:lnTo>
                    <a:pt x="937800" y="906602"/>
                  </a:lnTo>
                  <a:lnTo>
                    <a:pt x="987158" y="907640"/>
                  </a:lnTo>
                  <a:lnTo>
                    <a:pt x="1036516" y="908348"/>
                  </a:lnTo>
                  <a:lnTo>
                    <a:pt x="1085874" y="908696"/>
                  </a:lnTo>
                  <a:lnTo>
                    <a:pt x="1135232" y="908648"/>
                  </a:lnTo>
                  <a:lnTo>
                    <a:pt x="1184590" y="908171"/>
                  </a:lnTo>
                  <a:lnTo>
                    <a:pt x="1233948" y="907224"/>
                  </a:lnTo>
                  <a:lnTo>
                    <a:pt x="1283306" y="905766"/>
                  </a:lnTo>
                  <a:lnTo>
                    <a:pt x="1332664" y="903755"/>
                  </a:lnTo>
                  <a:lnTo>
                    <a:pt x="1382022" y="901145"/>
                  </a:lnTo>
                  <a:lnTo>
                    <a:pt x="1431379" y="897890"/>
                  </a:lnTo>
                  <a:lnTo>
                    <a:pt x="1480737" y="893945"/>
                  </a:lnTo>
                  <a:lnTo>
                    <a:pt x="1530095" y="889264"/>
                  </a:lnTo>
                  <a:lnTo>
                    <a:pt x="1579453" y="883807"/>
                  </a:lnTo>
                  <a:lnTo>
                    <a:pt x="1628811" y="877534"/>
                  </a:lnTo>
                  <a:lnTo>
                    <a:pt x="1678169" y="870414"/>
                  </a:lnTo>
                  <a:lnTo>
                    <a:pt x="1727527" y="862421"/>
                  </a:lnTo>
                  <a:lnTo>
                    <a:pt x="1776885" y="853537"/>
                  </a:lnTo>
                  <a:lnTo>
                    <a:pt x="1826243" y="843756"/>
                  </a:lnTo>
                  <a:lnTo>
                    <a:pt x="1875601" y="833077"/>
                  </a:lnTo>
                  <a:lnTo>
                    <a:pt x="1924959" y="821512"/>
                  </a:lnTo>
                  <a:lnTo>
                    <a:pt x="1974317" y="809080"/>
                  </a:lnTo>
                  <a:lnTo>
                    <a:pt x="2023675" y="795809"/>
                  </a:lnTo>
                  <a:lnTo>
                    <a:pt x="2073033" y="781732"/>
                  </a:lnTo>
                  <a:lnTo>
                    <a:pt x="2122390" y="766889"/>
                  </a:lnTo>
                  <a:lnTo>
                    <a:pt x="2171748" y="751324"/>
                  </a:lnTo>
                  <a:lnTo>
                    <a:pt x="2221106" y="735080"/>
                  </a:lnTo>
                  <a:lnTo>
                    <a:pt x="2270464" y="718203"/>
                  </a:lnTo>
                  <a:lnTo>
                    <a:pt x="2319822" y="700741"/>
                  </a:lnTo>
                  <a:lnTo>
                    <a:pt x="2369180" y="682736"/>
                  </a:lnTo>
                  <a:lnTo>
                    <a:pt x="2418538" y="664232"/>
                  </a:lnTo>
                  <a:lnTo>
                    <a:pt x="2467896" y="645270"/>
                  </a:lnTo>
                  <a:lnTo>
                    <a:pt x="2517254" y="625887"/>
                  </a:lnTo>
                  <a:lnTo>
                    <a:pt x="2566612" y="606119"/>
                  </a:lnTo>
                  <a:lnTo>
                    <a:pt x="2615970" y="585999"/>
                  </a:lnTo>
                  <a:lnTo>
                    <a:pt x="2665328" y="565557"/>
                  </a:lnTo>
                  <a:lnTo>
                    <a:pt x="2714686" y="544821"/>
                  </a:lnTo>
                  <a:lnTo>
                    <a:pt x="2764044" y="523815"/>
                  </a:lnTo>
                  <a:lnTo>
                    <a:pt x="2813401" y="502562"/>
                  </a:lnTo>
                  <a:lnTo>
                    <a:pt x="2862759" y="481084"/>
                  </a:lnTo>
                  <a:lnTo>
                    <a:pt x="2912117" y="459398"/>
                  </a:lnTo>
                  <a:lnTo>
                    <a:pt x="2961475" y="437523"/>
                  </a:lnTo>
                  <a:lnTo>
                    <a:pt x="3010833" y="415474"/>
                  </a:lnTo>
                  <a:lnTo>
                    <a:pt x="3060191" y="393264"/>
                  </a:lnTo>
                  <a:lnTo>
                    <a:pt x="3109549" y="370906"/>
                  </a:lnTo>
                  <a:lnTo>
                    <a:pt x="3158907" y="348412"/>
                  </a:lnTo>
                  <a:lnTo>
                    <a:pt x="3208265" y="325793"/>
                  </a:lnTo>
                  <a:lnTo>
                    <a:pt x="3257623" y="303058"/>
                  </a:lnTo>
                  <a:lnTo>
                    <a:pt x="3306981" y="280215"/>
                  </a:lnTo>
                  <a:lnTo>
                    <a:pt x="3356339" y="257272"/>
                  </a:lnTo>
                  <a:lnTo>
                    <a:pt x="3405697" y="234237"/>
                  </a:lnTo>
                  <a:lnTo>
                    <a:pt x="3455055" y="211116"/>
                  </a:lnTo>
                  <a:lnTo>
                    <a:pt x="3504412" y="187915"/>
                  </a:lnTo>
                  <a:lnTo>
                    <a:pt x="3553770" y="164640"/>
                  </a:lnTo>
                  <a:lnTo>
                    <a:pt x="3603128" y="141295"/>
                  </a:lnTo>
                  <a:lnTo>
                    <a:pt x="3652486" y="117885"/>
                  </a:lnTo>
                  <a:lnTo>
                    <a:pt x="3701844" y="94415"/>
                  </a:lnTo>
                  <a:lnTo>
                    <a:pt x="3751202" y="70888"/>
                  </a:lnTo>
                  <a:lnTo>
                    <a:pt x="3800560" y="47307"/>
                  </a:lnTo>
                  <a:lnTo>
                    <a:pt x="3849918" y="23677"/>
                  </a:lnTo>
                  <a:lnTo>
                    <a:pt x="3899276" y="0"/>
                  </a:lnTo>
                  <a:lnTo>
                    <a:pt x="3899276" y="1382336"/>
                  </a:lnTo>
                  <a:lnTo>
                    <a:pt x="3849918" y="1377979"/>
                  </a:lnTo>
                  <a:lnTo>
                    <a:pt x="3800560" y="1373668"/>
                  </a:lnTo>
                  <a:lnTo>
                    <a:pt x="3751202" y="1369407"/>
                  </a:lnTo>
                  <a:lnTo>
                    <a:pt x="3701844" y="1365200"/>
                  </a:lnTo>
                  <a:lnTo>
                    <a:pt x="3652486" y="1361049"/>
                  </a:lnTo>
                  <a:lnTo>
                    <a:pt x="3603128" y="1356959"/>
                  </a:lnTo>
                  <a:lnTo>
                    <a:pt x="3553770" y="1352934"/>
                  </a:lnTo>
                  <a:lnTo>
                    <a:pt x="3504412" y="1348978"/>
                  </a:lnTo>
                  <a:lnTo>
                    <a:pt x="3455055" y="1345097"/>
                  </a:lnTo>
                  <a:lnTo>
                    <a:pt x="3405697" y="1341296"/>
                  </a:lnTo>
                  <a:lnTo>
                    <a:pt x="3356339" y="1337580"/>
                  </a:lnTo>
                  <a:lnTo>
                    <a:pt x="3306981" y="1333957"/>
                  </a:lnTo>
                  <a:lnTo>
                    <a:pt x="3257623" y="1330434"/>
                  </a:lnTo>
                  <a:lnTo>
                    <a:pt x="3208265" y="1327018"/>
                  </a:lnTo>
                  <a:lnTo>
                    <a:pt x="3158907" y="1323718"/>
                  </a:lnTo>
                  <a:lnTo>
                    <a:pt x="3109549" y="1320544"/>
                  </a:lnTo>
                  <a:lnTo>
                    <a:pt x="3060191" y="1317506"/>
                  </a:lnTo>
                  <a:lnTo>
                    <a:pt x="3010833" y="1314616"/>
                  </a:lnTo>
                  <a:lnTo>
                    <a:pt x="2961475" y="1311886"/>
                  </a:lnTo>
                  <a:lnTo>
                    <a:pt x="2912117" y="1309331"/>
                  </a:lnTo>
                  <a:lnTo>
                    <a:pt x="2862759" y="1306965"/>
                  </a:lnTo>
                  <a:lnTo>
                    <a:pt x="2813401" y="1304806"/>
                  </a:lnTo>
                  <a:lnTo>
                    <a:pt x="2764044" y="1302873"/>
                  </a:lnTo>
                  <a:lnTo>
                    <a:pt x="2714686" y="1301187"/>
                  </a:lnTo>
                  <a:lnTo>
                    <a:pt x="2665328" y="1299770"/>
                  </a:lnTo>
                  <a:lnTo>
                    <a:pt x="2615970" y="1298648"/>
                  </a:lnTo>
                  <a:lnTo>
                    <a:pt x="2566612" y="1297847"/>
                  </a:lnTo>
                  <a:lnTo>
                    <a:pt x="2517254" y="1297399"/>
                  </a:lnTo>
                  <a:lnTo>
                    <a:pt x="2467896" y="1297336"/>
                  </a:lnTo>
                  <a:lnTo>
                    <a:pt x="2418538" y="1297693"/>
                  </a:lnTo>
                  <a:lnTo>
                    <a:pt x="2369180" y="1298509"/>
                  </a:lnTo>
                  <a:lnTo>
                    <a:pt x="2319822" y="1299824"/>
                  </a:lnTo>
                  <a:lnTo>
                    <a:pt x="2270464" y="1301681"/>
                  </a:lnTo>
                  <a:lnTo>
                    <a:pt x="2221106" y="1304124"/>
                  </a:lnTo>
                  <a:lnTo>
                    <a:pt x="2171748" y="1307200"/>
                  </a:lnTo>
                  <a:lnTo>
                    <a:pt x="2122390" y="1310954"/>
                  </a:lnTo>
                  <a:lnTo>
                    <a:pt x="2073033" y="1315431"/>
                  </a:lnTo>
                  <a:lnTo>
                    <a:pt x="2023675" y="1320674"/>
                  </a:lnTo>
                  <a:lnTo>
                    <a:pt x="1974317" y="1326722"/>
                  </a:lnTo>
                  <a:lnTo>
                    <a:pt x="1924959" y="1333610"/>
                  </a:lnTo>
                  <a:lnTo>
                    <a:pt x="1875601" y="1341365"/>
                  </a:lnTo>
                  <a:lnTo>
                    <a:pt x="1826243" y="1350005"/>
                  </a:lnTo>
                  <a:lnTo>
                    <a:pt x="1776885" y="1359543"/>
                  </a:lnTo>
                  <a:lnTo>
                    <a:pt x="1727527" y="1369980"/>
                  </a:lnTo>
                  <a:lnTo>
                    <a:pt x="1678169" y="1381306"/>
                  </a:lnTo>
                  <a:lnTo>
                    <a:pt x="1628811" y="1393506"/>
                  </a:lnTo>
                  <a:lnTo>
                    <a:pt x="1579453" y="1406553"/>
                  </a:lnTo>
                  <a:lnTo>
                    <a:pt x="1530095" y="1420415"/>
                  </a:lnTo>
                  <a:lnTo>
                    <a:pt x="1480737" y="1435054"/>
                  </a:lnTo>
                  <a:lnTo>
                    <a:pt x="1431379" y="1450428"/>
                  </a:lnTo>
                  <a:lnTo>
                    <a:pt x="1382022" y="1466493"/>
                  </a:lnTo>
                  <a:lnTo>
                    <a:pt x="1332664" y="1483203"/>
                  </a:lnTo>
                  <a:lnTo>
                    <a:pt x="1283306" y="1500511"/>
                  </a:lnTo>
                  <a:lnTo>
                    <a:pt x="1233948" y="1518373"/>
                  </a:lnTo>
                  <a:lnTo>
                    <a:pt x="1184590" y="1536746"/>
                  </a:lnTo>
                  <a:lnTo>
                    <a:pt x="1135232" y="1555588"/>
                  </a:lnTo>
                  <a:lnTo>
                    <a:pt x="1085874" y="1574860"/>
                  </a:lnTo>
                  <a:lnTo>
                    <a:pt x="1036516" y="1594527"/>
                  </a:lnTo>
                  <a:lnTo>
                    <a:pt x="987158" y="1614555"/>
                  </a:lnTo>
                  <a:lnTo>
                    <a:pt x="937800" y="1634912"/>
                  </a:lnTo>
                  <a:lnTo>
                    <a:pt x="888442" y="1655572"/>
                  </a:lnTo>
                  <a:lnTo>
                    <a:pt x="839084" y="1676507"/>
                  </a:lnTo>
                  <a:lnTo>
                    <a:pt x="789726" y="1697695"/>
                  </a:lnTo>
                  <a:lnTo>
                    <a:pt x="740368" y="1719114"/>
                  </a:lnTo>
                  <a:lnTo>
                    <a:pt x="691011" y="1740745"/>
                  </a:lnTo>
                  <a:lnTo>
                    <a:pt x="641653" y="1762570"/>
                  </a:lnTo>
                  <a:lnTo>
                    <a:pt x="592295" y="1784574"/>
                  </a:lnTo>
                  <a:lnTo>
                    <a:pt x="542937" y="1806742"/>
                  </a:lnTo>
                  <a:lnTo>
                    <a:pt x="493579" y="1829061"/>
                  </a:lnTo>
                  <a:lnTo>
                    <a:pt x="444221" y="1851519"/>
                  </a:lnTo>
                  <a:lnTo>
                    <a:pt x="394863" y="1874105"/>
                  </a:lnTo>
                  <a:lnTo>
                    <a:pt x="345505" y="1896810"/>
                  </a:lnTo>
                  <a:lnTo>
                    <a:pt x="296147" y="1919624"/>
                  </a:lnTo>
                  <a:lnTo>
                    <a:pt x="246789" y="1942541"/>
                  </a:lnTo>
                  <a:lnTo>
                    <a:pt x="197431" y="1965551"/>
                  </a:lnTo>
                  <a:lnTo>
                    <a:pt x="148073" y="1988650"/>
                  </a:lnTo>
                  <a:lnTo>
                    <a:pt x="98715" y="2011830"/>
                  </a:lnTo>
                  <a:lnTo>
                    <a:pt x="49357" y="2035085"/>
                  </a:lnTo>
                  <a:lnTo>
                    <a:pt x="0" y="205841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623483" y="1978891"/>
              <a:ext cx="3899276" cy="908696"/>
            </a:xfrm>
            <a:custGeom>
              <a:avLst/>
              <a:pathLst>
                <a:path w="3899276" h="908696">
                  <a:moveTo>
                    <a:pt x="0" y="850176"/>
                  </a:moveTo>
                  <a:lnTo>
                    <a:pt x="49357" y="854183"/>
                  </a:lnTo>
                  <a:lnTo>
                    <a:pt x="98715" y="858119"/>
                  </a:lnTo>
                  <a:lnTo>
                    <a:pt x="148073" y="861979"/>
                  </a:lnTo>
                  <a:lnTo>
                    <a:pt x="197431" y="865758"/>
                  </a:lnTo>
                  <a:lnTo>
                    <a:pt x="246789" y="869449"/>
                  </a:lnTo>
                  <a:lnTo>
                    <a:pt x="296147" y="873046"/>
                  </a:lnTo>
                  <a:lnTo>
                    <a:pt x="345505" y="876541"/>
                  </a:lnTo>
                  <a:lnTo>
                    <a:pt x="394863" y="879926"/>
                  </a:lnTo>
                  <a:lnTo>
                    <a:pt x="444221" y="883193"/>
                  </a:lnTo>
                  <a:lnTo>
                    <a:pt x="493579" y="886331"/>
                  </a:lnTo>
                  <a:lnTo>
                    <a:pt x="542937" y="889330"/>
                  </a:lnTo>
                  <a:lnTo>
                    <a:pt x="592295" y="892178"/>
                  </a:lnTo>
                  <a:lnTo>
                    <a:pt x="641653" y="894862"/>
                  </a:lnTo>
                  <a:lnTo>
                    <a:pt x="691011" y="897368"/>
                  </a:lnTo>
                  <a:lnTo>
                    <a:pt x="740368" y="899679"/>
                  </a:lnTo>
                  <a:lnTo>
                    <a:pt x="789726" y="901779"/>
                  </a:lnTo>
                  <a:lnTo>
                    <a:pt x="839084" y="903647"/>
                  </a:lnTo>
                  <a:lnTo>
                    <a:pt x="888442" y="905263"/>
                  </a:lnTo>
                  <a:lnTo>
                    <a:pt x="937800" y="906602"/>
                  </a:lnTo>
                  <a:lnTo>
                    <a:pt x="987158" y="907640"/>
                  </a:lnTo>
                  <a:lnTo>
                    <a:pt x="1036516" y="908348"/>
                  </a:lnTo>
                  <a:lnTo>
                    <a:pt x="1085874" y="908696"/>
                  </a:lnTo>
                  <a:lnTo>
                    <a:pt x="1135232" y="908648"/>
                  </a:lnTo>
                  <a:lnTo>
                    <a:pt x="1184590" y="908171"/>
                  </a:lnTo>
                  <a:lnTo>
                    <a:pt x="1233948" y="907224"/>
                  </a:lnTo>
                  <a:lnTo>
                    <a:pt x="1283306" y="905766"/>
                  </a:lnTo>
                  <a:lnTo>
                    <a:pt x="1332664" y="903755"/>
                  </a:lnTo>
                  <a:lnTo>
                    <a:pt x="1382022" y="901145"/>
                  </a:lnTo>
                  <a:lnTo>
                    <a:pt x="1431379" y="897890"/>
                  </a:lnTo>
                  <a:lnTo>
                    <a:pt x="1480737" y="893945"/>
                  </a:lnTo>
                  <a:lnTo>
                    <a:pt x="1530095" y="889264"/>
                  </a:lnTo>
                  <a:lnTo>
                    <a:pt x="1579453" y="883807"/>
                  </a:lnTo>
                  <a:lnTo>
                    <a:pt x="1628811" y="877534"/>
                  </a:lnTo>
                  <a:lnTo>
                    <a:pt x="1678169" y="870414"/>
                  </a:lnTo>
                  <a:lnTo>
                    <a:pt x="1727527" y="862421"/>
                  </a:lnTo>
                  <a:lnTo>
                    <a:pt x="1776885" y="853537"/>
                  </a:lnTo>
                  <a:lnTo>
                    <a:pt x="1826243" y="843756"/>
                  </a:lnTo>
                  <a:lnTo>
                    <a:pt x="1875601" y="833077"/>
                  </a:lnTo>
                  <a:lnTo>
                    <a:pt x="1924959" y="821512"/>
                  </a:lnTo>
                  <a:lnTo>
                    <a:pt x="1974317" y="809080"/>
                  </a:lnTo>
                  <a:lnTo>
                    <a:pt x="2023675" y="795809"/>
                  </a:lnTo>
                  <a:lnTo>
                    <a:pt x="2073033" y="781732"/>
                  </a:lnTo>
                  <a:lnTo>
                    <a:pt x="2122390" y="766889"/>
                  </a:lnTo>
                  <a:lnTo>
                    <a:pt x="2171748" y="751324"/>
                  </a:lnTo>
                  <a:lnTo>
                    <a:pt x="2221106" y="735080"/>
                  </a:lnTo>
                  <a:lnTo>
                    <a:pt x="2270464" y="718203"/>
                  </a:lnTo>
                  <a:lnTo>
                    <a:pt x="2319822" y="700741"/>
                  </a:lnTo>
                  <a:lnTo>
                    <a:pt x="2369180" y="682736"/>
                  </a:lnTo>
                  <a:lnTo>
                    <a:pt x="2418538" y="664232"/>
                  </a:lnTo>
                  <a:lnTo>
                    <a:pt x="2467896" y="645270"/>
                  </a:lnTo>
                  <a:lnTo>
                    <a:pt x="2517254" y="625887"/>
                  </a:lnTo>
                  <a:lnTo>
                    <a:pt x="2566612" y="606119"/>
                  </a:lnTo>
                  <a:lnTo>
                    <a:pt x="2615970" y="585999"/>
                  </a:lnTo>
                  <a:lnTo>
                    <a:pt x="2665328" y="565557"/>
                  </a:lnTo>
                  <a:lnTo>
                    <a:pt x="2714686" y="544821"/>
                  </a:lnTo>
                  <a:lnTo>
                    <a:pt x="2764044" y="523815"/>
                  </a:lnTo>
                  <a:lnTo>
                    <a:pt x="2813401" y="502562"/>
                  </a:lnTo>
                  <a:lnTo>
                    <a:pt x="2862759" y="481084"/>
                  </a:lnTo>
                  <a:lnTo>
                    <a:pt x="2912117" y="459398"/>
                  </a:lnTo>
                  <a:lnTo>
                    <a:pt x="2961475" y="437523"/>
                  </a:lnTo>
                  <a:lnTo>
                    <a:pt x="3010833" y="415474"/>
                  </a:lnTo>
                  <a:lnTo>
                    <a:pt x="3060191" y="393264"/>
                  </a:lnTo>
                  <a:lnTo>
                    <a:pt x="3109549" y="370906"/>
                  </a:lnTo>
                  <a:lnTo>
                    <a:pt x="3158907" y="348412"/>
                  </a:lnTo>
                  <a:lnTo>
                    <a:pt x="3208265" y="325793"/>
                  </a:lnTo>
                  <a:lnTo>
                    <a:pt x="3257623" y="303058"/>
                  </a:lnTo>
                  <a:lnTo>
                    <a:pt x="3306981" y="280215"/>
                  </a:lnTo>
                  <a:lnTo>
                    <a:pt x="3356339" y="257272"/>
                  </a:lnTo>
                  <a:lnTo>
                    <a:pt x="3405697" y="234237"/>
                  </a:lnTo>
                  <a:lnTo>
                    <a:pt x="3455055" y="211116"/>
                  </a:lnTo>
                  <a:lnTo>
                    <a:pt x="3504412" y="187915"/>
                  </a:lnTo>
                  <a:lnTo>
                    <a:pt x="3553770" y="164640"/>
                  </a:lnTo>
                  <a:lnTo>
                    <a:pt x="3603128" y="141295"/>
                  </a:lnTo>
                  <a:lnTo>
                    <a:pt x="3652486" y="117885"/>
                  </a:lnTo>
                  <a:lnTo>
                    <a:pt x="3701844" y="94415"/>
                  </a:lnTo>
                  <a:lnTo>
                    <a:pt x="3751202" y="70888"/>
                  </a:lnTo>
                  <a:lnTo>
                    <a:pt x="3800560" y="47307"/>
                  </a:lnTo>
                  <a:lnTo>
                    <a:pt x="3849918" y="23677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623483" y="3276228"/>
              <a:ext cx="3899276" cy="761075"/>
            </a:xfrm>
            <a:custGeom>
              <a:avLst/>
              <a:pathLst>
                <a:path w="3899276" h="761075">
                  <a:moveTo>
                    <a:pt x="3899276" y="85000"/>
                  </a:moveTo>
                  <a:lnTo>
                    <a:pt x="3849918" y="80642"/>
                  </a:lnTo>
                  <a:lnTo>
                    <a:pt x="3800560" y="76331"/>
                  </a:lnTo>
                  <a:lnTo>
                    <a:pt x="3751202" y="72071"/>
                  </a:lnTo>
                  <a:lnTo>
                    <a:pt x="3701844" y="67863"/>
                  </a:lnTo>
                  <a:lnTo>
                    <a:pt x="3652486" y="63712"/>
                  </a:lnTo>
                  <a:lnTo>
                    <a:pt x="3603128" y="59622"/>
                  </a:lnTo>
                  <a:lnTo>
                    <a:pt x="3553770" y="55597"/>
                  </a:lnTo>
                  <a:lnTo>
                    <a:pt x="3504412" y="51641"/>
                  </a:lnTo>
                  <a:lnTo>
                    <a:pt x="3455055" y="47760"/>
                  </a:lnTo>
                  <a:lnTo>
                    <a:pt x="3405697" y="43959"/>
                  </a:lnTo>
                  <a:lnTo>
                    <a:pt x="3356339" y="40243"/>
                  </a:lnTo>
                  <a:lnTo>
                    <a:pt x="3306981" y="36620"/>
                  </a:lnTo>
                  <a:lnTo>
                    <a:pt x="3257623" y="33097"/>
                  </a:lnTo>
                  <a:lnTo>
                    <a:pt x="3208265" y="29681"/>
                  </a:lnTo>
                  <a:lnTo>
                    <a:pt x="3158907" y="26382"/>
                  </a:lnTo>
                  <a:lnTo>
                    <a:pt x="3109549" y="23208"/>
                  </a:lnTo>
                  <a:lnTo>
                    <a:pt x="3060191" y="20170"/>
                  </a:lnTo>
                  <a:lnTo>
                    <a:pt x="3010833" y="17279"/>
                  </a:lnTo>
                  <a:lnTo>
                    <a:pt x="2961475" y="14549"/>
                  </a:lnTo>
                  <a:lnTo>
                    <a:pt x="2912117" y="11994"/>
                  </a:lnTo>
                  <a:lnTo>
                    <a:pt x="2862759" y="9628"/>
                  </a:lnTo>
                  <a:lnTo>
                    <a:pt x="2813401" y="7470"/>
                  </a:lnTo>
                  <a:lnTo>
                    <a:pt x="2764044" y="5537"/>
                  </a:lnTo>
                  <a:lnTo>
                    <a:pt x="2714686" y="3850"/>
                  </a:lnTo>
                  <a:lnTo>
                    <a:pt x="2665328" y="2433"/>
                  </a:lnTo>
                  <a:lnTo>
                    <a:pt x="2615970" y="1311"/>
                  </a:lnTo>
                  <a:lnTo>
                    <a:pt x="2566612" y="511"/>
                  </a:lnTo>
                  <a:lnTo>
                    <a:pt x="2517254" y="63"/>
                  </a:lnTo>
                  <a:lnTo>
                    <a:pt x="2467896" y="0"/>
                  </a:lnTo>
                  <a:lnTo>
                    <a:pt x="2418538" y="357"/>
                  </a:lnTo>
                  <a:lnTo>
                    <a:pt x="2369180" y="1173"/>
                  </a:lnTo>
                  <a:lnTo>
                    <a:pt x="2319822" y="2487"/>
                  </a:lnTo>
                  <a:lnTo>
                    <a:pt x="2270464" y="4344"/>
                  </a:lnTo>
                  <a:lnTo>
                    <a:pt x="2221106" y="6788"/>
                  </a:lnTo>
                  <a:lnTo>
                    <a:pt x="2171748" y="9863"/>
                  </a:lnTo>
                  <a:lnTo>
                    <a:pt x="2122390" y="13617"/>
                  </a:lnTo>
                  <a:lnTo>
                    <a:pt x="2073033" y="18094"/>
                  </a:lnTo>
                  <a:lnTo>
                    <a:pt x="2023675" y="23337"/>
                  </a:lnTo>
                  <a:lnTo>
                    <a:pt x="1974317" y="29386"/>
                  </a:lnTo>
                  <a:lnTo>
                    <a:pt x="1924959" y="36273"/>
                  </a:lnTo>
                  <a:lnTo>
                    <a:pt x="1875601" y="44028"/>
                  </a:lnTo>
                  <a:lnTo>
                    <a:pt x="1826243" y="52669"/>
                  </a:lnTo>
                  <a:lnTo>
                    <a:pt x="1776885" y="62207"/>
                  </a:lnTo>
                  <a:lnTo>
                    <a:pt x="1727527" y="72643"/>
                  </a:lnTo>
                  <a:lnTo>
                    <a:pt x="1678169" y="83970"/>
                  </a:lnTo>
                  <a:lnTo>
                    <a:pt x="1628811" y="96169"/>
                  </a:lnTo>
                  <a:lnTo>
                    <a:pt x="1579453" y="109216"/>
                  </a:lnTo>
                  <a:lnTo>
                    <a:pt x="1530095" y="123078"/>
                  </a:lnTo>
                  <a:lnTo>
                    <a:pt x="1480737" y="137717"/>
                  </a:lnTo>
                  <a:lnTo>
                    <a:pt x="1431379" y="153092"/>
                  </a:lnTo>
                  <a:lnTo>
                    <a:pt x="1382022" y="169156"/>
                  </a:lnTo>
                  <a:lnTo>
                    <a:pt x="1332664" y="185866"/>
                  </a:lnTo>
                  <a:lnTo>
                    <a:pt x="1283306" y="203174"/>
                  </a:lnTo>
                  <a:lnTo>
                    <a:pt x="1233948" y="221036"/>
                  </a:lnTo>
                  <a:lnTo>
                    <a:pt x="1184590" y="239409"/>
                  </a:lnTo>
                  <a:lnTo>
                    <a:pt x="1135232" y="258251"/>
                  </a:lnTo>
                  <a:lnTo>
                    <a:pt x="1085874" y="277524"/>
                  </a:lnTo>
                  <a:lnTo>
                    <a:pt x="1036516" y="297191"/>
                  </a:lnTo>
                  <a:lnTo>
                    <a:pt x="987158" y="317218"/>
                  </a:lnTo>
                  <a:lnTo>
                    <a:pt x="937800" y="337576"/>
                  </a:lnTo>
                  <a:lnTo>
                    <a:pt x="888442" y="358235"/>
                  </a:lnTo>
                  <a:lnTo>
                    <a:pt x="839084" y="379170"/>
                  </a:lnTo>
                  <a:lnTo>
                    <a:pt x="789726" y="400358"/>
                  </a:lnTo>
                  <a:lnTo>
                    <a:pt x="740368" y="421777"/>
                  </a:lnTo>
                  <a:lnTo>
                    <a:pt x="691011" y="443408"/>
                  </a:lnTo>
                  <a:lnTo>
                    <a:pt x="641653" y="465234"/>
                  </a:lnTo>
                  <a:lnTo>
                    <a:pt x="592295" y="487237"/>
                  </a:lnTo>
                  <a:lnTo>
                    <a:pt x="542937" y="509405"/>
                  </a:lnTo>
                  <a:lnTo>
                    <a:pt x="493579" y="531724"/>
                  </a:lnTo>
                  <a:lnTo>
                    <a:pt x="444221" y="554182"/>
                  </a:lnTo>
                  <a:lnTo>
                    <a:pt x="394863" y="576768"/>
                  </a:lnTo>
                  <a:lnTo>
                    <a:pt x="345505" y="599473"/>
                  </a:lnTo>
                  <a:lnTo>
                    <a:pt x="296147" y="622288"/>
                  </a:lnTo>
                  <a:lnTo>
                    <a:pt x="246789" y="645204"/>
                  </a:lnTo>
                  <a:lnTo>
                    <a:pt x="197431" y="668215"/>
                  </a:lnTo>
                  <a:lnTo>
                    <a:pt x="148073" y="691313"/>
                  </a:lnTo>
                  <a:lnTo>
                    <a:pt x="98715" y="714493"/>
                  </a:lnTo>
                  <a:lnTo>
                    <a:pt x="49357" y="737749"/>
                  </a:lnTo>
                  <a:lnTo>
                    <a:pt x="0" y="7610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1623483" y="2670060"/>
              <a:ext cx="3899276" cy="763126"/>
            </a:xfrm>
            <a:custGeom>
              <a:avLst/>
              <a:pathLst>
                <a:path w="3899276" h="763126">
                  <a:moveTo>
                    <a:pt x="0" y="763126"/>
                  </a:moveTo>
                  <a:lnTo>
                    <a:pt x="49357" y="753466"/>
                  </a:lnTo>
                  <a:lnTo>
                    <a:pt x="98715" y="743806"/>
                  </a:lnTo>
                  <a:lnTo>
                    <a:pt x="148073" y="734146"/>
                  </a:lnTo>
                  <a:lnTo>
                    <a:pt x="197431" y="724486"/>
                  </a:lnTo>
                  <a:lnTo>
                    <a:pt x="246789" y="714826"/>
                  </a:lnTo>
                  <a:lnTo>
                    <a:pt x="296147" y="705167"/>
                  </a:lnTo>
                  <a:lnTo>
                    <a:pt x="345505" y="695507"/>
                  </a:lnTo>
                  <a:lnTo>
                    <a:pt x="394863" y="685847"/>
                  </a:lnTo>
                  <a:lnTo>
                    <a:pt x="444221" y="676187"/>
                  </a:lnTo>
                  <a:lnTo>
                    <a:pt x="493579" y="666527"/>
                  </a:lnTo>
                  <a:lnTo>
                    <a:pt x="542937" y="656868"/>
                  </a:lnTo>
                  <a:lnTo>
                    <a:pt x="592295" y="647208"/>
                  </a:lnTo>
                  <a:lnTo>
                    <a:pt x="641653" y="637548"/>
                  </a:lnTo>
                  <a:lnTo>
                    <a:pt x="691011" y="627888"/>
                  </a:lnTo>
                  <a:lnTo>
                    <a:pt x="740368" y="618228"/>
                  </a:lnTo>
                  <a:lnTo>
                    <a:pt x="789726" y="608568"/>
                  </a:lnTo>
                  <a:lnTo>
                    <a:pt x="839084" y="598909"/>
                  </a:lnTo>
                  <a:lnTo>
                    <a:pt x="888442" y="589249"/>
                  </a:lnTo>
                  <a:lnTo>
                    <a:pt x="937800" y="579589"/>
                  </a:lnTo>
                  <a:lnTo>
                    <a:pt x="987158" y="569929"/>
                  </a:lnTo>
                  <a:lnTo>
                    <a:pt x="1036516" y="560269"/>
                  </a:lnTo>
                  <a:lnTo>
                    <a:pt x="1085874" y="550609"/>
                  </a:lnTo>
                  <a:lnTo>
                    <a:pt x="1135232" y="540950"/>
                  </a:lnTo>
                  <a:lnTo>
                    <a:pt x="1184590" y="531290"/>
                  </a:lnTo>
                  <a:lnTo>
                    <a:pt x="1233948" y="521630"/>
                  </a:lnTo>
                  <a:lnTo>
                    <a:pt x="1283306" y="511970"/>
                  </a:lnTo>
                  <a:lnTo>
                    <a:pt x="1332664" y="502310"/>
                  </a:lnTo>
                  <a:lnTo>
                    <a:pt x="1382022" y="492651"/>
                  </a:lnTo>
                  <a:lnTo>
                    <a:pt x="1431379" y="482991"/>
                  </a:lnTo>
                  <a:lnTo>
                    <a:pt x="1480737" y="473331"/>
                  </a:lnTo>
                  <a:lnTo>
                    <a:pt x="1530095" y="463671"/>
                  </a:lnTo>
                  <a:lnTo>
                    <a:pt x="1579453" y="454011"/>
                  </a:lnTo>
                  <a:lnTo>
                    <a:pt x="1628811" y="444351"/>
                  </a:lnTo>
                  <a:lnTo>
                    <a:pt x="1678169" y="434692"/>
                  </a:lnTo>
                  <a:lnTo>
                    <a:pt x="1727527" y="425032"/>
                  </a:lnTo>
                  <a:lnTo>
                    <a:pt x="1776885" y="415372"/>
                  </a:lnTo>
                  <a:lnTo>
                    <a:pt x="1826243" y="405712"/>
                  </a:lnTo>
                  <a:lnTo>
                    <a:pt x="1875601" y="396052"/>
                  </a:lnTo>
                  <a:lnTo>
                    <a:pt x="1924959" y="386392"/>
                  </a:lnTo>
                  <a:lnTo>
                    <a:pt x="1974317" y="376733"/>
                  </a:lnTo>
                  <a:lnTo>
                    <a:pt x="2023675" y="367073"/>
                  </a:lnTo>
                  <a:lnTo>
                    <a:pt x="2073033" y="357413"/>
                  </a:lnTo>
                  <a:lnTo>
                    <a:pt x="2122390" y="347753"/>
                  </a:lnTo>
                  <a:lnTo>
                    <a:pt x="2171748" y="338093"/>
                  </a:lnTo>
                  <a:lnTo>
                    <a:pt x="2221106" y="328434"/>
                  </a:lnTo>
                  <a:lnTo>
                    <a:pt x="2270464" y="318774"/>
                  </a:lnTo>
                  <a:lnTo>
                    <a:pt x="2319822" y="309114"/>
                  </a:lnTo>
                  <a:lnTo>
                    <a:pt x="2369180" y="299454"/>
                  </a:lnTo>
                  <a:lnTo>
                    <a:pt x="2418538" y="289794"/>
                  </a:lnTo>
                  <a:lnTo>
                    <a:pt x="2467896" y="280134"/>
                  </a:lnTo>
                  <a:lnTo>
                    <a:pt x="2517254" y="270475"/>
                  </a:lnTo>
                  <a:lnTo>
                    <a:pt x="2566612" y="260815"/>
                  </a:lnTo>
                  <a:lnTo>
                    <a:pt x="2615970" y="251155"/>
                  </a:lnTo>
                  <a:lnTo>
                    <a:pt x="2665328" y="241495"/>
                  </a:lnTo>
                  <a:lnTo>
                    <a:pt x="2714686" y="231835"/>
                  </a:lnTo>
                  <a:lnTo>
                    <a:pt x="2764044" y="222175"/>
                  </a:lnTo>
                  <a:lnTo>
                    <a:pt x="2813401" y="212516"/>
                  </a:lnTo>
                  <a:lnTo>
                    <a:pt x="2862759" y="202856"/>
                  </a:lnTo>
                  <a:lnTo>
                    <a:pt x="2912117" y="193196"/>
                  </a:lnTo>
                  <a:lnTo>
                    <a:pt x="2961475" y="183536"/>
                  </a:lnTo>
                  <a:lnTo>
                    <a:pt x="3010833" y="173876"/>
                  </a:lnTo>
                  <a:lnTo>
                    <a:pt x="3060191" y="164217"/>
                  </a:lnTo>
                  <a:lnTo>
                    <a:pt x="3109549" y="154557"/>
                  </a:lnTo>
                  <a:lnTo>
                    <a:pt x="3158907" y="144897"/>
                  </a:lnTo>
                  <a:lnTo>
                    <a:pt x="3208265" y="135237"/>
                  </a:lnTo>
                  <a:lnTo>
                    <a:pt x="3257623" y="125577"/>
                  </a:lnTo>
                  <a:lnTo>
                    <a:pt x="3306981" y="115917"/>
                  </a:lnTo>
                  <a:lnTo>
                    <a:pt x="3356339" y="106258"/>
                  </a:lnTo>
                  <a:lnTo>
                    <a:pt x="3405697" y="96598"/>
                  </a:lnTo>
                  <a:lnTo>
                    <a:pt x="3455055" y="86938"/>
                  </a:lnTo>
                  <a:lnTo>
                    <a:pt x="3504412" y="77278"/>
                  </a:lnTo>
                  <a:lnTo>
                    <a:pt x="3553770" y="67618"/>
                  </a:lnTo>
                  <a:lnTo>
                    <a:pt x="3603128" y="57958"/>
                  </a:lnTo>
                  <a:lnTo>
                    <a:pt x="3652486" y="48299"/>
                  </a:lnTo>
                  <a:lnTo>
                    <a:pt x="3701844" y="38639"/>
                  </a:lnTo>
                  <a:lnTo>
                    <a:pt x="3751202" y="28979"/>
                  </a:lnTo>
                  <a:lnTo>
                    <a:pt x="3800560" y="19319"/>
                  </a:lnTo>
                  <a:lnTo>
                    <a:pt x="3849918" y="9659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tx120"/>
            <p:cNvSpPr/>
            <p:nvPr/>
          </p:nvSpPr>
          <p:spPr>
            <a:xfrm>
              <a:off x="1148262" y="392493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148262" y="326956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148262" y="261418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148262" y="195881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480304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2750619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052024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353429" y="423462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2835292" y="4372931"/>
              <a:ext cx="147565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130" name="tx130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132" name="pt132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tx134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137" name="pt137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145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1428519" y="983989"/>
              <a:ext cx="315632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Environmental Distance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50105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13980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77854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428519" y="4037304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3363839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2690374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016909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1343444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18168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882042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45917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09791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1573048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636223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699361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762692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825913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888939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952207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015379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078648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141640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204918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268083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331224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394577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457852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520814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584108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647385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710533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773608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836993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900173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963251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026536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089556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152771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216080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279197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342538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405689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468934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32063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595264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658311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21662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784729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848042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911206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974442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037541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100687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163904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227121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290223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353513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416644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479954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543218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06326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669628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732777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795939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859215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922268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985378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048661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11848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5175169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5238149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5301489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364710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155730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162046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168380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174682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181005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1873349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193651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199970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206299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212605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218931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225247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231564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237875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244214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250531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256852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263177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269486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275793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282117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288432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294771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301093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307406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313725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320041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326352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332684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338999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345305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351647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357944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364286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370595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376914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383227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389563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395861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402198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408498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414832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421152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427477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433780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440109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446433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452755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459062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465382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4717150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478032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484351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4906675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496983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503307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509619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515941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522253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528570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534909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1618200" y="1450968"/>
              <a:ext cx="3791662" cy="2565164"/>
            </a:xfrm>
            <a:custGeom>
              <a:avLst/>
              <a:pathLst>
                <a:path w="3791662" h="2565164">
                  <a:moveTo>
                    <a:pt x="0" y="0"/>
                  </a:moveTo>
                  <a:lnTo>
                    <a:pt x="47995" y="10075"/>
                  </a:lnTo>
                  <a:lnTo>
                    <a:pt x="95991" y="21021"/>
                  </a:lnTo>
                  <a:lnTo>
                    <a:pt x="143987" y="32899"/>
                  </a:lnTo>
                  <a:lnTo>
                    <a:pt x="191982" y="45771"/>
                  </a:lnTo>
                  <a:lnTo>
                    <a:pt x="239978" y="59702"/>
                  </a:lnTo>
                  <a:lnTo>
                    <a:pt x="287974" y="74759"/>
                  </a:lnTo>
                  <a:lnTo>
                    <a:pt x="335970" y="91006"/>
                  </a:lnTo>
                  <a:lnTo>
                    <a:pt x="383965" y="108508"/>
                  </a:lnTo>
                  <a:lnTo>
                    <a:pt x="431961" y="127328"/>
                  </a:lnTo>
                  <a:lnTo>
                    <a:pt x="479957" y="147527"/>
                  </a:lnTo>
                  <a:lnTo>
                    <a:pt x="527952" y="169160"/>
                  </a:lnTo>
                  <a:lnTo>
                    <a:pt x="575948" y="192277"/>
                  </a:lnTo>
                  <a:lnTo>
                    <a:pt x="623944" y="216923"/>
                  </a:lnTo>
                  <a:lnTo>
                    <a:pt x="671940" y="243131"/>
                  </a:lnTo>
                  <a:lnTo>
                    <a:pt x="719935" y="270924"/>
                  </a:lnTo>
                  <a:lnTo>
                    <a:pt x="767931" y="300315"/>
                  </a:lnTo>
                  <a:lnTo>
                    <a:pt x="815927" y="331301"/>
                  </a:lnTo>
                  <a:lnTo>
                    <a:pt x="863923" y="363862"/>
                  </a:lnTo>
                  <a:lnTo>
                    <a:pt x="911918" y="397964"/>
                  </a:lnTo>
                  <a:lnTo>
                    <a:pt x="959914" y="433552"/>
                  </a:lnTo>
                  <a:lnTo>
                    <a:pt x="1007910" y="470552"/>
                  </a:lnTo>
                  <a:lnTo>
                    <a:pt x="1055905" y="508872"/>
                  </a:lnTo>
                  <a:lnTo>
                    <a:pt x="1103901" y="548400"/>
                  </a:lnTo>
                  <a:lnTo>
                    <a:pt x="1151897" y="589005"/>
                  </a:lnTo>
                  <a:lnTo>
                    <a:pt x="1199893" y="630539"/>
                  </a:lnTo>
                  <a:lnTo>
                    <a:pt x="1247888" y="672842"/>
                  </a:lnTo>
                  <a:lnTo>
                    <a:pt x="1295884" y="715740"/>
                  </a:lnTo>
                  <a:lnTo>
                    <a:pt x="1343880" y="759052"/>
                  </a:lnTo>
                  <a:lnTo>
                    <a:pt x="1391876" y="802594"/>
                  </a:lnTo>
                  <a:lnTo>
                    <a:pt x="1439871" y="846184"/>
                  </a:lnTo>
                  <a:lnTo>
                    <a:pt x="1487867" y="889643"/>
                  </a:lnTo>
                  <a:lnTo>
                    <a:pt x="1535863" y="932802"/>
                  </a:lnTo>
                  <a:lnTo>
                    <a:pt x="1583858" y="975509"/>
                  </a:lnTo>
                  <a:lnTo>
                    <a:pt x="1631854" y="1017624"/>
                  </a:lnTo>
                  <a:lnTo>
                    <a:pt x="1679850" y="1059029"/>
                  </a:lnTo>
                  <a:lnTo>
                    <a:pt x="1727846" y="1099625"/>
                  </a:lnTo>
                  <a:lnTo>
                    <a:pt x="1775841" y="1139334"/>
                  </a:lnTo>
                  <a:lnTo>
                    <a:pt x="1823837" y="1178098"/>
                  </a:lnTo>
                  <a:lnTo>
                    <a:pt x="1871833" y="1215876"/>
                  </a:lnTo>
                  <a:lnTo>
                    <a:pt x="1919828" y="1252646"/>
                  </a:lnTo>
                  <a:lnTo>
                    <a:pt x="1967824" y="1288400"/>
                  </a:lnTo>
                  <a:lnTo>
                    <a:pt x="2015820" y="1323140"/>
                  </a:lnTo>
                  <a:lnTo>
                    <a:pt x="2063816" y="1356881"/>
                  </a:lnTo>
                  <a:lnTo>
                    <a:pt x="2111811" y="1389643"/>
                  </a:lnTo>
                  <a:lnTo>
                    <a:pt x="2159807" y="1421452"/>
                  </a:lnTo>
                  <a:lnTo>
                    <a:pt x="2207803" y="1452340"/>
                  </a:lnTo>
                  <a:lnTo>
                    <a:pt x="2255799" y="1482339"/>
                  </a:lnTo>
                  <a:lnTo>
                    <a:pt x="2303794" y="1511481"/>
                  </a:lnTo>
                  <a:lnTo>
                    <a:pt x="2351790" y="1539801"/>
                  </a:lnTo>
                  <a:lnTo>
                    <a:pt x="2399786" y="1567333"/>
                  </a:lnTo>
                  <a:lnTo>
                    <a:pt x="2447781" y="1594108"/>
                  </a:lnTo>
                  <a:lnTo>
                    <a:pt x="2495777" y="1620157"/>
                  </a:lnTo>
                  <a:lnTo>
                    <a:pt x="2543773" y="1645510"/>
                  </a:lnTo>
                  <a:lnTo>
                    <a:pt x="2591769" y="1670194"/>
                  </a:lnTo>
                  <a:lnTo>
                    <a:pt x="2639764" y="1694235"/>
                  </a:lnTo>
                  <a:lnTo>
                    <a:pt x="2687760" y="1717658"/>
                  </a:lnTo>
                  <a:lnTo>
                    <a:pt x="2735756" y="1740485"/>
                  </a:lnTo>
                  <a:lnTo>
                    <a:pt x="2783752" y="1762736"/>
                  </a:lnTo>
                  <a:lnTo>
                    <a:pt x="2831747" y="1784433"/>
                  </a:lnTo>
                  <a:lnTo>
                    <a:pt x="2879743" y="1805592"/>
                  </a:lnTo>
                  <a:lnTo>
                    <a:pt x="2927739" y="1826230"/>
                  </a:lnTo>
                  <a:lnTo>
                    <a:pt x="2975734" y="1846364"/>
                  </a:lnTo>
                  <a:lnTo>
                    <a:pt x="3023730" y="1866007"/>
                  </a:lnTo>
                  <a:lnTo>
                    <a:pt x="3071726" y="1885174"/>
                  </a:lnTo>
                  <a:lnTo>
                    <a:pt x="3119722" y="1903877"/>
                  </a:lnTo>
                  <a:lnTo>
                    <a:pt x="3167717" y="1922129"/>
                  </a:lnTo>
                  <a:lnTo>
                    <a:pt x="3215713" y="1939941"/>
                  </a:lnTo>
                  <a:lnTo>
                    <a:pt x="3263709" y="1957323"/>
                  </a:lnTo>
                  <a:lnTo>
                    <a:pt x="3311704" y="1974286"/>
                  </a:lnTo>
                  <a:lnTo>
                    <a:pt x="3359700" y="1990839"/>
                  </a:lnTo>
                  <a:lnTo>
                    <a:pt x="3407696" y="2006993"/>
                  </a:lnTo>
                  <a:lnTo>
                    <a:pt x="3455692" y="2022754"/>
                  </a:lnTo>
                  <a:lnTo>
                    <a:pt x="3503687" y="2038133"/>
                  </a:lnTo>
                  <a:lnTo>
                    <a:pt x="3551683" y="2053138"/>
                  </a:lnTo>
                  <a:lnTo>
                    <a:pt x="3599679" y="2067776"/>
                  </a:lnTo>
                  <a:lnTo>
                    <a:pt x="3647675" y="2082054"/>
                  </a:lnTo>
                  <a:lnTo>
                    <a:pt x="3695670" y="2095982"/>
                  </a:lnTo>
                  <a:lnTo>
                    <a:pt x="3743666" y="2109565"/>
                  </a:lnTo>
                  <a:lnTo>
                    <a:pt x="3791662" y="2122811"/>
                  </a:lnTo>
                  <a:lnTo>
                    <a:pt x="3791662" y="2565164"/>
                  </a:lnTo>
                  <a:lnTo>
                    <a:pt x="3743666" y="2563066"/>
                  </a:lnTo>
                  <a:lnTo>
                    <a:pt x="3695670" y="2560765"/>
                  </a:lnTo>
                  <a:lnTo>
                    <a:pt x="3647675" y="2558241"/>
                  </a:lnTo>
                  <a:lnTo>
                    <a:pt x="3599679" y="2555475"/>
                  </a:lnTo>
                  <a:lnTo>
                    <a:pt x="3551683" y="2552444"/>
                  </a:lnTo>
                  <a:lnTo>
                    <a:pt x="3503687" y="2549124"/>
                  </a:lnTo>
                  <a:lnTo>
                    <a:pt x="3455692" y="2545490"/>
                  </a:lnTo>
                  <a:lnTo>
                    <a:pt x="3407696" y="2541513"/>
                  </a:lnTo>
                  <a:lnTo>
                    <a:pt x="3359700" y="2537165"/>
                  </a:lnTo>
                  <a:lnTo>
                    <a:pt x="3311704" y="2532411"/>
                  </a:lnTo>
                  <a:lnTo>
                    <a:pt x="3263709" y="2527219"/>
                  </a:lnTo>
                  <a:lnTo>
                    <a:pt x="3215713" y="2521552"/>
                  </a:lnTo>
                  <a:lnTo>
                    <a:pt x="3167717" y="2515370"/>
                  </a:lnTo>
                  <a:lnTo>
                    <a:pt x="3119722" y="2508633"/>
                  </a:lnTo>
                  <a:lnTo>
                    <a:pt x="3071726" y="2501296"/>
                  </a:lnTo>
                  <a:lnTo>
                    <a:pt x="3023730" y="2493314"/>
                  </a:lnTo>
                  <a:lnTo>
                    <a:pt x="2975734" y="2484639"/>
                  </a:lnTo>
                  <a:lnTo>
                    <a:pt x="2927739" y="2475221"/>
                  </a:lnTo>
                  <a:lnTo>
                    <a:pt x="2879743" y="2465008"/>
                  </a:lnTo>
                  <a:lnTo>
                    <a:pt x="2831747" y="2453947"/>
                  </a:lnTo>
                  <a:lnTo>
                    <a:pt x="2783752" y="2441985"/>
                  </a:lnTo>
                  <a:lnTo>
                    <a:pt x="2735756" y="2429068"/>
                  </a:lnTo>
                  <a:lnTo>
                    <a:pt x="2687760" y="2415142"/>
                  </a:lnTo>
                  <a:lnTo>
                    <a:pt x="2639764" y="2400153"/>
                  </a:lnTo>
                  <a:lnTo>
                    <a:pt x="2591769" y="2384051"/>
                  </a:lnTo>
                  <a:lnTo>
                    <a:pt x="2543773" y="2366789"/>
                  </a:lnTo>
                  <a:lnTo>
                    <a:pt x="2495777" y="2348321"/>
                  </a:lnTo>
                  <a:lnTo>
                    <a:pt x="2447781" y="2328612"/>
                  </a:lnTo>
                  <a:lnTo>
                    <a:pt x="2399786" y="2307628"/>
                  </a:lnTo>
                  <a:lnTo>
                    <a:pt x="2351790" y="2285346"/>
                  </a:lnTo>
                  <a:lnTo>
                    <a:pt x="2303794" y="2261754"/>
                  </a:lnTo>
                  <a:lnTo>
                    <a:pt x="2255799" y="2236848"/>
                  </a:lnTo>
                  <a:lnTo>
                    <a:pt x="2207803" y="2210640"/>
                  </a:lnTo>
                  <a:lnTo>
                    <a:pt x="2159807" y="2183152"/>
                  </a:lnTo>
                  <a:lnTo>
                    <a:pt x="2111811" y="2154425"/>
                  </a:lnTo>
                  <a:lnTo>
                    <a:pt x="2063816" y="2124511"/>
                  </a:lnTo>
                  <a:lnTo>
                    <a:pt x="2015820" y="2093481"/>
                  </a:lnTo>
                  <a:lnTo>
                    <a:pt x="1967824" y="2061418"/>
                  </a:lnTo>
                  <a:lnTo>
                    <a:pt x="1919828" y="2028422"/>
                  </a:lnTo>
                  <a:lnTo>
                    <a:pt x="1871833" y="1994603"/>
                  </a:lnTo>
                  <a:lnTo>
                    <a:pt x="1823837" y="1960082"/>
                  </a:lnTo>
                  <a:lnTo>
                    <a:pt x="1775841" y="1924988"/>
                  </a:lnTo>
                  <a:lnTo>
                    <a:pt x="1727846" y="1889453"/>
                  </a:lnTo>
                  <a:lnTo>
                    <a:pt x="1679850" y="1853610"/>
                  </a:lnTo>
                  <a:lnTo>
                    <a:pt x="1631854" y="1817590"/>
                  </a:lnTo>
                  <a:lnTo>
                    <a:pt x="1583858" y="1781518"/>
                  </a:lnTo>
                  <a:lnTo>
                    <a:pt x="1535863" y="1745509"/>
                  </a:lnTo>
                  <a:lnTo>
                    <a:pt x="1487867" y="1709668"/>
                  </a:lnTo>
                  <a:lnTo>
                    <a:pt x="1439871" y="1674085"/>
                  </a:lnTo>
                  <a:lnTo>
                    <a:pt x="1391876" y="1638839"/>
                  </a:lnTo>
                  <a:lnTo>
                    <a:pt x="1343880" y="1603994"/>
                  </a:lnTo>
                  <a:lnTo>
                    <a:pt x="1295884" y="1569600"/>
                  </a:lnTo>
                  <a:lnTo>
                    <a:pt x="1247888" y="1535695"/>
                  </a:lnTo>
                  <a:lnTo>
                    <a:pt x="1199893" y="1502306"/>
                  </a:lnTo>
                  <a:lnTo>
                    <a:pt x="1151897" y="1469451"/>
                  </a:lnTo>
                  <a:lnTo>
                    <a:pt x="1103901" y="1437138"/>
                  </a:lnTo>
                  <a:lnTo>
                    <a:pt x="1055905" y="1405371"/>
                  </a:lnTo>
                  <a:lnTo>
                    <a:pt x="1007910" y="1374146"/>
                  </a:lnTo>
                  <a:lnTo>
                    <a:pt x="959914" y="1343458"/>
                  </a:lnTo>
                  <a:lnTo>
                    <a:pt x="911918" y="1313297"/>
                  </a:lnTo>
                  <a:lnTo>
                    <a:pt x="863923" y="1283653"/>
                  </a:lnTo>
                  <a:lnTo>
                    <a:pt x="815927" y="1254513"/>
                  </a:lnTo>
                  <a:lnTo>
                    <a:pt x="767931" y="1225865"/>
                  </a:lnTo>
                  <a:lnTo>
                    <a:pt x="719935" y="1197697"/>
                  </a:lnTo>
                  <a:lnTo>
                    <a:pt x="671940" y="1169996"/>
                  </a:lnTo>
                  <a:lnTo>
                    <a:pt x="623944" y="1142751"/>
                  </a:lnTo>
                  <a:lnTo>
                    <a:pt x="575948" y="1115950"/>
                  </a:lnTo>
                  <a:lnTo>
                    <a:pt x="527952" y="1089584"/>
                  </a:lnTo>
                  <a:lnTo>
                    <a:pt x="479957" y="1063643"/>
                  </a:lnTo>
                  <a:lnTo>
                    <a:pt x="431961" y="1038119"/>
                  </a:lnTo>
                  <a:lnTo>
                    <a:pt x="383965" y="1013004"/>
                  </a:lnTo>
                  <a:lnTo>
                    <a:pt x="335970" y="988290"/>
                  </a:lnTo>
                  <a:lnTo>
                    <a:pt x="287974" y="963972"/>
                  </a:lnTo>
                  <a:lnTo>
                    <a:pt x="239978" y="940044"/>
                  </a:lnTo>
                  <a:lnTo>
                    <a:pt x="191982" y="916502"/>
                  </a:lnTo>
                  <a:lnTo>
                    <a:pt x="143987" y="893340"/>
                  </a:lnTo>
                  <a:lnTo>
                    <a:pt x="95991" y="870555"/>
                  </a:lnTo>
                  <a:lnTo>
                    <a:pt x="47995" y="848143"/>
                  </a:lnTo>
                  <a:lnTo>
                    <a:pt x="0" y="826101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1618200" y="1450968"/>
              <a:ext cx="3791662" cy="2122811"/>
            </a:xfrm>
            <a:custGeom>
              <a:avLst/>
              <a:pathLst>
                <a:path w="3791662" h="2122811">
                  <a:moveTo>
                    <a:pt x="0" y="0"/>
                  </a:moveTo>
                  <a:lnTo>
                    <a:pt x="47995" y="10075"/>
                  </a:lnTo>
                  <a:lnTo>
                    <a:pt x="95991" y="21021"/>
                  </a:lnTo>
                  <a:lnTo>
                    <a:pt x="143987" y="32899"/>
                  </a:lnTo>
                  <a:lnTo>
                    <a:pt x="191982" y="45771"/>
                  </a:lnTo>
                  <a:lnTo>
                    <a:pt x="239978" y="59702"/>
                  </a:lnTo>
                  <a:lnTo>
                    <a:pt x="287974" y="74759"/>
                  </a:lnTo>
                  <a:lnTo>
                    <a:pt x="335970" y="91006"/>
                  </a:lnTo>
                  <a:lnTo>
                    <a:pt x="383965" y="108508"/>
                  </a:lnTo>
                  <a:lnTo>
                    <a:pt x="431961" y="127328"/>
                  </a:lnTo>
                  <a:lnTo>
                    <a:pt x="479957" y="147527"/>
                  </a:lnTo>
                  <a:lnTo>
                    <a:pt x="527952" y="169160"/>
                  </a:lnTo>
                  <a:lnTo>
                    <a:pt x="575948" y="192277"/>
                  </a:lnTo>
                  <a:lnTo>
                    <a:pt x="623944" y="216923"/>
                  </a:lnTo>
                  <a:lnTo>
                    <a:pt x="671940" y="243131"/>
                  </a:lnTo>
                  <a:lnTo>
                    <a:pt x="719935" y="270924"/>
                  </a:lnTo>
                  <a:lnTo>
                    <a:pt x="767931" y="300315"/>
                  </a:lnTo>
                  <a:lnTo>
                    <a:pt x="815927" y="331301"/>
                  </a:lnTo>
                  <a:lnTo>
                    <a:pt x="863923" y="363862"/>
                  </a:lnTo>
                  <a:lnTo>
                    <a:pt x="911918" y="397964"/>
                  </a:lnTo>
                  <a:lnTo>
                    <a:pt x="959914" y="433552"/>
                  </a:lnTo>
                  <a:lnTo>
                    <a:pt x="1007910" y="470552"/>
                  </a:lnTo>
                  <a:lnTo>
                    <a:pt x="1055905" y="508872"/>
                  </a:lnTo>
                  <a:lnTo>
                    <a:pt x="1103901" y="548400"/>
                  </a:lnTo>
                  <a:lnTo>
                    <a:pt x="1151897" y="589005"/>
                  </a:lnTo>
                  <a:lnTo>
                    <a:pt x="1199893" y="630539"/>
                  </a:lnTo>
                  <a:lnTo>
                    <a:pt x="1247888" y="672842"/>
                  </a:lnTo>
                  <a:lnTo>
                    <a:pt x="1295884" y="715740"/>
                  </a:lnTo>
                  <a:lnTo>
                    <a:pt x="1343880" y="759052"/>
                  </a:lnTo>
                  <a:lnTo>
                    <a:pt x="1391876" y="802594"/>
                  </a:lnTo>
                  <a:lnTo>
                    <a:pt x="1439871" y="846184"/>
                  </a:lnTo>
                  <a:lnTo>
                    <a:pt x="1487867" y="889643"/>
                  </a:lnTo>
                  <a:lnTo>
                    <a:pt x="1535863" y="932802"/>
                  </a:lnTo>
                  <a:lnTo>
                    <a:pt x="1583858" y="975509"/>
                  </a:lnTo>
                  <a:lnTo>
                    <a:pt x="1631854" y="1017624"/>
                  </a:lnTo>
                  <a:lnTo>
                    <a:pt x="1679850" y="1059029"/>
                  </a:lnTo>
                  <a:lnTo>
                    <a:pt x="1727846" y="1099625"/>
                  </a:lnTo>
                  <a:lnTo>
                    <a:pt x="1775841" y="1139334"/>
                  </a:lnTo>
                  <a:lnTo>
                    <a:pt x="1823837" y="1178098"/>
                  </a:lnTo>
                  <a:lnTo>
                    <a:pt x="1871833" y="1215876"/>
                  </a:lnTo>
                  <a:lnTo>
                    <a:pt x="1919828" y="1252646"/>
                  </a:lnTo>
                  <a:lnTo>
                    <a:pt x="1967824" y="1288400"/>
                  </a:lnTo>
                  <a:lnTo>
                    <a:pt x="2015820" y="1323140"/>
                  </a:lnTo>
                  <a:lnTo>
                    <a:pt x="2063816" y="1356881"/>
                  </a:lnTo>
                  <a:lnTo>
                    <a:pt x="2111811" y="1389643"/>
                  </a:lnTo>
                  <a:lnTo>
                    <a:pt x="2159807" y="1421452"/>
                  </a:lnTo>
                  <a:lnTo>
                    <a:pt x="2207803" y="1452340"/>
                  </a:lnTo>
                  <a:lnTo>
                    <a:pt x="2255799" y="1482339"/>
                  </a:lnTo>
                  <a:lnTo>
                    <a:pt x="2303794" y="1511481"/>
                  </a:lnTo>
                  <a:lnTo>
                    <a:pt x="2351790" y="1539801"/>
                  </a:lnTo>
                  <a:lnTo>
                    <a:pt x="2399786" y="1567333"/>
                  </a:lnTo>
                  <a:lnTo>
                    <a:pt x="2447781" y="1594108"/>
                  </a:lnTo>
                  <a:lnTo>
                    <a:pt x="2495777" y="1620157"/>
                  </a:lnTo>
                  <a:lnTo>
                    <a:pt x="2543773" y="1645510"/>
                  </a:lnTo>
                  <a:lnTo>
                    <a:pt x="2591769" y="1670194"/>
                  </a:lnTo>
                  <a:lnTo>
                    <a:pt x="2639764" y="1694235"/>
                  </a:lnTo>
                  <a:lnTo>
                    <a:pt x="2687760" y="1717658"/>
                  </a:lnTo>
                  <a:lnTo>
                    <a:pt x="2735756" y="1740485"/>
                  </a:lnTo>
                  <a:lnTo>
                    <a:pt x="2783752" y="1762736"/>
                  </a:lnTo>
                  <a:lnTo>
                    <a:pt x="2831747" y="1784433"/>
                  </a:lnTo>
                  <a:lnTo>
                    <a:pt x="2879743" y="1805592"/>
                  </a:lnTo>
                  <a:lnTo>
                    <a:pt x="2927739" y="1826230"/>
                  </a:lnTo>
                  <a:lnTo>
                    <a:pt x="2975734" y="1846364"/>
                  </a:lnTo>
                  <a:lnTo>
                    <a:pt x="3023730" y="1866007"/>
                  </a:lnTo>
                  <a:lnTo>
                    <a:pt x="3071726" y="1885174"/>
                  </a:lnTo>
                  <a:lnTo>
                    <a:pt x="3119722" y="1903877"/>
                  </a:lnTo>
                  <a:lnTo>
                    <a:pt x="3167717" y="1922129"/>
                  </a:lnTo>
                  <a:lnTo>
                    <a:pt x="3215713" y="1939941"/>
                  </a:lnTo>
                  <a:lnTo>
                    <a:pt x="3263709" y="1957323"/>
                  </a:lnTo>
                  <a:lnTo>
                    <a:pt x="3311704" y="1974286"/>
                  </a:lnTo>
                  <a:lnTo>
                    <a:pt x="3359700" y="1990839"/>
                  </a:lnTo>
                  <a:lnTo>
                    <a:pt x="3407696" y="2006993"/>
                  </a:lnTo>
                  <a:lnTo>
                    <a:pt x="3455692" y="2022754"/>
                  </a:lnTo>
                  <a:lnTo>
                    <a:pt x="3503687" y="2038133"/>
                  </a:lnTo>
                  <a:lnTo>
                    <a:pt x="3551683" y="2053138"/>
                  </a:lnTo>
                  <a:lnTo>
                    <a:pt x="3599679" y="2067776"/>
                  </a:lnTo>
                  <a:lnTo>
                    <a:pt x="3647675" y="2082054"/>
                  </a:lnTo>
                  <a:lnTo>
                    <a:pt x="3695670" y="2095982"/>
                  </a:lnTo>
                  <a:lnTo>
                    <a:pt x="3743666" y="2109565"/>
                  </a:lnTo>
                  <a:lnTo>
                    <a:pt x="3791662" y="21228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1618200" y="2277069"/>
              <a:ext cx="3791662" cy="1739063"/>
            </a:xfrm>
            <a:custGeom>
              <a:avLst/>
              <a:pathLst>
                <a:path w="3791662" h="1739063">
                  <a:moveTo>
                    <a:pt x="3791662" y="1739063"/>
                  </a:moveTo>
                  <a:lnTo>
                    <a:pt x="3743666" y="1736965"/>
                  </a:lnTo>
                  <a:lnTo>
                    <a:pt x="3695670" y="1734663"/>
                  </a:lnTo>
                  <a:lnTo>
                    <a:pt x="3647675" y="1732140"/>
                  </a:lnTo>
                  <a:lnTo>
                    <a:pt x="3599679" y="1729373"/>
                  </a:lnTo>
                  <a:lnTo>
                    <a:pt x="3551683" y="1726342"/>
                  </a:lnTo>
                  <a:lnTo>
                    <a:pt x="3503687" y="1723023"/>
                  </a:lnTo>
                  <a:lnTo>
                    <a:pt x="3455692" y="1719389"/>
                  </a:lnTo>
                  <a:lnTo>
                    <a:pt x="3407696" y="1715412"/>
                  </a:lnTo>
                  <a:lnTo>
                    <a:pt x="3359700" y="1711063"/>
                  </a:lnTo>
                  <a:lnTo>
                    <a:pt x="3311704" y="1706310"/>
                  </a:lnTo>
                  <a:lnTo>
                    <a:pt x="3263709" y="1701118"/>
                  </a:lnTo>
                  <a:lnTo>
                    <a:pt x="3215713" y="1695451"/>
                  </a:lnTo>
                  <a:lnTo>
                    <a:pt x="3167717" y="1689269"/>
                  </a:lnTo>
                  <a:lnTo>
                    <a:pt x="3119722" y="1682531"/>
                  </a:lnTo>
                  <a:lnTo>
                    <a:pt x="3071726" y="1675195"/>
                  </a:lnTo>
                  <a:lnTo>
                    <a:pt x="3023730" y="1667213"/>
                  </a:lnTo>
                  <a:lnTo>
                    <a:pt x="2975734" y="1658537"/>
                  </a:lnTo>
                  <a:lnTo>
                    <a:pt x="2927739" y="1649119"/>
                  </a:lnTo>
                  <a:lnTo>
                    <a:pt x="2879743" y="1638906"/>
                  </a:lnTo>
                  <a:lnTo>
                    <a:pt x="2831747" y="1627846"/>
                  </a:lnTo>
                  <a:lnTo>
                    <a:pt x="2783752" y="1615884"/>
                  </a:lnTo>
                  <a:lnTo>
                    <a:pt x="2735756" y="1602967"/>
                  </a:lnTo>
                  <a:lnTo>
                    <a:pt x="2687760" y="1589040"/>
                  </a:lnTo>
                  <a:lnTo>
                    <a:pt x="2639764" y="1574051"/>
                  </a:lnTo>
                  <a:lnTo>
                    <a:pt x="2591769" y="1557950"/>
                  </a:lnTo>
                  <a:lnTo>
                    <a:pt x="2543773" y="1540687"/>
                  </a:lnTo>
                  <a:lnTo>
                    <a:pt x="2495777" y="1522220"/>
                  </a:lnTo>
                  <a:lnTo>
                    <a:pt x="2447781" y="1502510"/>
                  </a:lnTo>
                  <a:lnTo>
                    <a:pt x="2399786" y="1481526"/>
                  </a:lnTo>
                  <a:lnTo>
                    <a:pt x="2351790" y="1459245"/>
                  </a:lnTo>
                  <a:lnTo>
                    <a:pt x="2303794" y="1435652"/>
                  </a:lnTo>
                  <a:lnTo>
                    <a:pt x="2255799" y="1410747"/>
                  </a:lnTo>
                  <a:lnTo>
                    <a:pt x="2207803" y="1384538"/>
                  </a:lnTo>
                  <a:lnTo>
                    <a:pt x="2159807" y="1357051"/>
                  </a:lnTo>
                  <a:lnTo>
                    <a:pt x="2111811" y="1328323"/>
                  </a:lnTo>
                  <a:lnTo>
                    <a:pt x="2063816" y="1298410"/>
                  </a:lnTo>
                  <a:lnTo>
                    <a:pt x="2015820" y="1267379"/>
                  </a:lnTo>
                  <a:lnTo>
                    <a:pt x="1967824" y="1235317"/>
                  </a:lnTo>
                  <a:lnTo>
                    <a:pt x="1919828" y="1202321"/>
                  </a:lnTo>
                  <a:lnTo>
                    <a:pt x="1871833" y="1168501"/>
                  </a:lnTo>
                  <a:lnTo>
                    <a:pt x="1823837" y="1133981"/>
                  </a:lnTo>
                  <a:lnTo>
                    <a:pt x="1775841" y="1098886"/>
                  </a:lnTo>
                  <a:lnTo>
                    <a:pt x="1727846" y="1063351"/>
                  </a:lnTo>
                  <a:lnTo>
                    <a:pt x="1679850" y="1027509"/>
                  </a:lnTo>
                  <a:lnTo>
                    <a:pt x="1631854" y="991489"/>
                  </a:lnTo>
                  <a:lnTo>
                    <a:pt x="1583858" y="955417"/>
                  </a:lnTo>
                  <a:lnTo>
                    <a:pt x="1535863" y="919408"/>
                  </a:lnTo>
                  <a:lnTo>
                    <a:pt x="1487867" y="883566"/>
                  </a:lnTo>
                  <a:lnTo>
                    <a:pt x="1439871" y="847984"/>
                  </a:lnTo>
                  <a:lnTo>
                    <a:pt x="1391876" y="812738"/>
                  </a:lnTo>
                  <a:lnTo>
                    <a:pt x="1343880" y="777892"/>
                  </a:lnTo>
                  <a:lnTo>
                    <a:pt x="1295884" y="743498"/>
                  </a:lnTo>
                  <a:lnTo>
                    <a:pt x="1247888" y="709593"/>
                  </a:lnTo>
                  <a:lnTo>
                    <a:pt x="1199893" y="676204"/>
                  </a:lnTo>
                  <a:lnTo>
                    <a:pt x="1151897" y="643349"/>
                  </a:lnTo>
                  <a:lnTo>
                    <a:pt x="1103901" y="611037"/>
                  </a:lnTo>
                  <a:lnTo>
                    <a:pt x="1055905" y="579269"/>
                  </a:lnTo>
                  <a:lnTo>
                    <a:pt x="1007910" y="548045"/>
                  </a:lnTo>
                  <a:lnTo>
                    <a:pt x="959914" y="517357"/>
                  </a:lnTo>
                  <a:lnTo>
                    <a:pt x="911918" y="487196"/>
                  </a:lnTo>
                  <a:lnTo>
                    <a:pt x="863923" y="457552"/>
                  </a:lnTo>
                  <a:lnTo>
                    <a:pt x="815927" y="428412"/>
                  </a:lnTo>
                  <a:lnTo>
                    <a:pt x="767931" y="399764"/>
                  </a:lnTo>
                  <a:lnTo>
                    <a:pt x="719935" y="371596"/>
                  </a:lnTo>
                  <a:lnTo>
                    <a:pt x="671940" y="343895"/>
                  </a:lnTo>
                  <a:lnTo>
                    <a:pt x="623944" y="316649"/>
                  </a:lnTo>
                  <a:lnTo>
                    <a:pt x="575948" y="289849"/>
                  </a:lnTo>
                  <a:lnTo>
                    <a:pt x="527952" y="263483"/>
                  </a:lnTo>
                  <a:lnTo>
                    <a:pt x="479957" y="237542"/>
                  </a:lnTo>
                  <a:lnTo>
                    <a:pt x="431961" y="212018"/>
                  </a:lnTo>
                  <a:lnTo>
                    <a:pt x="383965" y="186902"/>
                  </a:lnTo>
                  <a:lnTo>
                    <a:pt x="335970" y="162189"/>
                  </a:lnTo>
                  <a:lnTo>
                    <a:pt x="287974" y="137871"/>
                  </a:lnTo>
                  <a:lnTo>
                    <a:pt x="239978" y="113943"/>
                  </a:lnTo>
                  <a:lnTo>
                    <a:pt x="191982" y="90400"/>
                  </a:lnTo>
                  <a:lnTo>
                    <a:pt x="143987" y="67238"/>
                  </a:lnTo>
                  <a:lnTo>
                    <a:pt x="95991" y="44453"/>
                  </a:lnTo>
                  <a:lnTo>
                    <a:pt x="47995" y="220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1618200" y="1691746"/>
              <a:ext cx="3791662" cy="2240517"/>
            </a:xfrm>
            <a:custGeom>
              <a:avLst/>
              <a:pathLst>
                <a:path w="3791662" h="2240517">
                  <a:moveTo>
                    <a:pt x="0" y="0"/>
                  </a:moveTo>
                  <a:lnTo>
                    <a:pt x="47995" y="20098"/>
                  </a:lnTo>
                  <a:lnTo>
                    <a:pt x="95991" y="41164"/>
                  </a:lnTo>
                  <a:lnTo>
                    <a:pt x="143987" y="63221"/>
                  </a:lnTo>
                  <a:lnTo>
                    <a:pt x="191982" y="86292"/>
                  </a:lnTo>
                  <a:lnTo>
                    <a:pt x="239978" y="110396"/>
                  </a:lnTo>
                  <a:lnTo>
                    <a:pt x="287974" y="135551"/>
                  </a:lnTo>
                  <a:lnTo>
                    <a:pt x="335970" y="161771"/>
                  </a:lnTo>
                  <a:lnTo>
                    <a:pt x="383965" y="189066"/>
                  </a:lnTo>
                  <a:lnTo>
                    <a:pt x="431961" y="217443"/>
                  </a:lnTo>
                  <a:lnTo>
                    <a:pt x="479957" y="246905"/>
                  </a:lnTo>
                  <a:lnTo>
                    <a:pt x="527952" y="277450"/>
                  </a:lnTo>
                  <a:lnTo>
                    <a:pt x="575948" y="309072"/>
                  </a:lnTo>
                  <a:lnTo>
                    <a:pt x="623944" y="341758"/>
                  </a:lnTo>
                  <a:lnTo>
                    <a:pt x="671940" y="375492"/>
                  </a:lnTo>
                  <a:lnTo>
                    <a:pt x="719935" y="410251"/>
                  </a:lnTo>
                  <a:lnTo>
                    <a:pt x="767931" y="446006"/>
                  </a:lnTo>
                  <a:lnTo>
                    <a:pt x="815927" y="482723"/>
                  </a:lnTo>
                  <a:lnTo>
                    <a:pt x="863923" y="520361"/>
                  </a:lnTo>
                  <a:lnTo>
                    <a:pt x="911918" y="558873"/>
                  </a:lnTo>
                  <a:lnTo>
                    <a:pt x="959914" y="598208"/>
                  </a:lnTo>
                  <a:lnTo>
                    <a:pt x="1007910" y="638306"/>
                  </a:lnTo>
                  <a:lnTo>
                    <a:pt x="1055905" y="679104"/>
                  </a:lnTo>
                  <a:lnTo>
                    <a:pt x="1103901" y="720533"/>
                  </a:lnTo>
                  <a:lnTo>
                    <a:pt x="1151897" y="762518"/>
                  </a:lnTo>
                  <a:lnTo>
                    <a:pt x="1199893" y="804983"/>
                  </a:lnTo>
                  <a:lnTo>
                    <a:pt x="1247888" y="847844"/>
                  </a:lnTo>
                  <a:lnTo>
                    <a:pt x="1295884" y="891017"/>
                  </a:lnTo>
                  <a:lnTo>
                    <a:pt x="1343880" y="934414"/>
                  </a:lnTo>
                  <a:lnTo>
                    <a:pt x="1391876" y="977945"/>
                  </a:lnTo>
                  <a:lnTo>
                    <a:pt x="1439871" y="1021518"/>
                  </a:lnTo>
                  <a:lnTo>
                    <a:pt x="1487867" y="1065044"/>
                  </a:lnTo>
                  <a:lnTo>
                    <a:pt x="1535863" y="1108432"/>
                  </a:lnTo>
                  <a:lnTo>
                    <a:pt x="1583858" y="1151591"/>
                  </a:lnTo>
                  <a:lnTo>
                    <a:pt x="1631854" y="1194434"/>
                  </a:lnTo>
                  <a:lnTo>
                    <a:pt x="1679850" y="1236877"/>
                  </a:lnTo>
                  <a:lnTo>
                    <a:pt x="1727846" y="1278836"/>
                  </a:lnTo>
                  <a:lnTo>
                    <a:pt x="1775841" y="1320235"/>
                  </a:lnTo>
                  <a:lnTo>
                    <a:pt x="1823837" y="1360999"/>
                  </a:lnTo>
                  <a:lnTo>
                    <a:pt x="1871833" y="1401060"/>
                  </a:lnTo>
                  <a:lnTo>
                    <a:pt x="1919828" y="1440354"/>
                  </a:lnTo>
                  <a:lnTo>
                    <a:pt x="1967824" y="1478823"/>
                  </a:lnTo>
                  <a:lnTo>
                    <a:pt x="2015820" y="1516415"/>
                  </a:lnTo>
                  <a:lnTo>
                    <a:pt x="2063816" y="1553084"/>
                  </a:lnTo>
                  <a:lnTo>
                    <a:pt x="2111811" y="1588790"/>
                  </a:lnTo>
                  <a:lnTo>
                    <a:pt x="2159807" y="1623497"/>
                  </a:lnTo>
                  <a:lnTo>
                    <a:pt x="2207803" y="1657179"/>
                  </a:lnTo>
                  <a:lnTo>
                    <a:pt x="2255799" y="1689812"/>
                  </a:lnTo>
                  <a:lnTo>
                    <a:pt x="2303794" y="1721379"/>
                  </a:lnTo>
                  <a:lnTo>
                    <a:pt x="2351790" y="1751869"/>
                  </a:lnTo>
                  <a:lnTo>
                    <a:pt x="2399786" y="1781276"/>
                  </a:lnTo>
                  <a:lnTo>
                    <a:pt x="2447781" y="1809598"/>
                  </a:lnTo>
                  <a:lnTo>
                    <a:pt x="2495777" y="1836839"/>
                  </a:lnTo>
                  <a:lnTo>
                    <a:pt x="2543773" y="1863004"/>
                  </a:lnTo>
                  <a:lnTo>
                    <a:pt x="2591769" y="1888105"/>
                  </a:lnTo>
                  <a:lnTo>
                    <a:pt x="2639764" y="1912157"/>
                  </a:lnTo>
                  <a:lnTo>
                    <a:pt x="2687760" y="1935175"/>
                  </a:lnTo>
                  <a:lnTo>
                    <a:pt x="2735756" y="1957182"/>
                  </a:lnTo>
                  <a:lnTo>
                    <a:pt x="2783752" y="1978198"/>
                  </a:lnTo>
                  <a:lnTo>
                    <a:pt x="2831747" y="1998248"/>
                  </a:lnTo>
                  <a:lnTo>
                    <a:pt x="2879743" y="2017359"/>
                  </a:lnTo>
                  <a:lnTo>
                    <a:pt x="2927739" y="2035556"/>
                  </a:lnTo>
                  <a:lnTo>
                    <a:pt x="2975734" y="2052870"/>
                  </a:lnTo>
                  <a:lnTo>
                    <a:pt x="3023730" y="2069328"/>
                  </a:lnTo>
                  <a:lnTo>
                    <a:pt x="3071726" y="2084962"/>
                  </a:lnTo>
                  <a:lnTo>
                    <a:pt x="3119722" y="2099801"/>
                  </a:lnTo>
                  <a:lnTo>
                    <a:pt x="3167717" y="2113875"/>
                  </a:lnTo>
                  <a:lnTo>
                    <a:pt x="3215713" y="2127215"/>
                  </a:lnTo>
                  <a:lnTo>
                    <a:pt x="3263709" y="2139851"/>
                  </a:lnTo>
                  <a:lnTo>
                    <a:pt x="3311704" y="2151813"/>
                  </a:lnTo>
                  <a:lnTo>
                    <a:pt x="3359700" y="2163130"/>
                  </a:lnTo>
                  <a:lnTo>
                    <a:pt x="3407696" y="2173832"/>
                  </a:lnTo>
                  <a:lnTo>
                    <a:pt x="3455692" y="2183947"/>
                  </a:lnTo>
                  <a:lnTo>
                    <a:pt x="3503687" y="2193501"/>
                  </a:lnTo>
                  <a:lnTo>
                    <a:pt x="3551683" y="2202523"/>
                  </a:lnTo>
                  <a:lnTo>
                    <a:pt x="3599679" y="2211037"/>
                  </a:lnTo>
                  <a:lnTo>
                    <a:pt x="3647675" y="2219070"/>
                  </a:lnTo>
                  <a:lnTo>
                    <a:pt x="3695670" y="2226646"/>
                  </a:lnTo>
                  <a:lnTo>
                    <a:pt x="3743666" y="2233787"/>
                  </a:lnTo>
                  <a:lnTo>
                    <a:pt x="3791662" y="2240517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1618109" y="1366511"/>
              <a:ext cx="3791792" cy="2670696"/>
            </a:xfrm>
            <a:custGeom>
              <a:avLst/>
              <a:pathLst>
                <a:path w="3791792" h="2670696">
                  <a:moveTo>
                    <a:pt x="0" y="0"/>
                  </a:moveTo>
                  <a:lnTo>
                    <a:pt x="47997" y="4479"/>
                  </a:lnTo>
                  <a:lnTo>
                    <a:pt x="95994" y="9802"/>
                  </a:lnTo>
                  <a:lnTo>
                    <a:pt x="143992" y="16117"/>
                  </a:lnTo>
                  <a:lnTo>
                    <a:pt x="191989" y="23597"/>
                  </a:lnTo>
                  <a:lnTo>
                    <a:pt x="239986" y="32439"/>
                  </a:lnTo>
                  <a:lnTo>
                    <a:pt x="287984" y="42868"/>
                  </a:lnTo>
                  <a:lnTo>
                    <a:pt x="335981" y="55135"/>
                  </a:lnTo>
                  <a:lnTo>
                    <a:pt x="383979" y="69523"/>
                  </a:lnTo>
                  <a:lnTo>
                    <a:pt x="431976" y="86341"/>
                  </a:lnTo>
                  <a:lnTo>
                    <a:pt x="479973" y="105922"/>
                  </a:lnTo>
                  <a:lnTo>
                    <a:pt x="527971" y="128619"/>
                  </a:lnTo>
                  <a:lnTo>
                    <a:pt x="575968" y="154794"/>
                  </a:lnTo>
                  <a:lnTo>
                    <a:pt x="623965" y="184808"/>
                  </a:lnTo>
                  <a:lnTo>
                    <a:pt x="671963" y="219001"/>
                  </a:lnTo>
                  <a:lnTo>
                    <a:pt x="719960" y="257671"/>
                  </a:lnTo>
                  <a:lnTo>
                    <a:pt x="767958" y="301051"/>
                  </a:lnTo>
                  <a:lnTo>
                    <a:pt x="815955" y="349280"/>
                  </a:lnTo>
                  <a:lnTo>
                    <a:pt x="863952" y="402374"/>
                  </a:lnTo>
                  <a:lnTo>
                    <a:pt x="911950" y="460207"/>
                  </a:lnTo>
                  <a:lnTo>
                    <a:pt x="959947" y="522490"/>
                  </a:lnTo>
                  <a:lnTo>
                    <a:pt x="1007944" y="588771"/>
                  </a:lnTo>
                  <a:lnTo>
                    <a:pt x="1055942" y="658447"/>
                  </a:lnTo>
                  <a:lnTo>
                    <a:pt x="1103939" y="730787"/>
                  </a:lnTo>
                  <a:lnTo>
                    <a:pt x="1151937" y="804981"/>
                  </a:lnTo>
                  <a:lnTo>
                    <a:pt x="1199934" y="880188"/>
                  </a:lnTo>
                  <a:lnTo>
                    <a:pt x="1247931" y="955590"/>
                  </a:lnTo>
                  <a:lnTo>
                    <a:pt x="1295929" y="1030441"/>
                  </a:lnTo>
                  <a:lnTo>
                    <a:pt x="1343926" y="1104103"/>
                  </a:lnTo>
                  <a:lnTo>
                    <a:pt x="1391923" y="1176061"/>
                  </a:lnTo>
                  <a:lnTo>
                    <a:pt x="1439921" y="1245935"/>
                  </a:lnTo>
                  <a:lnTo>
                    <a:pt x="1487918" y="1313462"/>
                  </a:lnTo>
                  <a:lnTo>
                    <a:pt x="1535916" y="1378484"/>
                  </a:lnTo>
                  <a:lnTo>
                    <a:pt x="1583913" y="1440927"/>
                  </a:lnTo>
                  <a:lnTo>
                    <a:pt x="1631910" y="1500779"/>
                  </a:lnTo>
                  <a:lnTo>
                    <a:pt x="1679908" y="1558072"/>
                  </a:lnTo>
                  <a:lnTo>
                    <a:pt x="1727905" y="1612869"/>
                  </a:lnTo>
                  <a:lnTo>
                    <a:pt x="1775902" y="1665247"/>
                  </a:lnTo>
                  <a:lnTo>
                    <a:pt x="1823900" y="1715294"/>
                  </a:lnTo>
                  <a:lnTo>
                    <a:pt x="1871897" y="1763102"/>
                  </a:lnTo>
                  <a:lnTo>
                    <a:pt x="1919895" y="1808761"/>
                  </a:lnTo>
                  <a:lnTo>
                    <a:pt x="1967892" y="1852359"/>
                  </a:lnTo>
                  <a:lnTo>
                    <a:pt x="2015889" y="1893983"/>
                  </a:lnTo>
                  <a:lnTo>
                    <a:pt x="2063887" y="1933712"/>
                  </a:lnTo>
                  <a:lnTo>
                    <a:pt x="2111884" y="1971624"/>
                  </a:lnTo>
                  <a:lnTo>
                    <a:pt x="2159882" y="2007791"/>
                  </a:lnTo>
                  <a:lnTo>
                    <a:pt x="2207879" y="2042283"/>
                  </a:lnTo>
                  <a:lnTo>
                    <a:pt x="2255876" y="2075166"/>
                  </a:lnTo>
                  <a:lnTo>
                    <a:pt x="2303874" y="2106503"/>
                  </a:lnTo>
                  <a:lnTo>
                    <a:pt x="2351871" y="2136355"/>
                  </a:lnTo>
                  <a:lnTo>
                    <a:pt x="2399868" y="2164781"/>
                  </a:lnTo>
                  <a:lnTo>
                    <a:pt x="2447866" y="2191836"/>
                  </a:lnTo>
                  <a:lnTo>
                    <a:pt x="2495863" y="2217576"/>
                  </a:lnTo>
                  <a:lnTo>
                    <a:pt x="2543861" y="2242054"/>
                  </a:lnTo>
                  <a:lnTo>
                    <a:pt x="2591858" y="2265320"/>
                  </a:lnTo>
                  <a:lnTo>
                    <a:pt x="2639855" y="2287426"/>
                  </a:lnTo>
                  <a:lnTo>
                    <a:pt x="2687853" y="2308420"/>
                  </a:lnTo>
                  <a:lnTo>
                    <a:pt x="2735850" y="2328348"/>
                  </a:lnTo>
                  <a:lnTo>
                    <a:pt x="2783847" y="2347258"/>
                  </a:lnTo>
                  <a:lnTo>
                    <a:pt x="2831845" y="2365193"/>
                  </a:lnTo>
                  <a:lnTo>
                    <a:pt x="2879842" y="2382197"/>
                  </a:lnTo>
                  <a:lnTo>
                    <a:pt x="2927840" y="2398311"/>
                  </a:lnTo>
                  <a:lnTo>
                    <a:pt x="2975837" y="2413577"/>
                  </a:lnTo>
                  <a:lnTo>
                    <a:pt x="3023834" y="2428034"/>
                  </a:lnTo>
                  <a:lnTo>
                    <a:pt x="3071832" y="2441720"/>
                  </a:lnTo>
                  <a:lnTo>
                    <a:pt x="3119829" y="2454671"/>
                  </a:lnTo>
                  <a:lnTo>
                    <a:pt x="3167826" y="2466923"/>
                  </a:lnTo>
                  <a:lnTo>
                    <a:pt x="3215824" y="2478511"/>
                  </a:lnTo>
                  <a:lnTo>
                    <a:pt x="3263821" y="2489466"/>
                  </a:lnTo>
                  <a:lnTo>
                    <a:pt x="3311819" y="2499821"/>
                  </a:lnTo>
                  <a:lnTo>
                    <a:pt x="3359816" y="2509605"/>
                  </a:lnTo>
                  <a:lnTo>
                    <a:pt x="3407813" y="2518848"/>
                  </a:lnTo>
                  <a:lnTo>
                    <a:pt x="3455811" y="2527578"/>
                  </a:lnTo>
                  <a:lnTo>
                    <a:pt x="3503808" y="2535821"/>
                  </a:lnTo>
                  <a:lnTo>
                    <a:pt x="3551805" y="2543603"/>
                  </a:lnTo>
                  <a:lnTo>
                    <a:pt x="3599803" y="2550948"/>
                  </a:lnTo>
                  <a:lnTo>
                    <a:pt x="3647800" y="2557878"/>
                  </a:lnTo>
                  <a:lnTo>
                    <a:pt x="3695798" y="2564417"/>
                  </a:lnTo>
                  <a:lnTo>
                    <a:pt x="3743795" y="2570586"/>
                  </a:lnTo>
                  <a:lnTo>
                    <a:pt x="3791792" y="2576403"/>
                  </a:lnTo>
                  <a:lnTo>
                    <a:pt x="3791792" y="2670696"/>
                  </a:lnTo>
                  <a:lnTo>
                    <a:pt x="3743795" y="2670676"/>
                  </a:lnTo>
                  <a:lnTo>
                    <a:pt x="3695798" y="2670653"/>
                  </a:lnTo>
                  <a:lnTo>
                    <a:pt x="3647800" y="2670624"/>
                  </a:lnTo>
                  <a:lnTo>
                    <a:pt x="3599803" y="2670591"/>
                  </a:lnTo>
                  <a:lnTo>
                    <a:pt x="3551805" y="2670550"/>
                  </a:lnTo>
                  <a:lnTo>
                    <a:pt x="3503808" y="2670501"/>
                  </a:lnTo>
                  <a:lnTo>
                    <a:pt x="3455811" y="2670442"/>
                  </a:lnTo>
                  <a:lnTo>
                    <a:pt x="3407813" y="2670372"/>
                  </a:lnTo>
                  <a:lnTo>
                    <a:pt x="3359816" y="2670287"/>
                  </a:lnTo>
                  <a:lnTo>
                    <a:pt x="3311819" y="2670186"/>
                  </a:lnTo>
                  <a:lnTo>
                    <a:pt x="3263821" y="2670064"/>
                  </a:lnTo>
                  <a:lnTo>
                    <a:pt x="3215824" y="2669917"/>
                  </a:lnTo>
                  <a:lnTo>
                    <a:pt x="3167826" y="2669741"/>
                  </a:lnTo>
                  <a:lnTo>
                    <a:pt x="3119829" y="2669531"/>
                  </a:lnTo>
                  <a:lnTo>
                    <a:pt x="3071832" y="2669277"/>
                  </a:lnTo>
                  <a:lnTo>
                    <a:pt x="3023834" y="2668974"/>
                  </a:lnTo>
                  <a:lnTo>
                    <a:pt x="2975837" y="2668610"/>
                  </a:lnTo>
                  <a:lnTo>
                    <a:pt x="2927840" y="2668174"/>
                  </a:lnTo>
                  <a:lnTo>
                    <a:pt x="2879842" y="2667651"/>
                  </a:lnTo>
                  <a:lnTo>
                    <a:pt x="2831845" y="2667025"/>
                  </a:lnTo>
                  <a:lnTo>
                    <a:pt x="2783847" y="2666275"/>
                  </a:lnTo>
                  <a:lnTo>
                    <a:pt x="2735850" y="2665377"/>
                  </a:lnTo>
                  <a:lnTo>
                    <a:pt x="2687853" y="2664303"/>
                  </a:lnTo>
                  <a:lnTo>
                    <a:pt x="2639855" y="2663019"/>
                  </a:lnTo>
                  <a:lnTo>
                    <a:pt x="2591858" y="2661485"/>
                  </a:lnTo>
                  <a:lnTo>
                    <a:pt x="2543861" y="2659653"/>
                  </a:lnTo>
                  <a:lnTo>
                    <a:pt x="2495863" y="2657467"/>
                  </a:lnTo>
                  <a:lnTo>
                    <a:pt x="2447866" y="2654861"/>
                  </a:lnTo>
                  <a:lnTo>
                    <a:pt x="2399868" y="2651757"/>
                  </a:lnTo>
                  <a:lnTo>
                    <a:pt x="2351871" y="2648065"/>
                  </a:lnTo>
                  <a:lnTo>
                    <a:pt x="2303874" y="2643679"/>
                  </a:lnTo>
                  <a:lnTo>
                    <a:pt x="2255876" y="2638475"/>
                  </a:lnTo>
                  <a:lnTo>
                    <a:pt x="2207879" y="2632313"/>
                  </a:lnTo>
                  <a:lnTo>
                    <a:pt x="2159882" y="2625028"/>
                  </a:lnTo>
                  <a:lnTo>
                    <a:pt x="2111884" y="2616436"/>
                  </a:lnTo>
                  <a:lnTo>
                    <a:pt x="2063887" y="2606327"/>
                  </a:lnTo>
                  <a:lnTo>
                    <a:pt x="2015889" y="2594468"/>
                  </a:lnTo>
                  <a:lnTo>
                    <a:pt x="1967892" y="2580602"/>
                  </a:lnTo>
                  <a:lnTo>
                    <a:pt x="1919895" y="2564449"/>
                  </a:lnTo>
                  <a:lnTo>
                    <a:pt x="1871897" y="2545714"/>
                  </a:lnTo>
                  <a:lnTo>
                    <a:pt x="1823900" y="2524088"/>
                  </a:lnTo>
                  <a:lnTo>
                    <a:pt x="1775902" y="2499263"/>
                  </a:lnTo>
                  <a:lnTo>
                    <a:pt x="1727905" y="2470943"/>
                  </a:lnTo>
                  <a:lnTo>
                    <a:pt x="1679908" y="2438861"/>
                  </a:lnTo>
                  <a:lnTo>
                    <a:pt x="1631910" y="2402799"/>
                  </a:lnTo>
                  <a:lnTo>
                    <a:pt x="1583913" y="2362610"/>
                  </a:lnTo>
                  <a:lnTo>
                    <a:pt x="1535916" y="2318240"/>
                  </a:lnTo>
                  <a:lnTo>
                    <a:pt x="1487918" y="2269749"/>
                  </a:lnTo>
                  <a:lnTo>
                    <a:pt x="1439921" y="2217320"/>
                  </a:lnTo>
                  <a:lnTo>
                    <a:pt x="1391923" y="2161266"/>
                  </a:lnTo>
                  <a:lnTo>
                    <a:pt x="1343926" y="2102023"/>
                  </a:lnTo>
                  <a:lnTo>
                    <a:pt x="1295929" y="2040125"/>
                  </a:lnTo>
                  <a:lnTo>
                    <a:pt x="1247931" y="1976173"/>
                  </a:lnTo>
                  <a:lnTo>
                    <a:pt x="1199934" y="1910797"/>
                  </a:lnTo>
                  <a:lnTo>
                    <a:pt x="1151937" y="1844616"/>
                  </a:lnTo>
                  <a:lnTo>
                    <a:pt x="1103939" y="1778202"/>
                  </a:lnTo>
                  <a:lnTo>
                    <a:pt x="1055942" y="1712056"/>
                  </a:lnTo>
                  <a:lnTo>
                    <a:pt x="1007944" y="1646594"/>
                  </a:lnTo>
                  <a:lnTo>
                    <a:pt x="959947" y="1582142"/>
                  </a:lnTo>
                  <a:lnTo>
                    <a:pt x="911950" y="1518947"/>
                  </a:lnTo>
                  <a:lnTo>
                    <a:pt x="863952" y="1457183"/>
                  </a:lnTo>
                  <a:lnTo>
                    <a:pt x="815955" y="1396967"/>
                  </a:lnTo>
                  <a:lnTo>
                    <a:pt x="767958" y="1338369"/>
                  </a:lnTo>
                  <a:lnTo>
                    <a:pt x="719960" y="1281431"/>
                  </a:lnTo>
                  <a:lnTo>
                    <a:pt x="671963" y="1226168"/>
                  </a:lnTo>
                  <a:lnTo>
                    <a:pt x="623965" y="1172582"/>
                  </a:lnTo>
                  <a:lnTo>
                    <a:pt x="575968" y="1120665"/>
                  </a:lnTo>
                  <a:lnTo>
                    <a:pt x="527971" y="1070402"/>
                  </a:lnTo>
                  <a:lnTo>
                    <a:pt x="479973" y="1021775"/>
                  </a:lnTo>
                  <a:lnTo>
                    <a:pt x="431976" y="974764"/>
                  </a:lnTo>
                  <a:lnTo>
                    <a:pt x="383979" y="929347"/>
                  </a:lnTo>
                  <a:lnTo>
                    <a:pt x="335981" y="885502"/>
                  </a:lnTo>
                  <a:lnTo>
                    <a:pt x="287984" y="843208"/>
                  </a:lnTo>
                  <a:lnTo>
                    <a:pt x="239986" y="802439"/>
                  </a:lnTo>
                  <a:lnTo>
                    <a:pt x="191989" y="763173"/>
                  </a:lnTo>
                  <a:lnTo>
                    <a:pt x="143992" y="725385"/>
                  </a:lnTo>
                  <a:lnTo>
                    <a:pt x="95994" y="689049"/>
                  </a:lnTo>
                  <a:lnTo>
                    <a:pt x="47997" y="654137"/>
                  </a:lnTo>
                  <a:lnTo>
                    <a:pt x="0" y="620621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1618109" y="1366511"/>
              <a:ext cx="3791792" cy="2576403"/>
            </a:xfrm>
            <a:custGeom>
              <a:avLst/>
              <a:pathLst>
                <a:path w="3791792" h="2576403">
                  <a:moveTo>
                    <a:pt x="0" y="0"/>
                  </a:moveTo>
                  <a:lnTo>
                    <a:pt x="47997" y="4479"/>
                  </a:lnTo>
                  <a:lnTo>
                    <a:pt x="95994" y="9802"/>
                  </a:lnTo>
                  <a:lnTo>
                    <a:pt x="143992" y="16117"/>
                  </a:lnTo>
                  <a:lnTo>
                    <a:pt x="191989" y="23597"/>
                  </a:lnTo>
                  <a:lnTo>
                    <a:pt x="239986" y="32439"/>
                  </a:lnTo>
                  <a:lnTo>
                    <a:pt x="287984" y="42868"/>
                  </a:lnTo>
                  <a:lnTo>
                    <a:pt x="335981" y="55135"/>
                  </a:lnTo>
                  <a:lnTo>
                    <a:pt x="383979" y="69523"/>
                  </a:lnTo>
                  <a:lnTo>
                    <a:pt x="431976" y="86341"/>
                  </a:lnTo>
                  <a:lnTo>
                    <a:pt x="479973" y="105922"/>
                  </a:lnTo>
                  <a:lnTo>
                    <a:pt x="527971" y="128619"/>
                  </a:lnTo>
                  <a:lnTo>
                    <a:pt x="575968" y="154794"/>
                  </a:lnTo>
                  <a:lnTo>
                    <a:pt x="623965" y="184808"/>
                  </a:lnTo>
                  <a:lnTo>
                    <a:pt x="671963" y="219001"/>
                  </a:lnTo>
                  <a:lnTo>
                    <a:pt x="719960" y="257671"/>
                  </a:lnTo>
                  <a:lnTo>
                    <a:pt x="767958" y="301051"/>
                  </a:lnTo>
                  <a:lnTo>
                    <a:pt x="815955" y="349280"/>
                  </a:lnTo>
                  <a:lnTo>
                    <a:pt x="863952" y="402374"/>
                  </a:lnTo>
                  <a:lnTo>
                    <a:pt x="911950" y="460207"/>
                  </a:lnTo>
                  <a:lnTo>
                    <a:pt x="959947" y="522490"/>
                  </a:lnTo>
                  <a:lnTo>
                    <a:pt x="1007944" y="588771"/>
                  </a:lnTo>
                  <a:lnTo>
                    <a:pt x="1055942" y="658447"/>
                  </a:lnTo>
                  <a:lnTo>
                    <a:pt x="1103939" y="730787"/>
                  </a:lnTo>
                  <a:lnTo>
                    <a:pt x="1151937" y="804981"/>
                  </a:lnTo>
                  <a:lnTo>
                    <a:pt x="1199934" y="880188"/>
                  </a:lnTo>
                  <a:lnTo>
                    <a:pt x="1247931" y="955590"/>
                  </a:lnTo>
                  <a:lnTo>
                    <a:pt x="1295929" y="1030441"/>
                  </a:lnTo>
                  <a:lnTo>
                    <a:pt x="1343926" y="1104103"/>
                  </a:lnTo>
                  <a:lnTo>
                    <a:pt x="1391923" y="1176061"/>
                  </a:lnTo>
                  <a:lnTo>
                    <a:pt x="1439921" y="1245935"/>
                  </a:lnTo>
                  <a:lnTo>
                    <a:pt x="1487918" y="1313462"/>
                  </a:lnTo>
                  <a:lnTo>
                    <a:pt x="1535916" y="1378484"/>
                  </a:lnTo>
                  <a:lnTo>
                    <a:pt x="1583913" y="1440927"/>
                  </a:lnTo>
                  <a:lnTo>
                    <a:pt x="1631910" y="1500779"/>
                  </a:lnTo>
                  <a:lnTo>
                    <a:pt x="1679908" y="1558072"/>
                  </a:lnTo>
                  <a:lnTo>
                    <a:pt x="1727905" y="1612869"/>
                  </a:lnTo>
                  <a:lnTo>
                    <a:pt x="1775902" y="1665247"/>
                  </a:lnTo>
                  <a:lnTo>
                    <a:pt x="1823900" y="1715294"/>
                  </a:lnTo>
                  <a:lnTo>
                    <a:pt x="1871897" y="1763102"/>
                  </a:lnTo>
                  <a:lnTo>
                    <a:pt x="1919895" y="1808761"/>
                  </a:lnTo>
                  <a:lnTo>
                    <a:pt x="1967892" y="1852359"/>
                  </a:lnTo>
                  <a:lnTo>
                    <a:pt x="2015889" y="1893983"/>
                  </a:lnTo>
                  <a:lnTo>
                    <a:pt x="2063887" y="1933712"/>
                  </a:lnTo>
                  <a:lnTo>
                    <a:pt x="2111884" y="1971624"/>
                  </a:lnTo>
                  <a:lnTo>
                    <a:pt x="2159882" y="2007791"/>
                  </a:lnTo>
                  <a:lnTo>
                    <a:pt x="2207879" y="2042283"/>
                  </a:lnTo>
                  <a:lnTo>
                    <a:pt x="2255876" y="2075166"/>
                  </a:lnTo>
                  <a:lnTo>
                    <a:pt x="2303874" y="2106503"/>
                  </a:lnTo>
                  <a:lnTo>
                    <a:pt x="2351871" y="2136355"/>
                  </a:lnTo>
                  <a:lnTo>
                    <a:pt x="2399868" y="2164781"/>
                  </a:lnTo>
                  <a:lnTo>
                    <a:pt x="2447866" y="2191836"/>
                  </a:lnTo>
                  <a:lnTo>
                    <a:pt x="2495863" y="2217576"/>
                  </a:lnTo>
                  <a:lnTo>
                    <a:pt x="2543861" y="2242054"/>
                  </a:lnTo>
                  <a:lnTo>
                    <a:pt x="2591858" y="2265320"/>
                  </a:lnTo>
                  <a:lnTo>
                    <a:pt x="2639855" y="2287426"/>
                  </a:lnTo>
                  <a:lnTo>
                    <a:pt x="2687853" y="2308420"/>
                  </a:lnTo>
                  <a:lnTo>
                    <a:pt x="2735850" y="2328348"/>
                  </a:lnTo>
                  <a:lnTo>
                    <a:pt x="2783847" y="2347258"/>
                  </a:lnTo>
                  <a:lnTo>
                    <a:pt x="2831845" y="2365193"/>
                  </a:lnTo>
                  <a:lnTo>
                    <a:pt x="2879842" y="2382197"/>
                  </a:lnTo>
                  <a:lnTo>
                    <a:pt x="2927840" y="2398311"/>
                  </a:lnTo>
                  <a:lnTo>
                    <a:pt x="2975837" y="2413577"/>
                  </a:lnTo>
                  <a:lnTo>
                    <a:pt x="3023834" y="2428034"/>
                  </a:lnTo>
                  <a:lnTo>
                    <a:pt x="3071832" y="2441720"/>
                  </a:lnTo>
                  <a:lnTo>
                    <a:pt x="3119829" y="2454671"/>
                  </a:lnTo>
                  <a:lnTo>
                    <a:pt x="3167826" y="2466923"/>
                  </a:lnTo>
                  <a:lnTo>
                    <a:pt x="3215824" y="2478511"/>
                  </a:lnTo>
                  <a:lnTo>
                    <a:pt x="3263821" y="2489466"/>
                  </a:lnTo>
                  <a:lnTo>
                    <a:pt x="3311819" y="2499821"/>
                  </a:lnTo>
                  <a:lnTo>
                    <a:pt x="3359816" y="2509605"/>
                  </a:lnTo>
                  <a:lnTo>
                    <a:pt x="3407813" y="2518848"/>
                  </a:lnTo>
                  <a:lnTo>
                    <a:pt x="3455811" y="2527578"/>
                  </a:lnTo>
                  <a:lnTo>
                    <a:pt x="3503808" y="2535821"/>
                  </a:lnTo>
                  <a:lnTo>
                    <a:pt x="3551805" y="2543603"/>
                  </a:lnTo>
                  <a:lnTo>
                    <a:pt x="3599803" y="2550948"/>
                  </a:lnTo>
                  <a:lnTo>
                    <a:pt x="3647800" y="2557878"/>
                  </a:lnTo>
                  <a:lnTo>
                    <a:pt x="3695798" y="2564417"/>
                  </a:lnTo>
                  <a:lnTo>
                    <a:pt x="3743795" y="2570586"/>
                  </a:lnTo>
                  <a:lnTo>
                    <a:pt x="3791792" y="25764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1618109" y="1987133"/>
              <a:ext cx="3791792" cy="2050074"/>
            </a:xfrm>
            <a:custGeom>
              <a:avLst/>
              <a:pathLst>
                <a:path w="3791792" h="2050074">
                  <a:moveTo>
                    <a:pt x="3791792" y="2050074"/>
                  </a:moveTo>
                  <a:lnTo>
                    <a:pt x="3743795" y="2050055"/>
                  </a:lnTo>
                  <a:lnTo>
                    <a:pt x="3695798" y="2050031"/>
                  </a:lnTo>
                  <a:lnTo>
                    <a:pt x="3647800" y="2050003"/>
                  </a:lnTo>
                  <a:lnTo>
                    <a:pt x="3599803" y="2049969"/>
                  </a:lnTo>
                  <a:lnTo>
                    <a:pt x="3551805" y="2049928"/>
                  </a:lnTo>
                  <a:lnTo>
                    <a:pt x="3503808" y="2049880"/>
                  </a:lnTo>
                  <a:lnTo>
                    <a:pt x="3455811" y="2049821"/>
                  </a:lnTo>
                  <a:lnTo>
                    <a:pt x="3407813" y="2049750"/>
                  </a:lnTo>
                  <a:lnTo>
                    <a:pt x="3359816" y="2049666"/>
                  </a:lnTo>
                  <a:lnTo>
                    <a:pt x="3311819" y="2049564"/>
                  </a:lnTo>
                  <a:lnTo>
                    <a:pt x="3263821" y="2049442"/>
                  </a:lnTo>
                  <a:lnTo>
                    <a:pt x="3215824" y="2049296"/>
                  </a:lnTo>
                  <a:lnTo>
                    <a:pt x="3167826" y="2049120"/>
                  </a:lnTo>
                  <a:lnTo>
                    <a:pt x="3119829" y="2048909"/>
                  </a:lnTo>
                  <a:lnTo>
                    <a:pt x="3071832" y="2048656"/>
                  </a:lnTo>
                  <a:lnTo>
                    <a:pt x="3023834" y="2048352"/>
                  </a:lnTo>
                  <a:lnTo>
                    <a:pt x="2975837" y="2047988"/>
                  </a:lnTo>
                  <a:lnTo>
                    <a:pt x="2927840" y="2047552"/>
                  </a:lnTo>
                  <a:lnTo>
                    <a:pt x="2879842" y="2047029"/>
                  </a:lnTo>
                  <a:lnTo>
                    <a:pt x="2831845" y="2046403"/>
                  </a:lnTo>
                  <a:lnTo>
                    <a:pt x="2783847" y="2045653"/>
                  </a:lnTo>
                  <a:lnTo>
                    <a:pt x="2735850" y="2044756"/>
                  </a:lnTo>
                  <a:lnTo>
                    <a:pt x="2687853" y="2043682"/>
                  </a:lnTo>
                  <a:lnTo>
                    <a:pt x="2639855" y="2042398"/>
                  </a:lnTo>
                  <a:lnTo>
                    <a:pt x="2591858" y="2040864"/>
                  </a:lnTo>
                  <a:lnTo>
                    <a:pt x="2543861" y="2039031"/>
                  </a:lnTo>
                  <a:lnTo>
                    <a:pt x="2495863" y="2036845"/>
                  </a:lnTo>
                  <a:lnTo>
                    <a:pt x="2447866" y="2034239"/>
                  </a:lnTo>
                  <a:lnTo>
                    <a:pt x="2399868" y="2031136"/>
                  </a:lnTo>
                  <a:lnTo>
                    <a:pt x="2351871" y="2027444"/>
                  </a:lnTo>
                  <a:lnTo>
                    <a:pt x="2303874" y="2023057"/>
                  </a:lnTo>
                  <a:lnTo>
                    <a:pt x="2255876" y="2017854"/>
                  </a:lnTo>
                  <a:lnTo>
                    <a:pt x="2207879" y="2011691"/>
                  </a:lnTo>
                  <a:lnTo>
                    <a:pt x="2159882" y="2004406"/>
                  </a:lnTo>
                  <a:lnTo>
                    <a:pt x="2111884" y="1995814"/>
                  </a:lnTo>
                  <a:lnTo>
                    <a:pt x="2063887" y="1985705"/>
                  </a:lnTo>
                  <a:lnTo>
                    <a:pt x="2015889" y="1973847"/>
                  </a:lnTo>
                  <a:lnTo>
                    <a:pt x="1967892" y="1959980"/>
                  </a:lnTo>
                  <a:lnTo>
                    <a:pt x="1919895" y="1943828"/>
                  </a:lnTo>
                  <a:lnTo>
                    <a:pt x="1871897" y="1925092"/>
                  </a:lnTo>
                  <a:lnTo>
                    <a:pt x="1823900" y="1903466"/>
                  </a:lnTo>
                  <a:lnTo>
                    <a:pt x="1775902" y="1878641"/>
                  </a:lnTo>
                  <a:lnTo>
                    <a:pt x="1727905" y="1850321"/>
                  </a:lnTo>
                  <a:lnTo>
                    <a:pt x="1679908" y="1818239"/>
                  </a:lnTo>
                  <a:lnTo>
                    <a:pt x="1631910" y="1782177"/>
                  </a:lnTo>
                  <a:lnTo>
                    <a:pt x="1583913" y="1741988"/>
                  </a:lnTo>
                  <a:lnTo>
                    <a:pt x="1535916" y="1697619"/>
                  </a:lnTo>
                  <a:lnTo>
                    <a:pt x="1487918" y="1649127"/>
                  </a:lnTo>
                  <a:lnTo>
                    <a:pt x="1439921" y="1596698"/>
                  </a:lnTo>
                  <a:lnTo>
                    <a:pt x="1391923" y="1540645"/>
                  </a:lnTo>
                  <a:lnTo>
                    <a:pt x="1343926" y="1481402"/>
                  </a:lnTo>
                  <a:lnTo>
                    <a:pt x="1295929" y="1419504"/>
                  </a:lnTo>
                  <a:lnTo>
                    <a:pt x="1247931" y="1355551"/>
                  </a:lnTo>
                  <a:lnTo>
                    <a:pt x="1199934" y="1290175"/>
                  </a:lnTo>
                  <a:lnTo>
                    <a:pt x="1151937" y="1223994"/>
                  </a:lnTo>
                  <a:lnTo>
                    <a:pt x="1103939" y="1157580"/>
                  </a:lnTo>
                  <a:lnTo>
                    <a:pt x="1055942" y="1091434"/>
                  </a:lnTo>
                  <a:lnTo>
                    <a:pt x="1007944" y="1025972"/>
                  </a:lnTo>
                  <a:lnTo>
                    <a:pt x="959947" y="961521"/>
                  </a:lnTo>
                  <a:lnTo>
                    <a:pt x="911950" y="898326"/>
                  </a:lnTo>
                  <a:lnTo>
                    <a:pt x="863952" y="836562"/>
                  </a:lnTo>
                  <a:lnTo>
                    <a:pt x="815955" y="776345"/>
                  </a:lnTo>
                  <a:lnTo>
                    <a:pt x="767958" y="717748"/>
                  </a:lnTo>
                  <a:lnTo>
                    <a:pt x="719960" y="660809"/>
                  </a:lnTo>
                  <a:lnTo>
                    <a:pt x="671963" y="605546"/>
                  </a:lnTo>
                  <a:lnTo>
                    <a:pt x="623965" y="551961"/>
                  </a:lnTo>
                  <a:lnTo>
                    <a:pt x="575968" y="500044"/>
                  </a:lnTo>
                  <a:lnTo>
                    <a:pt x="527971" y="449781"/>
                  </a:lnTo>
                  <a:lnTo>
                    <a:pt x="479973" y="401153"/>
                  </a:lnTo>
                  <a:lnTo>
                    <a:pt x="431976" y="354142"/>
                  </a:lnTo>
                  <a:lnTo>
                    <a:pt x="383979" y="308725"/>
                  </a:lnTo>
                  <a:lnTo>
                    <a:pt x="335981" y="264881"/>
                  </a:lnTo>
                  <a:lnTo>
                    <a:pt x="287984" y="222586"/>
                  </a:lnTo>
                  <a:lnTo>
                    <a:pt x="239986" y="181818"/>
                  </a:lnTo>
                  <a:lnTo>
                    <a:pt x="191989" y="142552"/>
                  </a:lnTo>
                  <a:lnTo>
                    <a:pt x="143992" y="104764"/>
                  </a:lnTo>
                  <a:lnTo>
                    <a:pt x="95994" y="68427"/>
                  </a:lnTo>
                  <a:lnTo>
                    <a:pt x="47997" y="3351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618109" y="1476781"/>
              <a:ext cx="3791792" cy="2557457"/>
            </a:xfrm>
            <a:custGeom>
              <a:avLst/>
              <a:pathLst>
                <a:path w="3791792" h="2557457">
                  <a:moveTo>
                    <a:pt x="0" y="0"/>
                  </a:moveTo>
                  <a:lnTo>
                    <a:pt x="47997" y="16508"/>
                  </a:lnTo>
                  <a:lnTo>
                    <a:pt x="95994" y="34927"/>
                  </a:lnTo>
                  <a:lnTo>
                    <a:pt x="143992" y="55442"/>
                  </a:lnTo>
                  <a:lnTo>
                    <a:pt x="191989" y="78248"/>
                  </a:lnTo>
                  <a:lnTo>
                    <a:pt x="239986" y="103549"/>
                  </a:lnTo>
                  <a:lnTo>
                    <a:pt x="287984" y="131552"/>
                  </a:lnTo>
                  <a:lnTo>
                    <a:pt x="335981" y="162468"/>
                  </a:lnTo>
                  <a:lnTo>
                    <a:pt x="383979" y="196501"/>
                  </a:lnTo>
                  <a:lnTo>
                    <a:pt x="431976" y="233851"/>
                  </a:lnTo>
                  <a:lnTo>
                    <a:pt x="479973" y="274700"/>
                  </a:lnTo>
                  <a:lnTo>
                    <a:pt x="527971" y="319210"/>
                  </a:lnTo>
                  <a:lnTo>
                    <a:pt x="575968" y="367511"/>
                  </a:lnTo>
                  <a:lnTo>
                    <a:pt x="623965" y="419695"/>
                  </a:lnTo>
                  <a:lnTo>
                    <a:pt x="671963" y="475806"/>
                  </a:lnTo>
                  <a:lnTo>
                    <a:pt x="719960" y="535831"/>
                  </a:lnTo>
                  <a:lnTo>
                    <a:pt x="767958" y="599690"/>
                  </a:lnTo>
                  <a:lnTo>
                    <a:pt x="815955" y="667235"/>
                  </a:lnTo>
                  <a:lnTo>
                    <a:pt x="863952" y="738236"/>
                  </a:lnTo>
                  <a:lnTo>
                    <a:pt x="911950" y="812389"/>
                  </a:lnTo>
                  <a:lnTo>
                    <a:pt x="959947" y="889311"/>
                  </a:lnTo>
                  <a:lnTo>
                    <a:pt x="1007944" y="968545"/>
                  </a:lnTo>
                  <a:lnTo>
                    <a:pt x="1055942" y="1049574"/>
                  </a:lnTo>
                  <a:lnTo>
                    <a:pt x="1103939" y="1131825"/>
                  </a:lnTo>
                  <a:lnTo>
                    <a:pt x="1151937" y="1214693"/>
                  </a:lnTo>
                  <a:lnTo>
                    <a:pt x="1199934" y="1297553"/>
                  </a:lnTo>
                  <a:lnTo>
                    <a:pt x="1247931" y="1379780"/>
                  </a:lnTo>
                  <a:lnTo>
                    <a:pt x="1295929" y="1460767"/>
                  </a:lnTo>
                  <a:lnTo>
                    <a:pt x="1343926" y="1539947"/>
                  </a:lnTo>
                  <a:lnTo>
                    <a:pt x="1391923" y="1616801"/>
                  </a:lnTo>
                  <a:lnTo>
                    <a:pt x="1439921" y="1690875"/>
                  </a:lnTo>
                  <a:lnTo>
                    <a:pt x="1487918" y="1761788"/>
                  </a:lnTo>
                  <a:lnTo>
                    <a:pt x="1535916" y="1829237"/>
                  </a:lnTo>
                  <a:lnTo>
                    <a:pt x="1583913" y="1892997"/>
                  </a:lnTo>
                  <a:lnTo>
                    <a:pt x="1631910" y="1952918"/>
                  </a:lnTo>
                  <a:lnTo>
                    <a:pt x="1679908" y="2008925"/>
                  </a:lnTo>
                  <a:lnTo>
                    <a:pt x="1727905" y="2061006"/>
                  </a:lnTo>
                  <a:lnTo>
                    <a:pt x="1775902" y="2109205"/>
                  </a:lnTo>
                  <a:lnTo>
                    <a:pt x="1823900" y="2153615"/>
                  </a:lnTo>
                  <a:lnTo>
                    <a:pt x="1871897" y="2194369"/>
                  </a:lnTo>
                  <a:lnTo>
                    <a:pt x="1919895" y="2231629"/>
                  </a:lnTo>
                  <a:lnTo>
                    <a:pt x="1967892" y="2265577"/>
                  </a:lnTo>
                  <a:lnTo>
                    <a:pt x="2015889" y="2296413"/>
                  </a:lnTo>
                  <a:lnTo>
                    <a:pt x="2063887" y="2324342"/>
                  </a:lnTo>
                  <a:lnTo>
                    <a:pt x="2111884" y="2349574"/>
                  </a:lnTo>
                  <a:lnTo>
                    <a:pt x="2159882" y="2372317"/>
                  </a:lnTo>
                  <a:lnTo>
                    <a:pt x="2207879" y="2392773"/>
                  </a:lnTo>
                  <a:lnTo>
                    <a:pt x="2255876" y="2411139"/>
                  </a:lnTo>
                  <a:lnTo>
                    <a:pt x="2303874" y="2427600"/>
                  </a:lnTo>
                  <a:lnTo>
                    <a:pt x="2351871" y="2442331"/>
                  </a:lnTo>
                  <a:lnTo>
                    <a:pt x="2399868" y="2455496"/>
                  </a:lnTo>
                  <a:lnTo>
                    <a:pt x="2447866" y="2467248"/>
                  </a:lnTo>
                  <a:lnTo>
                    <a:pt x="2495863" y="2477728"/>
                  </a:lnTo>
                  <a:lnTo>
                    <a:pt x="2543861" y="2487063"/>
                  </a:lnTo>
                  <a:lnTo>
                    <a:pt x="2591858" y="2495372"/>
                  </a:lnTo>
                  <a:lnTo>
                    <a:pt x="2639855" y="2502761"/>
                  </a:lnTo>
                  <a:lnTo>
                    <a:pt x="2687853" y="2509329"/>
                  </a:lnTo>
                  <a:lnTo>
                    <a:pt x="2735850" y="2515163"/>
                  </a:lnTo>
                  <a:lnTo>
                    <a:pt x="2783847" y="2520342"/>
                  </a:lnTo>
                  <a:lnTo>
                    <a:pt x="2831845" y="2524938"/>
                  </a:lnTo>
                  <a:lnTo>
                    <a:pt x="2879842" y="2529015"/>
                  </a:lnTo>
                  <a:lnTo>
                    <a:pt x="2927840" y="2532629"/>
                  </a:lnTo>
                  <a:lnTo>
                    <a:pt x="2975837" y="2535832"/>
                  </a:lnTo>
                  <a:lnTo>
                    <a:pt x="3023834" y="2538671"/>
                  </a:lnTo>
                  <a:lnTo>
                    <a:pt x="3071832" y="2541186"/>
                  </a:lnTo>
                  <a:lnTo>
                    <a:pt x="3119829" y="2543413"/>
                  </a:lnTo>
                  <a:lnTo>
                    <a:pt x="3167826" y="2545385"/>
                  </a:lnTo>
                  <a:lnTo>
                    <a:pt x="3215824" y="2547131"/>
                  </a:lnTo>
                  <a:lnTo>
                    <a:pt x="3263821" y="2548676"/>
                  </a:lnTo>
                  <a:lnTo>
                    <a:pt x="3311819" y="2550044"/>
                  </a:lnTo>
                  <a:lnTo>
                    <a:pt x="3359816" y="2551254"/>
                  </a:lnTo>
                  <a:lnTo>
                    <a:pt x="3407813" y="2552325"/>
                  </a:lnTo>
                  <a:lnTo>
                    <a:pt x="3455811" y="2553273"/>
                  </a:lnTo>
                  <a:lnTo>
                    <a:pt x="3503808" y="2554111"/>
                  </a:lnTo>
                  <a:lnTo>
                    <a:pt x="3551805" y="2554853"/>
                  </a:lnTo>
                  <a:lnTo>
                    <a:pt x="3599803" y="2555509"/>
                  </a:lnTo>
                  <a:lnTo>
                    <a:pt x="3647800" y="2556089"/>
                  </a:lnTo>
                  <a:lnTo>
                    <a:pt x="3695798" y="2556602"/>
                  </a:lnTo>
                  <a:lnTo>
                    <a:pt x="3743795" y="2557056"/>
                  </a:lnTo>
                  <a:lnTo>
                    <a:pt x="3791792" y="2557457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tx151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1587079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2850953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4114827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5378701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3029831" y="4372931"/>
              <a:ext cx="96834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Genomic Offset</a:t>
              </a:r>
            </a:p>
          </p:txBody>
        </p:sp>
        <p:sp>
          <p:nvSpPr>
            <p:cNvPr id="161" name="tx161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5808259" y="2386106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163" name="pt163"/>
            <p:cNvSpPr/>
            <p:nvPr/>
          </p:nvSpPr>
          <p:spPr>
            <a:xfrm>
              <a:off x="5872835" y="2635028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5808259" y="2570452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830204" y="268018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872835" y="2854484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5808259" y="2789908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5830204" y="289963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169"/>
            <p:cNvSpPr/>
            <p:nvPr/>
          </p:nvSpPr>
          <p:spPr>
            <a:xfrm>
              <a:off x="6097304" y="2640175"/>
              <a:ext cx="62151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 1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6097304" y="2859631"/>
              <a:ext cx="62151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 2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1428519" y="983989"/>
              <a:ext cx="2585100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vs Genomic Offset (Good)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50160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14027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77893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428519" y="4037304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3363839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2690374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016909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1343444"/>
              <a:ext cx="4170972" cy="0"/>
            </a:xfrm>
            <a:custGeom>
              <a:avLst/>
              <a:pathLst>
                <a:path w="4170972" h="0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18227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882094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45960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09826" y="1208751"/>
              <a:ext cx="0" cy="2963245"/>
            </a:xfrm>
            <a:custGeom>
              <a:avLst/>
              <a:pathLst>
                <a:path w="0"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1572957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636214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699407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762730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825961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888941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952123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015434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078681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141874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205133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268292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331401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394470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457700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521040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584095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647407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710471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773814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836933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900169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963406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026422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089752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152835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216113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279354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342510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405664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468972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32060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595290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658460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21682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784722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847948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911142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974508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037726" y="129829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100706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164097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227200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290503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353457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416675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479957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543251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06409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669555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732721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795881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859029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922293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985469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048715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11848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5174978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5238375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5301515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364750" y="399215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155731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162057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168388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174703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181008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1873442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193667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199989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206291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212626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218936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225251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231574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237890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244220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250536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256857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263167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269494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275815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282136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288437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294761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301090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307417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313723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320055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326363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332675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338993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345319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351632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3579498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364274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3705926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376928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383243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389548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395871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4022074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408525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414823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421159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4274745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433782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4401192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446432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4527436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4590749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465377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4717138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478023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4843447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4906661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496987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5032993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5096283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5159390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5222581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5285717" y="1273228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5349084" y="3967087"/>
              <a:ext cx="121618" cy="105324"/>
            </a:xfrm>
            <a:custGeom>
              <a:avLst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1618109" y="1815501"/>
              <a:ext cx="3791792" cy="2217292"/>
            </a:xfrm>
            <a:custGeom>
              <a:avLst/>
              <a:pathLst>
                <a:path w="3791792" h="2217292">
                  <a:moveTo>
                    <a:pt x="0" y="0"/>
                  </a:moveTo>
                  <a:lnTo>
                    <a:pt x="47997" y="35317"/>
                  </a:lnTo>
                  <a:lnTo>
                    <a:pt x="95994" y="72414"/>
                  </a:lnTo>
                  <a:lnTo>
                    <a:pt x="143992" y="111251"/>
                  </a:lnTo>
                  <a:lnTo>
                    <a:pt x="191989" y="151774"/>
                  </a:lnTo>
                  <a:lnTo>
                    <a:pt x="239986" y="193905"/>
                  </a:lnTo>
                  <a:lnTo>
                    <a:pt x="287984" y="237543"/>
                  </a:lnTo>
                  <a:lnTo>
                    <a:pt x="335981" y="282569"/>
                  </a:lnTo>
                  <a:lnTo>
                    <a:pt x="383979" y="328839"/>
                  </a:lnTo>
                  <a:lnTo>
                    <a:pt x="431976" y="376190"/>
                  </a:lnTo>
                  <a:lnTo>
                    <a:pt x="479973" y="424439"/>
                  </a:lnTo>
                  <a:lnTo>
                    <a:pt x="527971" y="473385"/>
                  </a:lnTo>
                  <a:lnTo>
                    <a:pt x="575968" y="522815"/>
                  </a:lnTo>
                  <a:lnTo>
                    <a:pt x="623965" y="572503"/>
                  </a:lnTo>
                  <a:lnTo>
                    <a:pt x="671963" y="622217"/>
                  </a:lnTo>
                  <a:lnTo>
                    <a:pt x="719960" y="671723"/>
                  </a:lnTo>
                  <a:lnTo>
                    <a:pt x="767958" y="720788"/>
                  </a:lnTo>
                  <a:lnTo>
                    <a:pt x="815955" y="769188"/>
                  </a:lnTo>
                  <a:lnTo>
                    <a:pt x="863952" y="816707"/>
                  </a:lnTo>
                  <a:lnTo>
                    <a:pt x="911950" y="863150"/>
                  </a:lnTo>
                  <a:lnTo>
                    <a:pt x="959947" y="908340"/>
                  </a:lnTo>
                  <a:lnTo>
                    <a:pt x="1007944" y="952123"/>
                  </a:lnTo>
                  <a:lnTo>
                    <a:pt x="1055942" y="994375"/>
                  </a:lnTo>
                  <a:lnTo>
                    <a:pt x="1103939" y="1034997"/>
                  </a:lnTo>
                  <a:lnTo>
                    <a:pt x="1151937" y="1073922"/>
                  </a:lnTo>
                  <a:lnTo>
                    <a:pt x="1199934" y="1111107"/>
                  </a:lnTo>
                  <a:lnTo>
                    <a:pt x="1247931" y="1146542"/>
                  </a:lnTo>
                  <a:lnTo>
                    <a:pt x="1295929" y="1180236"/>
                  </a:lnTo>
                  <a:lnTo>
                    <a:pt x="1343926" y="1212222"/>
                  </a:lnTo>
                  <a:lnTo>
                    <a:pt x="1391923" y="1242551"/>
                  </a:lnTo>
                  <a:lnTo>
                    <a:pt x="1439921" y="1271288"/>
                  </a:lnTo>
                  <a:lnTo>
                    <a:pt x="1487918" y="1298508"/>
                  </a:lnTo>
                  <a:lnTo>
                    <a:pt x="1535916" y="1324292"/>
                  </a:lnTo>
                  <a:lnTo>
                    <a:pt x="1583913" y="1348727"/>
                  </a:lnTo>
                  <a:lnTo>
                    <a:pt x="1631910" y="1371899"/>
                  </a:lnTo>
                  <a:lnTo>
                    <a:pt x="1679908" y="1393897"/>
                  </a:lnTo>
                  <a:lnTo>
                    <a:pt x="1727905" y="1414803"/>
                  </a:lnTo>
                  <a:lnTo>
                    <a:pt x="1775902" y="1434698"/>
                  </a:lnTo>
                  <a:lnTo>
                    <a:pt x="1823900" y="1453658"/>
                  </a:lnTo>
                  <a:lnTo>
                    <a:pt x="1871897" y="1471754"/>
                  </a:lnTo>
                  <a:lnTo>
                    <a:pt x="1919895" y="1489054"/>
                  </a:lnTo>
                  <a:lnTo>
                    <a:pt x="1967892" y="1505617"/>
                  </a:lnTo>
                  <a:lnTo>
                    <a:pt x="2015889" y="1521499"/>
                  </a:lnTo>
                  <a:lnTo>
                    <a:pt x="2063887" y="1536752"/>
                  </a:lnTo>
                  <a:lnTo>
                    <a:pt x="2111884" y="1551423"/>
                  </a:lnTo>
                  <a:lnTo>
                    <a:pt x="2159882" y="1565554"/>
                  </a:lnTo>
                  <a:lnTo>
                    <a:pt x="2207879" y="1579184"/>
                  </a:lnTo>
                  <a:lnTo>
                    <a:pt x="2255876" y="1592347"/>
                  </a:lnTo>
                  <a:lnTo>
                    <a:pt x="2303874" y="1605075"/>
                  </a:lnTo>
                  <a:lnTo>
                    <a:pt x="2351871" y="1617397"/>
                  </a:lnTo>
                  <a:lnTo>
                    <a:pt x="2399868" y="1629340"/>
                  </a:lnTo>
                  <a:lnTo>
                    <a:pt x="2447866" y="1640926"/>
                  </a:lnTo>
                  <a:lnTo>
                    <a:pt x="2495863" y="1652178"/>
                  </a:lnTo>
                  <a:lnTo>
                    <a:pt x="2543861" y="1663114"/>
                  </a:lnTo>
                  <a:lnTo>
                    <a:pt x="2591858" y="1673753"/>
                  </a:lnTo>
                  <a:lnTo>
                    <a:pt x="2639855" y="1684111"/>
                  </a:lnTo>
                  <a:lnTo>
                    <a:pt x="2687853" y="1694202"/>
                  </a:lnTo>
                  <a:lnTo>
                    <a:pt x="2735850" y="1704041"/>
                  </a:lnTo>
                  <a:lnTo>
                    <a:pt x="2783847" y="1713639"/>
                  </a:lnTo>
                  <a:lnTo>
                    <a:pt x="2831845" y="1723008"/>
                  </a:lnTo>
                  <a:lnTo>
                    <a:pt x="2879842" y="1732159"/>
                  </a:lnTo>
                  <a:lnTo>
                    <a:pt x="2927840" y="1741100"/>
                  </a:lnTo>
                  <a:lnTo>
                    <a:pt x="2975837" y="1749841"/>
                  </a:lnTo>
                  <a:lnTo>
                    <a:pt x="3023834" y="1758390"/>
                  </a:lnTo>
                  <a:lnTo>
                    <a:pt x="3071832" y="1766754"/>
                  </a:lnTo>
                  <a:lnTo>
                    <a:pt x="3119829" y="1774940"/>
                  </a:lnTo>
                  <a:lnTo>
                    <a:pt x="3167826" y="1782956"/>
                  </a:lnTo>
                  <a:lnTo>
                    <a:pt x="3215824" y="1790807"/>
                  </a:lnTo>
                  <a:lnTo>
                    <a:pt x="3263821" y="1798498"/>
                  </a:lnTo>
                  <a:lnTo>
                    <a:pt x="3311819" y="1806035"/>
                  </a:lnTo>
                  <a:lnTo>
                    <a:pt x="3359816" y="1813422"/>
                  </a:lnTo>
                  <a:lnTo>
                    <a:pt x="3407813" y="1820666"/>
                  </a:lnTo>
                  <a:lnTo>
                    <a:pt x="3455811" y="1827768"/>
                  </a:lnTo>
                  <a:lnTo>
                    <a:pt x="3503808" y="1834735"/>
                  </a:lnTo>
                  <a:lnTo>
                    <a:pt x="3551805" y="1841570"/>
                  </a:lnTo>
                  <a:lnTo>
                    <a:pt x="3599803" y="1848275"/>
                  </a:lnTo>
                  <a:lnTo>
                    <a:pt x="3647800" y="1854856"/>
                  </a:lnTo>
                  <a:lnTo>
                    <a:pt x="3695798" y="1861314"/>
                  </a:lnTo>
                  <a:lnTo>
                    <a:pt x="3743795" y="1867654"/>
                  </a:lnTo>
                  <a:lnTo>
                    <a:pt x="3791792" y="1873878"/>
                  </a:lnTo>
                  <a:lnTo>
                    <a:pt x="3791792" y="2217292"/>
                  </a:lnTo>
                  <a:lnTo>
                    <a:pt x="3743795" y="2216848"/>
                  </a:lnTo>
                  <a:lnTo>
                    <a:pt x="3695798" y="2216361"/>
                  </a:lnTo>
                  <a:lnTo>
                    <a:pt x="3647800" y="2215826"/>
                  </a:lnTo>
                  <a:lnTo>
                    <a:pt x="3599803" y="2215239"/>
                  </a:lnTo>
                  <a:lnTo>
                    <a:pt x="3551805" y="2214595"/>
                  </a:lnTo>
                  <a:lnTo>
                    <a:pt x="3503808" y="2213888"/>
                  </a:lnTo>
                  <a:lnTo>
                    <a:pt x="3455811" y="2213114"/>
                  </a:lnTo>
                  <a:lnTo>
                    <a:pt x="3407813" y="2212265"/>
                  </a:lnTo>
                  <a:lnTo>
                    <a:pt x="3359816" y="2211334"/>
                  </a:lnTo>
                  <a:lnTo>
                    <a:pt x="3311819" y="2210315"/>
                  </a:lnTo>
                  <a:lnTo>
                    <a:pt x="3263821" y="2209197"/>
                  </a:lnTo>
                  <a:lnTo>
                    <a:pt x="3215824" y="2207974"/>
                  </a:lnTo>
                  <a:lnTo>
                    <a:pt x="3167826" y="2206634"/>
                  </a:lnTo>
                  <a:lnTo>
                    <a:pt x="3119829" y="2205167"/>
                  </a:lnTo>
                  <a:lnTo>
                    <a:pt x="3071832" y="2203562"/>
                  </a:lnTo>
                  <a:lnTo>
                    <a:pt x="3023834" y="2201806"/>
                  </a:lnTo>
                  <a:lnTo>
                    <a:pt x="2975837" y="2199886"/>
                  </a:lnTo>
                  <a:lnTo>
                    <a:pt x="2927840" y="2197788"/>
                  </a:lnTo>
                  <a:lnTo>
                    <a:pt x="2879842" y="2195495"/>
                  </a:lnTo>
                  <a:lnTo>
                    <a:pt x="2831845" y="2192992"/>
                  </a:lnTo>
                  <a:lnTo>
                    <a:pt x="2783847" y="2190260"/>
                  </a:lnTo>
                  <a:lnTo>
                    <a:pt x="2735850" y="2187280"/>
                  </a:lnTo>
                  <a:lnTo>
                    <a:pt x="2687853" y="2184031"/>
                  </a:lnTo>
                  <a:lnTo>
                    <a:pt x="2639855" y="2180492"/>
                  </a:lnTo>
                  <a:lnTo>
                    <a:pt x="2591858" y="2176639"/>
                  </a:lnTo>
                  <a:lnTo>
                    <a:pt x="2543861" y="2172449"/>
                  </a:lnTo>
                  <a:lnTo>
                    <a:pt x="2495863" y="2167894"/>
                  </a:lnTo>
                  <a:lnTo>
                    <a:pt x="2447866" y="2162949"/>
                  </a:lnTo>
                  <a:lnTo>
                    <a:pt x="2399868" y="2157585"/>
                  </a:lnTo>
                  <a:lnTo>
                    <a:pt x="2351871" y="2151772"/>
                  </a:lnTo>
                  <a:lnTo>
                    <a:pt x="2303874" y="2145482"/>
                  </a:lnTo>
                  <a:lnTo>
                    <a:pt x="2255876" y="2138683"/>
                  </a:lnTo>
                  <a:lnTo>
                    <a:pt x="2207879" y="2131344"/>
                  </a:lnTo>
                  <a:lnTo>
                    <a:pt x="2159882" y="2123436"/>
                  </a:lnTo>
                  <a:lnTo>
                    <a:pt x="2111884" y="2114926"/>
                  </a:lnTo>
                  <a:lnTo>
                    <a:pt x="2063887" y="2105787"/>
                  </a:lnTo>
                  <a:lnTo>
                    <a:pt x="2015889" y="2095991"/>
                  </a:lnTo>
                  <a:lnTo>
                    <a:pt x="1967892" y="2085513"/>
                  </a:lnTo>
                  <a:lnTo>
                    <a:pt x="1919895" y="2074330"/>
                  </a:lnTo>
                  <a:lnTo>
                    <a:pt x="1871897" y="2062425"/>
                  </a:lnTo>
                  <a:lnTo>
                    <a:pt x="1823900" y="2049785"/>
                  </a:lnTo>
                  <a:lnTo>
                    <a:pt x="1775902" y="2036403"/>
                  </a:lnTo>
                  <a:lnTo>
                    <a:pt x="1727905" y="2022279"/>
                  </a:lnTo>
                  <a:lnTo>
                    <a:pt x="1679908" y="2007422"/>
                  </a:lnTo>
                  <a:lnTo>
                    <a:pt x="1631910" y="1991847"/>
                  </a:lnTo>
                  <a:lnTo>
                    <a:pt x="1583913" y="1975582"/>
                  </a:lnTo>
                  <a:lnTo>
                    <a:pt x="1535916" y="1958661"/>
                  </a:lnTo>
                  <a:lnTo>
                    <a:pt x="1487918" y="1941130"/>
                  </a:lnTo>
                  <a:lnTo>
                    <a:pt x="1439921" y="1923045"/>
                  </a:lnTo>
                  <a:lnTo>
                    <a:pt x="1391923" y="1904469"/>
                  </a:lnTo>
                  <a:lnTo>
                    <a:pt x="1343926" y="1885472"/>
                  </a:lnTo>
                  <a:lnTo>
                    <a:pt x="1295929" y="1866132"/>
                  </a:lnTo>
                  <a:lnTo>
                    <a:pt x="1247931" y="1846527"/>
                  </a:lnTo>
                  <a:lnTo>
                    <a:pt x="1199934" y="1826740"/>
                  </a:lnTo>
                  <a:lnTo>
                    <a:pt x="1151937" y="1806848"/>
                  </a:lnTo>
                  <a:lnTo>
                    <a:pt x="1103939" y="1786928"/>
                  </a:lnTo>
                  <a:lnTo>
                    <a:pt x="1055942" y="1767050"/>
                  </a:lnTo>
                  <a:lnTo>
                    <a:pt x="1007944" y="1747276"/>
                  </a:lnTo>
                  <a:lnTo>
                    <a:pt x="959947" y="1727660"/>
                  </a:lnTo>
                  <a:lnTo>
                    <a:pt x="911950" y="1708245"/>
                  </a:lnTo>
                  <a:lnTo>
                    <a:pt x="863952" y="1689066"/>
                  </a:lnTo>
                  <a:lnTo>
                    <a:pt x="815955" y="1670149"/>
                  </a:lnTo>
                  <a:lnTo>
                    <a:pt x="767958" y="1651511"/>
                  </a:lnTo>
                  <a:lnTo>
                    <a:pt x="719960" y="1633162"/>
                  </a:lnTo>
                  <a:lnTo>
                    <a:pt x="671963" y="1615105"/>
                  </a:lnTo>
                  <a:lnTo>
                    <a:pt x="623965" y="1597338"/>
                  </a:lnTo>
                  <a:lnTo>
                    <a:pt x="575968" y="1579855"/>
                  </a:lnTo>
                  <a:lnTo>
                    <a:pt x="527971" y="1562647"/>
                  </a:lnTo>
                  <a:lnTo>
                    <a:pt x="479973" y="1545702"/>
                  </a:lnTo>
                  <a:lnTo>
                    <a:pt x="431976" y="1529006"/>
                  </a:lnTo>
                  <a:lnTo>
                    <a:pt x="383979" y="1512546"/>
                  </a:lnTo>
                  <a:lnTo>
                    <a:pt x="335981" y="1496305"/>
                  </a:lnTo>
                  <a:lnTo>
                    <a:pt x="287984" y="1480271"/>
                  </a:lnTo>
                  <a:lnTo>
                    <a:pt x="239986" y="1464426"/>
                  </a:lnTo>
                  <a:lnTo>
                    <a:pt x="191989" y="1448758"/>
                  </a:lnTo>
                  <a:lnTo>
                    <a:pt x="143992" y="1433253"/>
                  </a:lnTo>
                  <a:lnTo>
                    <a:pt x="95994" y="1417898"/>
                  </a:lnTo>
                  <a:lnTo>
                    <a:pt x="47997" y="1402679"/>
                  </a:lnTo>
                  <a:lnTo>
                    <a:pt x="0" y="1387587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1618109" y="1815501"/>
              <a:ext cx="3791792" cy="1873878"/>
            </a:xfrm>
            <a:custGeom>
              <a:avLst/>
              <a:pathLst>
                <a:path w="3791792" h="1873878">
                  <a:moveTo>
                    <a:pt x="0" y="0"/>
                  </a:moveTo>
                  <a:lnTo>
                    <a:pt x="47997" y="35317"/>
                  </a:lnTo>
                  <a:lnTo>
                    <a:pt x="95994" y="72414"/>
                  </a:lnTo>
                  <a:lnTo>
                    <a:pt x="143992" y="111251"/>
                  </a:lnTo>
                  <a:lnTo>
                    <a:pt x="191989" y="151774"/>
                  </a:lnTo>
                  <a:lnTo>
                    <a:pt x="239986" y="193905"/>
                  </a:lnTo>
                  <a:lnTo>
                    <a:pt x="287984" y="237543"/>
                  </a:lnTo>
                  <a:lnTo>
                    <a:pt x="335981" y="282569"/>
                  </a:lnTo>
                  <a:lnTo>
                    <a:pt x="383979" y="328839"/>
                  </a:lnTo>
                  <a:lnTo>
                    <a:pt x="431976" y="376190"/>
                  </a:lnTo>
                  <a:lnTo>
                    <a:pt x="479973" y="424439"/>
                  </a:lnTo>
                  <a:lnTo>
                    <a:pt x="527971" y="473385"/>
                  </a:lnTo>
                  <a:lnTo>
                    <a:pt x="575968" y="522815"/>
                  </a:lnTo>
                  <a:lnTo>
                    <a:pt x="623965" y="572503"/>
                  </a:lnTo>
                  <a:lnTo>
                    <a:pt x="671963" y="622217"/>
                  </a:lnTo>
                  <a:lnTo>
                    <a:pt x="719960" y="671723"/>
                  </a:lnTo>
                  <a:lnTo>
                    <a:pt x="767958" y="720788"/>
                  </a:lnTo>
                  <a:lnTo>
                    <a:pt x="815955" y="769188"/>
                  </a:lnTo>
                  <a:lnTo>
                    <a:pt x="863952" y="816707"/>
                  </a:lnTo>
                  <a:lnTo>
                    <a:pt x="911950" y="863150"/>
                  </a:lnTo>
                  <a:lnTo>
                    <a:pt x="959947" y="908340"/>
                  </a:lnTo>
                  <a:lnTo>
                    <a:pt x="1007944" y="952123"/>
                  </a:lnTo>
                  <a:lnTo>
                    <a:pt x="1055942" y="994375"/>
                  </a:lnTo>
                  <a:lnTo>
                    <a:pt x="1103939" y="1034997"/>
                  </a:lnTo>
                  <a:lnTo>
                    <a:pt x="1151937" y="1073922"/>
                  </a:lnTo>
                  <a:lnTo>
                    <a:pt x="1199934" y="1111107"/>
                  </a:lnTo>
                  <a:lnTo>
                    <a:pt x="1247931" y="1146542"/>
                  </a:lnTo>
                  <a:lnTo>
                    <a:pt x="1295929" y="1180236"/>
                  </a:lnTo>
                  <a:lnTo>
                    <a:pt x="1343926" y="1212222"/>
                  </a:lnTo>
                  <a:lnTo>
                    <a:pt x="1391923" y="1242551"/>
                  </a:lnTo>
                  <a:lnTo>
                    <a:pt x="1439921" y="1271288"/>
                  </a:lnTo>
                  <a:lnTo>
                    <a:pt x="1487918" y="1298508"/>
                  </a:lnTo>
                  <a:lnTo>
                    <a:pt x="1535916" y="1324292"/>
                  </a:lnTo>
                  <a:lnTo>
                    <a:pt x="1583913" y="1348727"/>
                  </a:lnTo>
                  <a:lnTo>
                    <a:pt x="1631910" y="1371899"/>
                  </a:lnTo>
                  <a:lnTo>
                    <a:pt x="1679908" y="1393897"/>
                  </a:lnTo>
                  <a:lnTo>
                    <a:pt x="1727905" y="1414803"/>
                  </a:lnTo>
                  <a:lnTo>
                    <a:pt x="1775902" y="1434698"/>
                  </a:lnTo>
                  <a:lnTo>
                    <a:pt x="1823900" y="1453658"/>
                  </a:lnTo>
                  <a:lnTo>
                    <a:pt x="1871897" y="1471754"/>
                  </a:lnTo>
                  <a:lnTo>
                    <a:pt x="1919895" y="1489054"/>
                  </a:lnTo>
                  <a:lnTo>
                    <a:pt x="1967892" y="1505617"/>
                  </a:lnTo>
                  <a:lnTo>
                    <a:pt x="2015889" y="1521499"/>
                  </a:lnTo>
                  <a:lnTo>
                    <a:pt x="2063887" y="1536752"/>
                  </a:lnTo>
                  <a:lnTo>
                    <a:pt x="2111884" y="1551423"/>
                  </a:lnTo>
                  <a:lnTo>
                    <a:pt x="2159882" y="1565554"/>
                  </a:lnTo>
                  <a:lnTo>
                    <a:pt x="2207879" y="1579184"/>
                  </a:lnTo>
                  <a:lnTo>
                    <a:pt x="2255876" y="1592347"/>
                  </a:lnTo>
                  <a:lnTo>
                    <a:pt x="2303874" y="1605075"/>
                  </a:lnTo>
                  <a:lnTo>
                    <a:pt x="2351871" y="1617397"/>
                  </a:lnTo>
                  <a:lnTo>
                    <a:pt x="2399868" y="1629340"/>
                  </a:lnTo>
                  <a:lnTo>
                    <a:pt x="2447866" y="1640926"/>
                  </a:lnTo>
                  <a:lnTo>
                    <a:pt x="2495863" y="1652178"/>
                  </a:lnTo>
                  <a:lnTo>
                    <a:pt x="2543861" y="1663114"/>
                  </a:lnTo>
                  <a:lnTo>
                    <a:pt x="2591858" y="1673753"/>
                  </a:lnTo>
                  <a:lnTo>
                    <a:pt x="2639855" y="1684111"/>
                  </a:lnTo>
                  <a:lnTo>
                    <a:pt x="2687853" y="1694202"/>
                  </a:lnTo>
                  <a:lnTo>
                    <a:pt x="2735850" y="1704041"/>
                  </a:lnTo>
                  <a:lnTo>
                    <a:pt x="2783847" y="1713639"/>
                  </a:lnTo>
                  <a:lnTo>
                    <a:pt x="2831845" y="1723008"/>
                  </a:lnTo>
                  <a:lnTo>
                    <a:pt x="2879842" y="1732159"/>
                  </a:lnTo>
                  <a:lnTo>
                    <a:pt x="2927840" y="1741100"/>
                  </a:lnTo>
                  <a:lnTo>
                    <a:pt x="2975837" y="1749841"/>
                  </a:lnTo>
                  <a:lnTo>
                    <a:pt x="3023834" y="1758390"/>
                  </a:lnTo>
                  <a:lnTo>
                    <a:pt x="3071832" y="1766754"/>
                  </a:lnTo>
                  <a:lnTo>
                    <a:pt x="3119829" y="1774940"/>
                  </a:lnTo>
                  <a:lnTo>
                    <a:pt x="3167826" y="1782956"/>
                  </a:lnTo>
                  <a:lnTo>
                    <a:pt x="3215824" y="1790807"/>
                  </a:lnTo>
                  <a:lnTo>
                    <a:pt x="3263821" y="1798498"/>
                  </a:lnTo>
                  <a:lnTo>
                    <a:pt x="3311819" y="1806035"/>
                  </a:lnTo>
                  <a:lnTo>
                    <a:pt x="3359816" y="1813422"/>
                  </a:lnTo>
                  <a:lnTo>
                    <a:pt x="3407813" y="1820666"/>
                  </a:lnTo>
                  <a:lnTo>
                    <a:pt x="3455811" y="1827768"/>
                  </a:lnTo>
                  <a:lnTo>
                    <a:pt x="3503808" y="1834735"/>
                  </a:lnTo>
                  <a:lnTo>
                    <a:pt x="3551805" y="1841570"/>
                  </a:lnTo>
                  <a:lnTo>
                    <a:pt x="3599803" y="1848275"/>
                  </a:lnTo>
                  <a:lnTo>
                    <a:pt x="3647800" y="1854856"/>
                  </a:lnTo>
                  <a:lnTo>
                    <a:pt x="3695798" y="1861314"/>
                  </a:lnTo>
                  <a:lnTo>
                    <a:pt x="3743795" y="1867654"/>
                  </a:lnTo>
                  <a:lnTo>
                    <a:pt x="3791792" y="18738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1618109" y="3203089"/>
              <a:ext cx="3791792" cy="829705"/>
            </a:xfrm>
            <a:custGeom>
              <a:avLst/>
              <a:pathLst>
                <a:path w="3791792" h="829705">
                  <a:moveTo>
                    <a:pt x="3791792" y="829705"/>
                  </a:moveTo>
                  <a:lnTo>
                    <a:pt x="3743795" y="829261"/>
                  </a:lnTo>
                  <a:lnTo>
                    <a:pt x="3695798" y="828773"/>
                  </a:lnTo>
                  <a:lnTo>
                    <a:pt x="3647800" y="828238"/>
                  </a:lnTo>
                  <a:lnTo>
                    <a:pt x="3599803" y="827651"/>
                  </a:lnTo>
                  <a:lnTo>
                    <a:pt x="3551805" y="827007"/>
                  </a:lnTo>
                  <a:lnTo>
                    <a:pt x="3503808" y="826301"/>
                  </a:lnTo>
                  <a:lnTo>
                    <a:pt x="3455811" y="825527"/>
                  </a:lnTo>
                  <a:lnTo>
                    <a:pt x="3407813" y="824678"/>
                  </a:lnTo>
                  <a:lnTo>
                    <a:pt x="3359816" y="823747"/>
                  </a:lnTo>
                  <a:lnTo>
                    <a:pt x="3311819" y="822727"/>
                  </a:lnTo>
                  <a:lnTo>
                    <a:pt x="3263821" y="821610"/>
                  </a:lnTo>
                  <a:lnTo>
                    <a:pt x="3215824" y="820386"/>
                  </a:lnTo>
                  <a:lnTo>
                    <a:pt x="3167826" y="819046"/>
                  </a:lnTo>
                  <a:lnTo>
                    <a:pt x="3119829" y="817579"/>
                  </a:lnTo>
                  <a:lnTo>
                    <a:pt x="3071832" y="815974"/>
                  </a:lnTo>
                  <a:lnTo>
                    <a:pt x="3023834" y="814219"/>
                  </a:lnTo>
                  <a:lnTo>
                    <a:pt x="2975837" y="812299"/>
                  </a:lnTo>
                  <a:lnTo>
                    <a:pt x="2927840" y="810200"/>
                  </a:lnTo>
                  <a:lnTo>
                    <a:pt x="2879842" y="807908"/>
                  </a:lnTo>
                  <a:lnTo>
                    <a:pt x="2831845" y="805405"/>
                  </a:lnTo>
                  <a:lnTo>
                    <a:pt x="2783847" y="802672"/>
                  </a:lnTo>
                  <a:lnTo>
                    <a:pt x="2735850" y="799692"/>
                  </a:lnTo>
                  <a:lnTo>
                    <a:pt x="2687853" y="796444"/>
                  </a:lnTo>
                  <a:lnTo>
                    <a:pt x="2639855" y="792904"/>
                  </a:lnTo>
                  <a:lnTo>
                    <a:pt x="2591858" y="789052"/>
                  </a:lnTo>
                  <a:lnTo>
                    <a:pt x="2543861" y="784861"/>
                  </a:lnTo>
                  <a:lnTo>
                    <a:pt x="2495863" y="780307"/>
                  </a:lnTo>
                  <a:lnTo>
                    <a:pt x="2447866" y="775361"/>
                  </a:lnTo>
                  <a:lnTo>
                    <a:pt x="2399868" y="769997"/>
                  </a:lnTo>
                  <a:lnTo>
                    <a:pt x="2351871" y="764185"/>
                  </a:lnTo>
                  <a:lnTo>
                    <a:pt x="2303874" y="757895"/>
                  </a:lnTo>
                  <a:lnTo>
                    <a:pt x="2255876" y="751095"/>
                  </a:lnTo>
                  <a:lnTo>
                    <a:pt x="2207879" y="743757"/>
                  </a:lnTo>
                  <a:lnTo>
                    <a:pt x="2159882" y="735848"/>
                  </a:lnTo>
                  <a:lnTo>
                    <a:pt x="2111884" y="727339"/>
                  </a:lnTo>
                  <a:lnTo>
                    <a:pt x="2063887" y="718200"/>
                  </a:lnTo>
                  <a:lnTo>
                    <a:pt x="2015889" y="708404"/>
                  </a:lnTo>
                  <a:lnTo>
                    <a:pt x="1967892" y="697925"/>
                  </a:lnTo>
                  <a:lnTo>
                    <a:pt x="1919895" y="686742"/>
                  </a:lnTo>
                  <a:lnTo>
                    <a:pt x="1871897" y="674837"/>
                  </a:lnTo>
                  <a:lnTo>
                    <a:pt x="1823900" y="662197"/>
                  </a:lnTo>
                  <a:lnTo>
                    <a:pt x="1775902" y="648816"/>
                  </a:lnTo>
                  <a:lnTo>
                    <a:pt x="1727905" y="634692"/>
                  </a:lnTo>
                  <a:lnTo>
                    <a:pt x="1679908" y="619835"/>
                  </a:lnTo>
                  <a:lnTo>
                    <a:pt x="1631910" y="604260"/>
                  </a:lnTo>
                  <a:lnTo>
                    <a:pt x="1583913" y="587994"/>
                  </a:lnTo>
                  <a:lnTo>
                    <a:pt x="1535916" y="571074"/>
                  </a:lnTo>
                  <a:lnTo>
                    <a:pt x="1487918" y="553543"/>
                  </a:lnTo>
                  <a:lnTo>
                    <a:pt x="1439921" y="535458"/>
                  </a:lnTo>
                  <a:lnTo>
                    <a:pt x="1391923" y="516881"/>
                  </a:lnTo>
                  <a:lnTo>
                    <a:pt x="1343926" y="497885"/>
                  </a:lnTo>
                  <a:lnTo>
                    <a:pt x="1295929" y="478544"/>
                  </a:lnTo>
                  <a:lnTo>
                    <a:pt x="1247931" y="458940"/>
                  </a:lnTo>
                  <a:lnTo>
                    <a:pt x="1199934" y="439152"/>
                  </a:lnTo>
                  <a:lnTo>
                    <a:pt x="1151937" y="419261"/>
                  </a:lnTo>
                  <a:lnTo>
                    <a:pt x="1103939" y="399341"/>
                  </a:lnTo>
                  <a:lnTo>
                    <a:pt x="1055942" y="379463"/>
                  </a:lnTo>
                  <a:lnTo>
                    <a:pt x="1007944" y="359689"/>
                  </a:lnTo>
                  <a:lnTo>
                    <a:pt x="959947" y="340072"/>
                  </a:lnTo>
                  <a:lnTo>
                    <a:pt x="911950" y="320657"/>
                  </a:lnTo>
                  <a:lnTo>
                    <a:pt x="863952" y="301478"/>
                  </a:lnTo>
                  <a:lnTo>
                    <a:pt x="815955" y="282561"/>
                  </a:lnTo>
                  <a:lnTo>
                    <a:pt x="767958" y="263923"/>
                  </a:lnTo>
                  <a:lnTo>
                    <a:pt x="719960" y="245574"/>
                  </a:lnTo>
                  <a:lnTo>
                    <a:pt x="671963" y="227517"/>
                  </a:lnTo>
                  <a:lnTo>
                    <a:pt x="623965" y="209750"/>
                  </a:lnTo>
                  <a:lnTo>
                    <a:pt x="575968" y="192268"/>
                  </a:lnTo>
                  <a:lnTo>
                    <a:pt x="527971" y="175060"/>
                  </a:lnTo>
                  <a:lnTo>
                    <a:pt x="479973" y="158114"/>
                  </a:lnTo>
                  <a:lnTo>
                    <a:pt x="431976" y="141419"/>
                  </a:lnTo>
                  <a:lnTo>
                    <a:pt x="383979" y="124958"/>
                  </a:lnTo>
                  <a:lnTo>
                    <a:pt x="335981" y="108718"/>
                  </a:lnTo>
                  <a:lnTo>
                    <a:pt x="287984" y="92683"/>
                  </a:lnTo>
                  <a:lnTo>
                    <a:pt x="239986" y="76839"/>
                  </a:lnTo>
                  <a:lnTo>
                    <a:pt x="191989" y="61171"/>
                  </a:lnTo>
                  <a:lnTo>
                    <a:pt x="143992" y="45666"/>
                  </a:lnTo>
                  <a:lnTo>
                    <a:pt x="95994" y="30310"/>
                  </a:lnTo>
                  <a:lnTo>
                    <a:pt x="47997" y="1509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1618109" y="2441613"/>
              <a:ext cx="3791792" cy="1553868"/>
            </a:xfrm>
            <a:custGeom>
              <a:avLst/>
              <a:pathLst>
                <a:path w="3791792" h="1553868">
                  <a:moveTo>
                    <a:pt x="0" y="0"/>
                  </a:moveTo>
                  <a:lnTo>
                    <a:pt x="47997" y="37433"/>
                  </a:lnTo>
                  <a:lnTo>
                    <a:pt x="95994" y="75204"/>
                  </a:lnTo>
                  <a:lnTo>
                    <a:pt x="143992" y="113254"/>
                  </a:lnTo>
                  <a:lnTo>
                    <a:pt x="191989" y="151524"/>
                  </a:lnTo>
                  <a:lnTo>
                    <a:pt x="239986" y="189953"/>
                  </a:lnTo>
                  <a:lnTo>
                    <a:pt x="287984" y="228478"/>
                  </a:lnTo>
                  <a:lnTo>
                    <a:pt x="335981" y="267036"/>
                  </a:lnTo>
                  <a:lnTo>
                    <a:pt x="383979" y="305564"/>
                  </a:lnTo>
                  <a:lnTo>
                    <a:pt x="431976" y="343999"/>
                  </a:lnTo>
                  <a:lnTo>
                    <a:pt x="479973" y="382279"/>
                  </a:lnTo>
                  <a:lnTo>
                    <a:pt x="527971" y="420343"/>
                  </a:lnTo>
                  <a:lnTo>
                    <a:pt x="575968" y="458130"/>
                  </a:lnTo>
                  <a:lnTo>
                    <a:pt x="623965" y="495582"/>
                  </a:lnTo>
                  <a:lnTo>
                    <a:pt x="671963" y="532643"/>
                  </a:lnTo>
                  <a:lnTo>
                    <a:pt x="719960" y="569260"/>
                  </a:lnTo>
                  <a:lnTo>
                    <a:pt x="767958" y="605382"/>
                  </a:lnTo>
                  <a:lnTo>
                    <a:pt x="815955" y="640960"/>
                  </a:lnTo>
                  <a:lnTo>
                    <a:pt x="863952" y="675950"/>
                  </a:lnTo>
                  <a:lnTo>
                    <a:pt x="911950" y="710310"/>
                  </a:lnTo>
                  <a:lnTo>
                    <a:pt x="959947" y="744004"/>
                  </a:lnTo>
                  <a:lnTo>
                    <a:pt x="1007944" y="776995"/>
                  </a:lnTo>
                  <a:lnTo>
                    <a:pt x="1055942" y="809254"/>
                  </a:lnTo>
                  <a:lnTo>
                    <a:pt x="1103939" y="840754"/>
                  </a:lnTo>
                  <a:lnTo>
                    <a:pt x="1151937" y="871471"/>
                  </a:lnTo>
                  <a:lnTo>
                    <a:pt x="1199934" y="901385"/>
                  </a:lnTo>
                  <a:lnTo>
                    <a:pt x="1247931" y="930482"/>
                  </a:lnTo>
                  <a:lnTo>
                    <a:pt x="1295929" y="958747"/>
                  </a:lnTo>
                  <a:lnTo>
                    <a:pt x="1343926" y="986173"/>
                  </a:lnTo>
                  <a:lnTo>
                    <a:pt x="1391923" y="1012752"/>
                  </a:lnTo>
                  <a:lnTo>
                    <a:pt x="1439921" y="1038481"/>
                  </a:lnTo>
                  <a:lnTo>
                    <a:pt x="1487918" y="1063362"/>
                  </a:lnTo>
                  <a:lnTo>
                    <a:pt x="1535916" y="1087396"/>
                  </a:lnTo>
                  <a:lnTo>
                    <a:pt x="1583913" y="1110588"/>
                  </a:lnTo>
                  <a:lnTo>
                    <a:pt x="1631910" y="1132947"/>
                  </a:lnTo>
                  <a:lnTo>
                    <a:pt x="1679908" y="1154480"/>
                  </a:lnTo>
                  <a:lnTo>
                    <a:pt x="1727905" y="1175200"/>
                  </a:lnTo>
                  <a:lnTo>
                    <a:pt x="1775902" y="1195121"/>
                  </a:lnTo>
                  <a:lnTo>
                    <a:pt x="1823900" y="1214256"/>
                  </a:lnTo>
                  <a:lnTo>
                    <a:pt x="1871897" y="1232621"/>
                  </a:lnTo>
                  <a:lnTo>
                    <a:pt x="1919895" y="1250235"/>
                  </a:lnTo>
                  <a:lnTo>
                    <a:pt x="1967892" y="1267114"/>
                  </a:lnTo>
                  <a:lnTo>
                    <a:pt x="2015889" y="1283278"/>
                  </a:lnTo>
                  <a:lnTo>
                    <a:pt x="2063887" y="1298747"/>
                  </a:lnTo>
                  <a:lnTo>
                    <a:pt x="2111884" y="1313541"/>
                  </a:lnTo>
                  <a:lnTo>
                    <a:pt x="2159882" y="1327680"/>
                  </a:lnTo>
                  <a:lnTo>
                    <a:pt x="2207879" y="1341186"/>
                  </a:lnTo>
                  <a:lnTo>
                    <a:pt x="2255876" y="1354078"/>
                  </a:lnTo>
                  <a:lnTo>
                    <a:pt x="2303874" y="1366379"/>
                  </a:lnTo>
                  <a:lnTo>
                    <a:pt x="2351871" y="1378110"/>
                  </a:lnTo>
                  <a:lnTo>
                    <a:pt x="2399868" y="1389290"/>
                  </a:lnTo>
                  <a:lnTo>
                    <a:pt x="2447866" y="1399941"/>
                  </a:lnTo>
                  <a:lnTo>
                    <a:pt x="2495863" y="1410084"/>
                  </a:lnTo>
                  <a:lnTo>
                    <a:pt x="2543861" y="1419738"/>
                  </a:lnTo>
                  <a:lnTo>
                    <a:pt x="2591858" y="1428923"/>
                  </a:lnTo>
                  <a:lnTo>
                    <a:pt x="2639855" y="1437659"/>
                  </a:lnTo>
                  <a:lnTo>
                    <a:pt x="2687853" y="1445965"/>
                  </a:lnTo>
                  <a:lnTo>
                    <a:pt x="2735850" y="1453858"/>
                  </a:lnTo>
                  <a:lnTo>
                    <a:pt x="2783847" y="1461357"/>
                  </a:lnTo>
                  <a:lnTo>
                    <a:pt x="2831845" y="1468480"/>
                  </a:lnTo>
                  <a:lnTo>
                    <a:pt x="2879842" y="1475242"/>
                  </a:lnTo>
                  <a:lnTo>
                    <a:pt x="2927840" y="1481662"/>
                  </a:lnTo>
                  <a:lnTo>
                    <a:pt x="2975837" y="1487753"/>
                  </a:lnTo>
                  <a:lnTo>
                    <a:pt x="3023834" y="1493532"/>
                  </a:lnTo>
                  <a:lnTo>
                    <a:pt x="3071832" y="1499013"/>
                  </a:lnTo>
                  <a:lnTo>
                    <a:pt x="3119829" y="1504210"/>
                  </a:lnTo>
                  <a:lnTo>
                    <a:pt x="3167826" y="1509137"/>
                  </a:lnTo>
                  <a:lnTo>
                    <a:pt x="3215824" y="1513807"/>
                  </a:lnTo>
                  <a:lnTo>
                    <a:pt x="3263821" y="1518233"/>
                  </a:lnTo>
                  <a:lnTo>
                    <a:pt x="3311819" y="1522426"/>
                  </a:lnTo>
                  <a:lnTo>
                    <a:pt x="3359816" y="1526398"/>
                  </a:lnTo>
                  <a:lnTo>
                    <a:pt x="3407813" y="1530161"/>
                  </a:lnTo>
                  <a:lnTo>
                    <a:pt x="3455811" y="1533723"/>
                  </a:lnTo>
                  <a:lnTo>
                    <a:pt x="3503808" y="1537097"/>
                  </a:lnTo>
                  <a:lnTo>
                    <a:pt x="3551805" y="1540290"/>
                  </a:lnTo>
                  <a:lnTo>
                    <a:pt x="3599803" y="1543313"/>
                  </a:lnTo>
                  <a:lnTo>
                    <a:pt x="3647800" y="1546174"/>
                  </a:lnTo>
                  <a:lnTo>
                    <a:pt x="3695798" y="1548882"/>
                  </a:lnTo>
                  <a:lnTo>
                    <a:pt x="3743795" y="1551444"/>
                  </a:lnTo>
                  <a:lnTo>
                    <a:pt x="3791792" y="1553868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1618127" y="1538968"/>
              <a:ext cx="3791766" cy="1303943"/>
            </a:xfrm>
            <a:custGeom>
              <a:avLst/>
              <a:pathLst>
                <a:path w="3791766" h="1303943">
                  <a:moveTo>
                    <a:pt x="0" y="0"/>
                  </a:moveTo>
                  <a:lnTo>
                    <a:pt x="47997" y="5103"/>
                  </a:lnTo>
                  <a:lnTo>
                    <a:pt x="95994" y="10302"/>
                  </a:lnTo>
                  <a:lnTo>
                    <a:pt x="143991" y="15597"/>
                  </a:lnTo>
                  <a:lnTo>
                    <a:pt x="191988" y="20985"/>
                  </a:lnTo>
                  <a:lnTo>
                    <a:pt x="239985" y="26466"/>
                  </a:lnTo>
                  <a:lnTo>
                    <a:pt x="287982" y="32038"/>
                  </a:lnTo>
                  <a:lnTo>
                    <a:pt x="335979" y="37697"/>
                  </a:lnTo>
                  <a:lnTo>
                    <a:pt x="383976" y="43441"/>
                  </a:lnTo>
                  <a:lnTo>
                    <a:pt x="431973" y="49267"/>
                  </a:lnTo>
                  <a:lnTo>
                    <a:pt x="479970" y="55171"/>
                  </a:lnTo>
                  <a:lnTo>
                    <a:pt x="527967" y="61148"/>
                  </a:lnTo>
                  <a:lnTo>
                    <a:pt x="575964" y="67194"/>
                  </a:lnTo>
                  <a:lnTo>
                    <a:pt x="623961" y="73303"/>
                  </a:lnTo>
                  <a:lnTo>
                    <a:pt x="671958" y="79469"/>
                  </a:lnTo>
                  <a:lnTo>
                    <a:pt x="719955" y="85685"/>
                  </a:lnTo>
                  <a:lnTo>
                    <a:pt x="767952" y="91943"/>
                  </a:lnTo>
                  <a:lnTo>
                    <a:pt x="815949" y="98234"/>
                  </a:lnTo>
                  <a:lnTo>
                    <a:pt x="863946" y="104549"/>
                  </a:lnTo>
                  <a:lnTo>
                    <a:pt x="911943" y="110877"/>
                  </a:lnTo>
                  <a:lnTo>
                    <a:pt x="959940" y="117207"/>
                  </a:lnTo>
                  <a:lnTo>
                    <a:pt x="1007938" y="123526"/>
                  </a:lnTo>
                  <a:lnTo>
                    <a:pt x="1055935" y="129822"/>
                  </a:lnTo>
                  <a:lnTo>
                    <a:pt x="1103932" y="136078"/>
                  </a:lnTo>
                  <a:lnTo>
                    <a:pt x="1151929" y="142281"/>
                  </a:lnTo>
                  <a:lnTo>
                    <a:pt x="1199926" y="148412"/>
                  </a:lnTo>
                  <a:lnTo>
                    <a:pt x="1247923" y="154453"/>
                  </a:lnTo>
                  <a:lnTo>
                    <a:pt x="1295920" y="160387"/>
                  </a:lnTo>
                  <a:lnTo>
                    <a:pt x="1343917" y="166193"/>
                  </a:lnTo>
                  <a:lnTo>
                    <a:pt x="1391914" y="171850"/>
                  </a:lnTo>
                  <a:lnTo>
                    <a:pt x="1439911" y="177337"/>
                  </a:lnTo>
                  <a:lnTo>
                    <a:pt x="1487908" y="182633"/>
                  </a:lnTo>
                  <a:lnTo>
                    <a:pt x="1535905" y="187715"/>
                  </a:lnTo>
                  <a:lnTo>
                    <a:pt x="1583902" y="192562"/>
                  </a:lnTo>
                  <a:lnTo>
                    <a:pt x="1631899" y="197151"/>
                  </a:lnTo>
                  <a:lnTo>
                    <a:pt x="1679896" y="201462"/>
                  </a:lnTo>
                  <a:lnTo>
                    <a:pt x="1727893" y="205476"/>
                  </a:lnTo>
                  <a:lnTo>
                    <a:pt x="1775890" y="209172"/>
                  </a:lnTo>
                  <a:lnTo>
                    <a:pt x="1823887" y="212536"/>
                  </a:lnTo>
                  <a:lnTo>
                    <a:pt x="1871884" y="215552"/>
                  </a:lnTo>
                  <a:lnTo>
                    <a:pt x="1919881" y="218209"/>
                  </a:lnTo>
                  <a:lnTo>
                    <a:pt x="1967879" y="220496"/>
                  </a:lnTo>
                  <a:lnTo>
                    <a:pt x="2015876" y="222409"/>
                  </a:lnTo>
                  <a:lnTo>
                    <a:pt x="2063873" y="223942"/>
                  </a:lnTo>
                  <a:lnTo>
                    <a:pt x="2111870" y="225096"/>
                  </a:lnTo>
                  <a:lnTo>
                    <a:pt x="2159867" y="225874"/>
                  </a:lnTo>
                  <a:lnTo>
                    <a:pt x="2207864" y="226280"/>
                  </a:lnTo>
                  <a:lnTo>
                    <a:pt x="2255861" y="226322"/>
                  </a:lnTo>
                  <a:lnTo>
                    <a:pt x="2303858" y="226012"/>
                  </a:lnTo>
                  <a:lnTo>
                    <a:pt x="2351855" y="225360"/>
                  </a:lnTo>
                  <a:lnTo>
                    <a:pt x="2399852" y="224380"/>
                  </a:lnTo>
                  <a:lnTo>
                    <a:pt x="2447849" y="223089"/>
                  </a:lnTo>
                  <a:lnTo>
                    <a:pt x="2495846" y="221502"/>
                  </a:lnTo>
                  <a:lnTo>
                    <a:pt x="2543843" y="219636"/>
                  </a:lnTo>
                  <a:lnTo>
                    <a:pt x="2591840" y="217508"/>
                  </a:lnTo>
                  <a:lnTo>
                    <a:pt x="2639837" y="215136"/>
                  </a:lnTo>
                  <a:lnTo>
                    <a:pt x="2687834" y="212536"/>
                  </a:lnTo>
                  <a:lnTo>
                    <a:pt x="2735831" y="209727"/>
                  </a:lnTo>
                  <a:lnTo>
                    <a:pt x="2783828" y="206725"/>
                  </a:lnTo>
                  <a:lnTo>
                    <a:pt x="2831825" y="203546"/>
                  </a:lnTo>
                  <a:lnTo>
                    <a:pt x="2879822" y="200205"/>
                  </a:lnTo>
                  <a:lnTo>
                    <a:pt x="2927820" y="196717"/>
                  </a:lnTo>
                  <a:lnTo>
                    <a:pt x="2975817" y="193097"/>
                  </a:lnTo>
                  <a:lnTo>
                    <a:pt x="3023814" y="189357"/>
                  </a:lnTo>
                  <a:lnTo>
                    <a:pt x="3071811" y="185511"/>
                  </a:lnTo>
                  <a:lnTo>
                    <a:pt x="3119808" y="181570"/>
                  </a:lnTo>
                  <a:lnTo>
                    <a:pt x="3167805" y="177544"/>
                  </a:lnTo>
                  <a:lnTo>
                    <a:pt x="3215802" y="173446"/>
                  </a:lnTo>
                  <a:lnTo>
                    <a:pt x="3263799" y="169283"/>
                  </a:lnTo>
                  <a:lnTo>
                    <a:pt x="3311796" y="165066"/>
                  </a:lnTo>
                  <a:lnTo>
                    <a:pt x="3359793" y="160803"/>
                  </a:lnTo>
                  <a:lnTo>
                    <a:pt x="3407790" y="156500"/>
                  </a:lnTo>
                  <a:lnTo>
                    <a:pt x="3455787" y="152166"/>
                  </a:lnTo>
                  <a:lnTo>
                    <a:pt x="3503784" y="147808"/>
                  </a:lnTo>
                  <a:lnTo>
                    <a:pt x="3551781" y="143430"/>
                  </a:lnTo>
                  <a:lnTo>
                    <a:pt x="3599778" y="139040"/>
                  </a:lnTo>
                  <a:lnTo>
                    <a:pt x="3647775" y="134642"/>
                  </a:lnTo>
                  <a:lnTo>
                    <a:pt x="3695772" y="130241"/>
                  </a:lnTo>
                  <a:lnTo>
                    <a:pt x="3743769" y="125841"/>
                  </a:lnTo>
                  <a:lnTo>
                    <a:pt x="3791766" y="121448"/>
                  </a:lnTo>
                  <a:lnTo>
                    <a:pt x="3791766" y="1303943"/>
                  </a:lnTo>
                  <a:lnTo>
                    <a:pt x="3743769" y="1285736"/>
                  </a:lnTo>
                  <a:lnTo>
                    <a:pt x="3695772" y="1267588"/>
                  </a:lnTo>
                  <a:lnTo>
                    <a:pt x="3647775" y="1249514"/>
                  </a:lnTo>
                  <a:lnTo>
                    <a:pt x="3599778" y="1231528"/>
                  </a:lnTo>
                  <a:lnTo>
                    <a:pt x="3551781" y="1213645"/>
                  </a:lnTo>
                  <a:lnTo>
                    <a:pt x="3503784" y="1195879"/>
                  </a:lnTo>
                  <a:lnTo>
                    <a:pt x="3455787" y="1178246"/>
                  </a:lnTo>
                  <a:lnTo>
                    <a:pt x="3407790" y="1160762"/>
                  </a:lnTo>
                  <a:lnTo>
                    <a:pt x="3359793" y="1143444"/>
                  </a:lnTo>
                  <a:lnTo>
                    <a:pt x="3311796" y="1126307"/>
                  </a:lnTo>
                  <a:lnTo>
                    <a:pt x="3263799" y="1109369"/>
                  </a:lnTo>
                  <a:lnTo>
                    <a:pt x="3215802" y="1092648"/>
                  </a:lnTo>
                  <a:lnTo>
                    <a:pt x="3167805" y="1076162"/>
                  </a:lnTo>
                  <a:lnTo>
                    <a:pt x="3119808" y="1059929"/>
                  </a:lnTo>
                  <a:lnTo>
                    <a:pt x="3071811" y="1043969"/>
                  </a:lnTo>
                  <a:lnTo>
                    <a:pt x="3023814" y="1028300"/>
                  </a:lnTo>
                  <a:lnTo>
                    <a:pt x="2975817" y="1012943"/>
                  </a:lnTo>
                  <a:lnTo>
                    <a:pt x="2927820" y="997919"/>
                  </a:lnTo>
                  <a:lnTo>
                    <a:pt x="2879822" y="983250"/>
                  </a:lnTo>
                  <a:lnTo>
                    <a:pt x="2831825" y="968955"/>
                  </a:lnTo>
                  <a:lnTo>
                    <a:pt x="2783828" y="955058"/>
                  </a:lnTo>
                  <a:lnTo>
                    <a:pt x="2735831" y="941582"/>
                  </a:lnTo>
                  <a:lnTo>
                    <a:pt x="2687834" y="928549"/>
                  </a:lnTo>
                  <a:lnTo>
                    <a:pt x="2639837" y="915982"/>
                  </a:lnTo>
                  <a:lnTo>
                    <a:pt x="2591840" y="903904"/>
                  </a:lnTo>
                  <a:lnTo>
                    <a:pt x="2543843" y="892340"/>
                  </a:lnTo>
                  <a:lnTo>
                    <a:pt x="2495846" y="881311"/>
                  </a:lnTo>
                  <a:lnTo>
                    <a:pt x="2447849" y="870840"/>
                  </a:lnTo>
                  <a:lnTo>
                    <a:pt x="2399852" y="860950"/>
                  </a:lnTo>
                  <a:lnTo>
                    <a:pt x="2351855" y="851660"/>
                  </a:lnTo>
                  <a:lnTo>
                    <a:pt x="2303858" y="842991"/>
                  </a:lnTo>
                  <a:lnTo>
                    <a:pt x="2255861" y="834960"/>
                  </a:lnTo>
                  <a:lnTo>
                    <a:pt x="2207864" y="827582"/>
                  </a:lnTo>
                  <a:lnTo>
                    <a:pt x="2159867" y="820873"/>
                  </a:lnTo>
                  <a:lnTo>
                    <a:pt x="2111870" y="814842"/>
                  </a:lnTo>
                  <a:lnTo>
                    <a:pt x="2063873" y="809497"/>
                  </a:lnTo>
                  <a:lnTo>
                    <a:pt x="2015876" y="804843"/>
                  </a:lnTo>
                  <a:lnTo>
                    <a:pt x="1967879" y="800882"/>
                  </a:lnTo>
                  <a:lnTo>
                    <a:pt x="1919881" y="797613"/>
                  </a:lnTo>
                  <a:lnTo>
                    <a:pt x="1871884" y="795029"/>
                  </a:lnTo>
                  <a:lnTo>
                    <a:pt x="1823887" y="793122"/>
                  </a:lnTo>
                  <a:lnTo>
                    <a:pt x="1775890" y="791883"/>
                  </a:lnTo>
                  <a:lnTo>
                    <a:pt x="1727893" y="791295"/>
                  </a:lnTo>
                  <a:lnTo>
                    <a:pt x="1679896" y="791344"/>
                  </a:lnTo>
                  <a:lnTo>
                    <a:pt x="1631899" y="792010"/>
                  </a:lnTo>
                  <a:lnTo>
                    <a:pt x="1583902" y="793274"/>
                  </a:lnTo>
                  <a:lnTo>
                    <a:pt x="1535905" y="795113"/>
                  </a:lnTo>
                  <a:lnTo>
                    <a:pt x="1487908" y="797505"/>
                  </a:lnTo>
                  <a:lnTo>
                    <a:pt x="1439911" y="800427"/>
                  </a:lnTo>
                  <a:lnTo>
                    <a:pt x="1391914" y="803856"/>
                  </a:lnTo>
                  <a:lnTo>
                    <a:pt x="1343917" y="807768"/>
                  </a:lnTo>
                  <a:lnTo>
                    <a:pt x="1295920" y="812140"/>
                  </a:lnTo>
                  <a:lnTo>
                    <a:pt x="1247923" y="816950"/>
                  </a:lnTo>
                  <a:lnTo>
                    <a:pt x="1199926" y="822174"/>
                  </a:lnTo>
                  <a:lnTo>
                    <a:pt x="1151929" y="827792"/>
                  </a:lnTo>
                  <a:lnTo>
                    <a:pt x="1103932" y="833783"/>
                  </a:lnTo>
                  <a:lnTo>
                    <a:pt x="1055935" y="840128"/>
                  </a:lnTo>
                  <a:lnTo>
                    <a:pt x="1007938" y="846807"/>
                  </a:lnTo>
                  <a:lnTo>
                    <a:pt x="959940" y="853803"/>
                  </a:lnTo>
                  <a:lnTo>
                    <a:pt x="911943" y="861098"/>
                  </a:lnTo>
                  <a:lnTo>
                    <a:pt x="863946" y="868677"/>
                  </a:lnTo>
                  <a:lnTo>
                    <a:pt x="815949" y="876525"/>
                  </a:lnTo>
                  <a:lnTo>
                    <a:pt x="767952" y="884627"/>
                  </a:lnTo>
                  <a:lnTo>
                    <a:pt x="719955" y="892969"/>
                  </a:lnTo>
                  <a:lnTo>
                    <a:pt x="671958" y="901539"/>
                  </a:lnTo>
                  <a:lnTo>
                    <a:pt x="623961" y="910324"/>
                  </a:lnTo>
                  <a:lnTo>
                    <a:pt x="575964" y="919314"/>
                  </a:lnTo>
                  <a:lnTo>
                    <a:pt x="527967" y="928498"/>
                  </a:lnTo>
                  <a:lnTo>
                    <a:pt x="479970" y="937865"/>
                  </a:lnTo>
                  <a:lnTo>
                    <a:pt x="431973" y="947406"/>
                  </a:lnTo>
                  <a:lnTo>
                    <a:pt x="383976" y="957112"/>
                  </a:lnTo>
                  <a:lnTo>
                    <a:pt x="335979" y="966974"/>
                  </a:lnTo>
                  <a:lnTo>
                    <a:pt x="287982" y="976985"/>
                  </a:lnTo>
                  <a:lnTo>
                    <a:pt x="239985" y="987135"/>
                  </a:lnTo>
                  <a:lnTo>
                    <a:pt x="191988" y="997419"/>
                  </a:lnTo>
                  <a:lnTo>
                    <a:pt x="143991" y="1007828"/>
                  </a:lnTo>
                  <a:lnTo>
                    <a:pt x="95994" y="1018356"/>
                  </a:lnTo>
                  <a:lnTo>
                    <a:pt x="47997" y="1028997"/>
                  </a:lnTo>
                  <a:lnTo>
                    <a:pt x="0" y="1039744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1618127" y="1538968"/>
              <a:ext cx="3791766" cy="226322"/>
            </a:xfrm>
            <a:custGeom>
              <a:avLst/>
              <a:pathLst>
                <a:path w="3791766" h="226322">
                  <a:moveTo>
                    <a:pt x="0" y="0"/>
                  </a:moveTo>
                  <a:lnTo>
                    <a:pt x="47997" y="5103"/>
                  </a:lnTo>
                  <a:lnTo>
                    <a:pt x="95994" y="10302"/>
                  </a:lnTo>
                  <a:lnTo>
                    <a:pt x="143991" y="15597"/>
                  </a:lnTo>
                  <a:lnTo>
                    <a:pt x="191988" y="20985"/>
                  </a:lnTo>
                  <a:lnTo>
                    <a:pt x="239985" y="26466"/>
                  </a:lnTo>
                  <a:lnTo>
                    <a:pt x="287982" y="32038"/>
                  </a:lnTo>
                  <a:lnTo>
                    <a:pt x="335979" y="37697"/>
                  </a:lnTo>
                  <a:lnTo>
                    <a:pt x="383976" y="43441"/>
                  </a:lnTo>
                  <a:lnTo>
                    <a:pt x="431973" y="49267"/>
                  </a:lnTo>
                  <a:lnTo>
                    <a:pt x="479970" y="55171"/>
                  </a:lnTo>
                  <a:lnTo>
                    <a:pt x="527967" y="61148"/>
                  </a:lnTo>
                  <a:lnTo>
                    <a:pt x="575964" y="67194"/>
                  </a:lnTo>
                  <a:lnTo>
                    <a:pt x="623961" y="73303"/>
                  </a:lnTo>
                  <a:lnTo>
                    <a:pt x="671958" y="79469"/>
                  </a:lnTo>
                  <a:lnTo>
                    <a:pt x="719955" y="85685"/>
                  </a:lnTo>
                  <a:lnTo>
                    <a:pt x="767952" y="91943"/>
                  </a:lnTo>
                  <a:lnTo>
                    <a:pt x="815949" y="98234"/>
                  </a:lnTo>
                  <a:lnTo>
                    <a:pt x="863946" y="104549"/>
                  </a:lnTo>
                  <a:lnTo>
                    <a:pt x="911943" y="110877"/>
                  </a:lnTo>
                  <a:lnTo>
                    <a:pt x="959940" y="117207"/>
                  </a:lnTo>
                  <a:lnTo>
                    <a:pt x="1007938" y="123526"/>
                  </a:lnTo>
                  <a:lnTo>
                    <a:pt x="1055935" y="129822"/>
                  </a:lnTo>
                  <a:lnTo>
                    <a:pt x="1103932" y="136078"/>
                  </a:lnTo>
                  <a:lnTo>
                    <a:pt x="1151929" y="142281"/>
                  </a:lnTo>
                  <a:lnTo>
                    <a:pt x="1199926" y="148412"/>
                  </a:lnTo>
                  <a:lnTo>
                    <a:pt x="1247923" y="154453"/>
                  </a:lnTo>
                  <a:lnTo>
                    <a:pt x="1295920" y="160387"/>
                  </a:lnTo>
                  <a:lnTo>
                    <a:pt x="1343917" y="166193"/>
                  </a:lnTo>
                  <a:lnTo>
                    <a:pt x="1391914" y="171850"/>
                  </a:lnTo>
                  <a:lnTo>
                    <a:pt x="1439911" y="177337"/>
                  </a:lnTo>
                  <a:lnTo>
                    <a:pt x="1487908" y="182633"/>
                  </a:lnTo>
                  <a:lnTo>
                    <a:pt x="1535905" y="187715"/>
                  </a:lnTo>
                  <a:lnTo>
                    <a:pt x="1583902" y="192562"/>
                  </a:lnTo>
                  <a:lnTo>
                    <a:pt x="1631899" y="197151"/>
                  </a:lnTo>
                  <a:lnTo>
                    <a:pt x="1679896" y="201462"/>
                  </a:lnTo>
                  <a:lnTo>
                    <a:pt x="1727893" y="205476"/>
                  </a:lnTo>
                  <a:lnTo>
                    <a:pt x="1775890" y="209172"/>
                  </a:lnTo>
                  <a:lnTo>
                    <a:pt x="1823887" y="212536"/>
                  </a:lnTo>
                  <a:lnTo>
                    <a:pt x="1871884" y="215552"/>
                  </a:lnTo>
                  <a:lnTo>
                    <a:pt x="1919881" y="218209"/>
                  </a:lnTo>
                  <a:lnTo>
                    <a:pt x="1967879" y="220496"/>
                  </a:lnTo>
                  <a:lnTo>
                    <a:pt x="2015876" y="222409"/>
                  </a:lnTo>
                  <a:lnTo>
                    <a:pt x="2063873" y="223942"/>
                  </a:lnTo>
                  <a:lnTo>
                    <a:pt x="2111870" y="225096"/>
                  </a:lnTo>
                  <a:lnTo>
                    <a:pt x="2159867" y="225874"/>
                  </a:lnTo>
                  <a:lnTo>
                    <a:pt x="2207864" y="226280"/>
                  </a:lnTo>
                  <a:lnTo>
                    <a:pt x="2255861" y="226322"/>
                  </a:lnTo>
                  <a:lnTo>
                    <a:pt x="2303858" y="226012"/>
                  </a:lnTo>
                  <a:lnTo>
                    <a:pt x="2351855" y="225360"/>
                  </a:lnTo>
                  <a:lnTo>
                    <a:pt x="2399852" y="224380"/>
                  </a:lnTo>
                  <a:lnTo>
                    <a:pt x="2447849" y="223089"/>
                  </a:lnTo>
                  <a:lnTo>
                    <a:pt x="2495846" y="221502"/>
                  </a:lnTo>
                  <a:lnTo>
                    <a:pt x="2543843" y="219636"/>
                  </a:lnTo>
                  <a:lnTo>
                    <a:pt x="2591840" y="217508"/>
                  </a:lnTo>
                  <a:lnTo>
                    <a:pt x="2639837" y="215136"/>
                  </a:lnTo>
                  <a:lnTo>
                    <a:pt x="2687834" y="212536"/>
                  </a:lnTo>
                  <a:lnTo>
                    <a:pt x="2735831" y="209727"/>
                  </a:lnTo>
                  <a:lnTo>
                    <a:pt x="2783828" y="206725"/>
                  </a:lnTo>
                  <a:lnTo>
                    <a:pt x="2831825" y="203546"/>
                  </a:lnTo>
                  <a:lnTo>
                    <a:pt x="2879822" y="200205"/>
                  </a:lnTo>
                  <a:lnTo>
                    <a:pt x="2927820" y="196717"/>
                  </a:lnTo>
                  <a:lnTo>
                    <a:pt x="2975817" y="193097"/>
                  </a:lnTo>
                  <a:lnTo>
                    <a:pt x="3023814" y="189357"/>
                  </a:lnTo>
                  <a:lnTo>
                    <a:pt x="3071811" y="185511"/>
                  </a:lnTo>
                  <a:lnTo>
                    <a:pt x="3119808" y="181570"/>
                  </a:lnTo>
                  <a:lnTo>
                    <a:pt x="3167805" y="177544"/>
                  </a:lnTo>
                  <a:lnTo>
                    <a:pt x="3215802" y="173446"/>
                  </a:lnTo>
                  <a:lnTo>
                    <a:pt x="3263799" y="169283"/>
                  </a:lnTo>
                  <a:lnTo>
                    <a:pt x="3311796" y="165066"/>
                  </a:lnTo>
                  <a:lnTo>
                    <a:pt x="3359793" y="160803"/>
                  </a:lnTo>
                  <a:lnTo>
                    <a:pt x="3407790" y="156500"/>
                  </a:lnTo>
                  <a:lnTo>
                    <a:pt x="3455787" y="152166"/>
                  </a:lnTo>
                  <a:lnTo>
                    <a:pt x="3503784" y="147808"/>
                  </a:lnTo>
                  <a:lnTo>
                    <a:pt x="3551781" y="143430"/>
                  </a:lnTo>
                  <a:lnTo>
                    <a:pt x="3599778" y="139040"/>
                  </a:lnTo>
                  <a:lnTo>
                    <a:pt x="3647775" y="134642"/>
                  </a:lnTo>
                  <a:lnTo>
                    <a:pt x="3695772" y="130241"/>
                  </a:lnTo>
                  <a:lnTo>
                    <a:pt x="3743769" y="125841"/>
                  </a:lnTo>
                  <a:lnTo>
                    <a:pt x="3791766" y="1214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1618127" y="2330264"/>
              <a:ext cx="3791766" cy="512647"/>
            </a:xfrm>
            <a:custGeom>
              <a:avLst/>
              <a:pathLst>
                <a:path w="3791766" h="512647">
                  <a:moveTo>
                    <a:pt x="3791766" y="512647"/>
                  </a:moveTo>
                  <a:lnTo>
                    <a:pt x="3743769" y="494440"/>
                  </a:lnTo>
                  <a:lnTo>
                    <a:pt x="3695772" y="476292"/>
                  </a:lnTo>
                  <a:lnTo>
                    <a:pt x="3647775" y="458218"/>
                  </a:lnTo>
                  <a:lnTo>
                    <a:pt x="3599778" y="440232"/>
                  </a:lnTo>
                  <a:lnTo>
                    <a:pt x="3551781" y="422349"/>
                  </a:lnTo>
                  <a:lnTo>
                    <a:pt x="3503784" y="404583"/>
                  </a:lnTo>
                  <a:lnTo>
                    <a:pt x="3455787" y="386950"/>
                  </a:lnTo>
                  <a:lnTo>
                    <a:pt x="3407790" y="369466"/>
                  </a:lnTo>
                  <a:lnTo>
                    <a:pt x="3359793" y="352148"/>
                  </a:lnTo>
                  <a:lnTo>
                    <a:pt x="3311796" y="335011"/>
                  </a:lnTo>
                  <a:lnTo>
                    <a:pt x="3263799" y="318073"/>
                  </a:lnTo>
                  <a:lnTo>
                    <a:pt x="3215802" y="301352"/>
                  </a:lnTo>
                  <a:lnTo>
                    <a:pt x="3167805" y="284866"/>
                  </a:lnTo>
                  <a:lnTo>
                    <a:pt x="3119808" y="268633"/>
                  </a:lnTo>
                  <a:lnTo>
                    <a:pt x="3071811" y="252673"/>
                  </a:lnTo>
                  <a:lnTo>
                    <a:pt x="3023814" y="237004"/>
                  </a:lnTo>
                  <a:lnTo>
                    <a:pt x="2975817" y="221647"/>
                  </a:lnTo>
                  <a:lnTo>
                    <a:pt x="2927820" y="206624"/>
                  </a:lnTo>
                  <a:lnTo>
                    <a:pt x="2879822" y="191954"/>
                  </a:lnTo>
                  <a:lnTo>
                    <a:pt x="2831825" y="177659"/>
                  </a:lnTo>
                  <a:lnTo>
                    <a:pt x="2783828" y="163762"/>
                  </a:lnTo>
                  <a:lnTo>
                    <a:pt x="2735831" y="150286"/>
                  </a:lnTo>
                  <a:lnTo>
                    <a:pt x="2687834" y="137253"/>
                  </a:lnTo>
                  <a:lnTo>
                    <a:pt x="2639837" y="124686"/>
                  </a:lnTo>
                  <a:lnTo>
                    <a:pt x="2591840" y="112608"/>
                  </a:lnTo>
                  <a:lnTo>
                    <a:pt x="2543843" y="101044"/>
                  </a:lnTo>
                  <a:lnTo>
                    <a:pt x="2495846" y="90015"/>
                  </a:lnTo>
                  <a:lnTo>
                    <a:pt x="2447849" y="79544"/>
                  </a:lnTo>
                  <a:lnTo>
                    <a:pt x="2399852" y="69654"/>
                  </a:lnTo>
                  <a:lnTo>
                    <a:pt x="2351855" y="60364"/>
                  </a:lnTo>
                  <a:lnTo>
                    <a:pt x="2303858" y="51695"/>
                  </a:lnTo>
                  <a:lnTo>
                    <a:pt x="2255861" y="43664"/>
                  </a:lnTo>
                  <a:lnTo>
                    <a:pt x="2207864" y="36287"/>
                  </a:lnTo>
                  <a:lnTo>
                    <a:pt x="2159867" y="29577"/>
                  </a:lnTo>
                  <a:lnTo>
                    <a:pt x="2111870" y="23546"/>
                  </a:lnTo>
                  <a:lnTo>
                    <a:pt x="2063873" y="18201"/>
                  </a:lnTo>
                  <a:lnTo>
                    <a:pt x="2015876" y="13547"/>
                  </a:lnTo>
                  <a:lnTo>
                    <a:pt x="1967879" y="9587"/>
                  </a:lnTo>
                  <a:lnTo>
                    <a:pt x="1919881" y="6317"/>
                  </a:lnTo>
                  <a:lnTo>
                    <a:pt x="1871884" y="3733"/>
                  </a:lnTo>
                  <a:lnTo>
                    <a:pt x="1823887" y="1827"/>
                  </a:lnTo>
                  <a:lnTo>
                    <a:pt x="1775890" y="587"/>
                  </a:lnTo>
                  <a:lnTo>
                    <a:pt x="1727893" y="0"/>
                  </a:lnTo>
                  <a:lnTo>
                    <a:pt x="1679896" y="48"/>
                  </a:lnTo>
                  <a:lnTo>
                    <a:pt x="1631899" y="714"/>
                  </a:lnTo>
                  <a:lnTo>
                    <a:pt x="1583902" y="1978"/>
                  </a:lnTo>
                  <a:lnTo>
                    <a:pt x="1535905" y="3817"/>
                  </a:lnTo>
                  <a:lnTo>
                    <a:pt x="1487908" y="6209"/>
                  </a:lnTo>
                  <a:lnTo>
                    <a:pt x="1439911" y="9131"/>
                  </a:lnTo>
                  <a:lnTo>
                    <a:pt x="1391914" y="12560"/>
                  </a:lnTo>
                  <a:lnTo>
                    <a:pt x="1343917" y="16472"/>
                  </a:lnTo>
                  <a:lnTo>
                    <a:pt x="1295920" y="20844"/>
                  </a:lnTo>
                  <a:lnTo>
                    <a:pt x="1247923" y="25654"/>
                  </a:lnTo>
                  <a:lnTo>
                    <a:pt x="1199926" y="30878"/>
                  </a:lnTo>
                  <a:lnTo>
                    <a:pt x="1151929" y="36496"/>
                  </a:lnTo>
                  <a:lnTo>
                    <a:pt x="1103932" y="42487"/>
                  </a:lnTo>
                  <a:lnTo>
                    <a:pt x="1055935" y="48832"/>
                  </a:lnTo>
                  <a:lnTo>
                    <a:pt x="1007938" y="55511"/>
                  </a:lnTo>
                  <a:lnTo>
                    <a:pt x="959940" y="62507"/>
                  </a:lnTo>
                  <a:lnTo>
                    <a:pt x="911943" y="69802"/>
                  </a:lnTo>
                  <a:lnTo>
                    <a:pt x="863946" y="77382"/>
                  </a:lnTo>
                  <a:lnTo>
                    <a:pt x="815949" y="85229"/>
                  </a:lnTo>
                  <a:lnTo>
                    <a:pt x="767952" y="93331"/>
                  </a:lnTo>
                  <a:lnTo>
                    <a:pt x="719955" y="101673"/>
                  </a:lnTo>
                  <a:lnTo>
                    <a:pt x="671958" y="110243"/>
                  </a:lnTo>
                  <a:lnTo>
                    <a:pt x="623961" y="119028"/>
                  </a:lnTo>
                  <a:lnTo>
                    <a:pt x="575964" y="128018"/>
                  </a:lnTo>
                  <a:lnTo>
                    <a:pt x="527967" y="137202"/>
                  </a:lnTo>
                  <a:lnTo>
                    <a:pt x="479970" y="146569"/>
                  </a:lnTo>
                  <a:lnTo>
                    <a:pt x="431973" y="156110"/>
                  </a:lnTo>
                  <a:lnTo>
                    <a:pt x="383976" y="165816"/>
                  </a:lnTo>
                  <a:lnTo>
                    <a:pt x="335979" y="175679"/>
                  </a:lnTo>
                  <a:lnTo>
                    <a:pt x="287982" y="185689"/>
                  </a:lnTo>
                  <a:lnTo>
                    <a:pt x="239985" y="195839"/>
                  </a:lnTo>
                  <a:lnTo>
                    <a:pt x="191988" y="206123"/>
                  </a:lnTo>
                  <a:lnTo>
                    <a:pt x="143991" y="216532"/>
                  </a:lnTo>
                  <a:lnTo>
                    <a:pt x="95994" y="227060"/>
                  </a:lnTo>
                  <a:lnTo>
                    <a:pt x="47997" y="237701"/>
                  </a:lnTo>
                  <a:lnTo>
                    <a:pt x="0" y="2484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618127" y="1894980"/>
              <a:ext cx="3791766" cy="230656"/>
            </a:xfrm>
            <a:custGeom>
              <a:avLst/>
              <a:pathLst>
                <a:path w="3791766" h="230656">
                  <a:moveTo>
                    <a:pt x="0" y="0"/>
                  </a:moveTo>
                  <a:lnTo>
                    <a:pt x="47997" y="2576"/>
                  </a:lnTo>
                  <a:lnTo>
                    <a:pt x="95994" y="5162"/>
                  </a:lnTo>
                  <a:lnTo>
                    <a:pt x="143991" y="7757"/>
                  </a:lnTo>
                  <a:lnTo>
                    <a:pt x="191988" y="10360"/>
                  </a:lnTo>
                  <a:lnTo>
                    <a:pt x="239985" y="12973"/>
                  </a:lnTo>
                  <a:lnTo>
                    <a:pt x="287982" y="15594"/>
                  </a:lnTo>
                  <a:lnTo>
                    <a:pt x="335979" y="18224"/>
                  </a:lnTo>
                  <a:lnTo>
                    <a:pt x="383976" y="20863"/>
                  </a:lnTo>
                  <a:lnTo>
                    <a:pt x="431973" y="23511"/>
                  </a:lnTo>
                  <a:lnTo>
                    <a:pt x="479970" y="26169"/>
                  </a:lnTo>
                  <a:lnTo>
                    <a:pt x="527967" y="28834"/>
                  </a:lnTo>
                  <a:lnTo>
                    <a:pt x="575964" y="31509"/>
                  </a:lnTo>
                  <a:lnTo>
                    <a:pt x="623961" y="34193"/>
                  </a:lnTo>
                  <a:lnTo>
                    <a:pt x="671958" y="36886"/>
                  </a:lnTo>
                  <a:lnTo>
                    <a:pt x="719955" y="39587"/>
                  </a:lnTo>
                  <a:lnTo>
                    <a:pt x="767952" y="42298"/>
                  </a:lnTo>
                  <a:lnTo>
                    <a:pt x="815949" y="45017"/>
                  </a:lnTo>
                  <a:lnTo>
                    <a:pt x="863946" y="47745"/>
                  </a:lnTo>
                  <a:lnTo>
                    <a:pt x="911943" y="50483"/>
                  </a:lnTo>
                  <a:lnTo>
                    <a:pt x="959940" y="53229"/>
                  </a:lnTo>
                  <a:lnTo>
                    <a:pt x="1007938" y="55984"/>
                  </a:lnTo>
                  <a:lnTo>
                    <a:pt x="1055935" y="58747"/>
                  </a:lnTo>
                  <a:lnTo>
                    <a:pt x="1103932" y="61520"/>
                  </a:lnTo>
                  <a:lnTo>
                    <a:pt x="1151929" y="64302"/>
                  </a:lnTo>
                  <a:lnTo>
                    <a:pt x="1199926" y="67092"/>
                  </a:lnTo>
                  <a:lnTo>
                    <a:pt x="1247923" y="69892"/>
                  </a:lnTo>
                  <a:lnTo>
                    <a:pt x="1295920" y="72700"/>
                  </a:lnTo>
                  <a:lnTo>
                    <a:pt x="1343917" y="75517"/>
                  </a:lnTo>
                  <a:lnTo>
                    <a:pt x="1391914" y="78343"/>
                  </a:lnTo>
                  <a:lnTo>
                    <a:pt x="1439911" y="81177"/>
                  </a:lnTo>
                  <a:lnTo>
                    <a:pt x="1487908" y="84021"/>
                  </a:lnTo>
                  <a:lnTo>
                    <a:pt x="1535905" y="86873"/>
                  </a:lnTo>
                  <a:lnTo>
                    <a:pt x="1583902" y="89734"/>
                  </a:lnTo>
                  <a:lnTo>
                    <a:pt x="1631899" y="92604"/>
                  </a:lnTo>
                  <a:lnTo>
                    <a:pt x="1679896" y="95483"/>
                  </a:lnTo>
                  <a:lnTo>
                    <a:pt x="1727893" y="98371"/>
                  </a:lnTo>
                  <a:lnTo>
                    <a:pt x="1775890" y="101267"/>
                  </a:lnTo>
                  <a:lnTo>
                    <a:pt x="1823887" y="104172"/>
                  </a:lnTo>
                  <a:lnTo>
                    <a:pt x="1871884" y="107086"/>
                  </a:lnTo>
                  <a:lnTo>
                    <a:pt x="1919881" y="110009"/>
                  </a:lnTo>
                  <a:lnTo>
                    <a:pt x="1967879" y="112940"/>
                  </a:lnTo>
                  <a:lnTo>
                    <a:pt x="2015876" y="115880"/>
                  </a:lnTo>
                  <a:lnTo>
                    <a:pt x="2063873" y="118829"/>
                  </a:lnTo>
                  <a:lnTo>
                    <a:pt x="2111870" y="121786"/>
                  </a:lnTo>
                  <a:lnTo>
                    <a:pt x="2159867" y="124752"/>
                  </a:lnTo>
                  <a:lnTo>
                    <a:pt x="2207864" y="127727"/>
                  </a:lnTo>
                  <a:lnTo>
                    <a:pt x="2255861" y="130711"/>
                  </a:lnTo>
                  <a:lnTo>
                    <a:pt x="2303858" y="133703"/>
                  </a:lnTo>
                  <a:lnTo>
                    <a:pt x="2351855" y="136704"/>
                  </a:lnTo>
                  <a:lnTo>
                    <a:pt x="2399852" y="139713"/>
                  </a:lnTo>
                  <a:lnTo>
                    <a:pt x="2447849" y="142731"/>
                  </a:lnTo>
                  <a:lnTo>
                    <a:pt x="2495846" y="145758"/>
                  </a:lnTo>
                  <a:lnTo>
                    <a:pt x="2543843" y="148793"/>
                  </a:lnTo>
                  <a:lnTo>
                    <a:pt x="2591840" y="151837"/>
                  </a:lnTo>
                  <a:lnTo>
                    <a:pt x="2639837" y="154889"/>
                  </a:lnTo>
                  <a:lnTo>
                    <a:pt x="2687834" y="157950"/>
                  </a:lnTo>
                  <a:lnTo>
                    <a:pt x="2735831" y="161019"/>
                  </a:lnTo>
                  <a:lnTo>
                    <a:pt x="2783828" y="164097"/>
                  </a:lnTo>
                  <a:lnTo>
                    <a:pt x="2831825" y="167183"/>
                  </a:lnTo>
                  <a:lnTo>
                    <a:pt x="2879822" y="170278"/>
                  </a:lnTo>
                  <a:lnTo>
                    <a:pt x="2927820" y="173381"/>
                  </a:lnTo>
                  <a:lnTo>
                    <a:pt x="2975817" y="176492"/>
                  </a:lnTo>
                  <a:lnTo>
                    <a:pt x="3023814" y="179612"/>
                  </a:lnTo>
                  <a:lnTo>
                    <a:pt x="3071811" y="182741"/>
                  </a:lnTo>
                  <a:lnTo>
                    <a:pt x="3119808" y="185877"/>
                  </a:lnTo>
                  <a:lnTo>
                    <a:pt x="3167805" y="189022"/>
                  </a:lnTo>
                  <a:lnTo>
                    <a:pt x="3215802" y="192176"/>
                  </a:lnTo>
                  <a:lnTo>
                    <a:pt x="3263799" y="195337"/>
                  </a:lnTo>
                  <a:lnTo>
                    <a:pt x="3311796" y="198507"/>
                  </a:lnTo>
                  <a:lnTo>
                    <a:pt x="3359793" y="201685"/>
                  </a:lnTo>
                  <a:lnTo>
                    <a:pt x="3407790" y="204872"/>
                  </a:lnTo>
                  <a:lnTo>
                    <a:pt x="3455787" y="208066"/>
                  </a:lnTo>
                  <a:lnTo>
                    <a:pt x="3503784" y="211269"/>
                  </a:lnTo>
                  <a:lnTo>
                    <a:pt x="3551781" y="214480"/>
                  </a:lnTo>
                  <a:lnTo>
                    <a:pt x="3599778" y="217699"/>
                  </a:lnTo>
                  <a:lnTo>
                    <a:pt x="3647775" y="220926"/>
                  </a:lnTo>
                  <a:lnTo>
                    <a:pt x="3695772" y="224161"/>
                  </a:lnTo>
                  <a:lnTo>
                    <a:pt x="3743769" y="227405"/>
                  </a:lnTo>
                  <a:lnTo>
                    <a:pt x="3791766" y="230656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tx151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1587137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2851004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4114870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5378737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3029831" y="4372931"/>
              <a:ext cx="96834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Genomic Offset</a:t>
              </a:r>
            </a:p>
          </p:txBody>
        </p:sp>
        <p:sp>
          <p:nvSpPr>
            <p:cNvPr id="161" name="tx161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5808259" y="2386106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163" name="pt163"/>
            <p:cNvSpPr/>
            <p:nvPr/>
          </p:nvSpPr>
          <p:spPr>
            <a:xfrm>
              <a:off x="5872835" y="2635028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5808259" y="2570452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830204" y="268018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872835" y="2854484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5808259" y="2789908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5830204" y="289963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169"/>
            <p:cNvSpPr/>
            <p:nvPr/>
          </p:nvSpPr>
          <p:spPr>
            <a:xfrm>
              <a:off x="6097304" y="2640175"/>
              <a:ext cx="62151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 1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6097304" y="2859631"/>
              <a:ext cx="62151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 2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1428519" y="983989"/>
              <a:ext cx="2473360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vs Genomic Offset (Bad)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2026-09-14T10:51:10Z</dcterms:modified>
  <cp:category/>
</cp:coreProperties>
</file>