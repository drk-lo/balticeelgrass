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599" cy="3657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428519" y="3729375"/>
              <a:ext cx="4421155" cy="0"/>
            </a:xfrm>
            <a:custGeom>
              <a:avLst/>
              <a:pathLst>
                <a:path w="4421155" h="0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428519" y="3097058"/>
              <a:ext cx="4421155" cy="0"/>
            </a:xfrm>
            <a:custGeom>
              <a:avLst/>
              <a:pathLst>
                <a:path w="4421155" h="0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428519" y="2464741"/>
              <a:ext cx="4421155" cy="0"/>
            </a:xfrm>
            <a:custGeom>
              <a:avLst/>
              <a:pathLst>
                <a:path w="4421155" h="0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8519" y="1832424"/>
              <a:ext cx="4421155" cy="0"/>
            </a:xfrm>
            <a:custGeom>
              <a:avLst/>
              <a:pathLst>
                <a:path w="4421155" h="0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813362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71304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329247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087189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845132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603074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428519" y="4045533"/>
              <a:ext cx="4421155" cy="0"/>
            </a:xfrm>
            <a:custGeom>
              <a:avLst/>
              <a:pathLst>
                <a:path w="4421155" h="0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428519" y="3413216"/>
              <a:ext cx="4421155" cy="0"/>
            </a:xfrm>
            <a:custGeom>
              <a:avLst/>
              <a:pathLst>
                <a:path w="4421155" h="0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428519" y="2780900"/>
              <a:ext cx="4421155" cy="0"/>
            </a:xfrm>
            <a:custGeom>
              <a:avLst/>
              <a:pathLst>
                <a:path w="4421155" h="0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428519" y="2148583"/>
              <a:ext cx="4421155" cy="0"/>
            </a:xfrm>
            <a:custGeom>
              <a:avLst/>
              <a:pathLst>
                <a:path w="4421155" h="0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428519" y="1516266"/>
              <a:ext cx="4421155" cy="0"/>
            </a:xfrm>
            <a:custGeom>
              <a:avLst/>
              <a:pathLst>
                <a:path w="4421155" h="0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434390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192333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950275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3708218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466161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224103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2179395" y="1457563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2179395" y="1457563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2179395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2179395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2179395" y="1457563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2179395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2179395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2179395" y="1457563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2179395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2179395" y="1457563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2179395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2179395" y="1457563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1755026" y="1457563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1755026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1755026" y="1457563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1755026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1755026" y="1457563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1755026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1755026" y="1457563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1755026" y="1457563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1755026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1755026" y="1457563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1570779" y="1457563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1570779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1570779" y="1457563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1570779" y="1457563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1570779" y="1457563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1570779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1570779" y="1457563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1570779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1570779" y="1457563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1570779" y="1457563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1570779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1570779" y="1457563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1755026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1755026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1746736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1746736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1746736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1746736" y="1457563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1746736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1746736" y="1457563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1746736" y="1457563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1746736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1746736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1746736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1746736" y="1457563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1746736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2036333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2036333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2036333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2036333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2036333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2036333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2036333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2036333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2036333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2036333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2036333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2036333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2141998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2141998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2141998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2141998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1849386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1849386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1849386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1849386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1849386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1849386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1849386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1849386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1849386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1849386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1849386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1849386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2141998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2141998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2141998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2141998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2141998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2141998" y="3986831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2141998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2141998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2066522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2066522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2066522" y="3986831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2066522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2066522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2066522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2066522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2066522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2066522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2066522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2066522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5590011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5590011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5590011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5590011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5590011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5590011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5590011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5590011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5590011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5590011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5590011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5590011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3939811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3939811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4486049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4486049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4486049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4486049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4486049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4486049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4486049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4486049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4486049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4486049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4486049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4486049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3939811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3939811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3939811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3939811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3939811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3939811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3939811" y="1457563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3939811" y="1457563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3939811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3939811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4525446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4525446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4525446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4525446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4525446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4525446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4525446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4525446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4525446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4525446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4525446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4525446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4577512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4577512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4577512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4577512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4635987" y="3986831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4635987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4635987" y="3986831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4635987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4635987" y="3986831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4635987" y="3986831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4635987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4635987" y="3986831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4635987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4635987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4635987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4635987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4807262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4807262" y="3986831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4807262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4807262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4807262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4807262" y="3986831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4807262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4807262" y="3986831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4807262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4807262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4807262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4807262" y="3986831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4577512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4577512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4577512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4577512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4577512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4577512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4577512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4577512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5060987" y="3986831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5060987" y="3986831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5060987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5060987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5060987" y="3986831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5060987" y="3986831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5060987" y="3986831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5060987" y="3986831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5060987" y="3986831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5060987" y="3986831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5060987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1908089" y="1516266"/>
              <a:ext cx="2728125" cy="0"/>
            </a:xfrm>
            <a:custGeom>
              <a:avLst/>
              <a:pathLst>
                <a:path w="2728125" h="0">
                  <a:moveTo>
                    <a:pt x="0" y="0"/>
                  </a:moveTo>
                  <a:lnTo>
                    <a:pt x="34533" y="0"/>
                  </a:lnTo>
                  <a:lnTo>
                    <a:pt x="69066" y="0"/>
                  </a:lnTo>
                  <a:lnTo>
                    <a:pt x="103599" y="0"/>
                  </a:lnTo>
                  <a:lnTo>
                    <a:pt x="138132" y="0"/>
                  </a:lnTo>
                  <a:lnTo>
                    <a:pt x="172666" y="0"/>
                  </a:lnTo>
                  <a:lnTo>
                    <a:pt x="207199" y="0"/>
                  </a:lnTo>
                  <a:lnTo>
                    <a:pt x="241732" y="0"/>
                  </a:lnTo>
                  <a:lnTo>
                    <a:pt x="276265" y="0"/>
                  </a:lnTo>
                  <a:lnTo>
                    <a:pt x="310799" y="0"/>
                  </a:lnTo>
                  <a:lnTo>
                    <a:pt x="345332" y="0"/>
                  </a:lnTo>
                  <a:lnTo>
                    <a:pt x="379865" y="0"/>
                  </a:lnTo>
                  <a:lnTo>
                    <a:pt x="414398" y="0"/>
                  </a:lnTo>
                  <a:lnTo>
                    <a:pt x="448932" y="0"/>
                  </a:lnTo>
                  <a:lnTo>
                    <a:pt x="483465" y="0"/>
                  </a:lnTo>
                  <a:lnTo>
                    <a:pt x="517998" y="0"/>
                  </a:lnTo>
                  <a:lnTo>
                    <a:pt x="552531" y="0"/>
                  </a:lnTo>
                  <a:lnTo>
                    <a:pt x="587064" y="0"/>
                  </a:lnTo>
                  <a:lnTo>
                    <a:pt x="621598" y="0"/>
                  </a:lnTo>
                  <a:lnTo>
                    <a:pt x="656131" y="0"/>
                  </a:lnTo>
                  <a:lnTo>
                    <a:pt x="690664" y="0"/>
                  </a:lnTo>
                  <a:lnTo>
                    <a:pt x="725197" y="0"/>
                  </a:lnTo>
                  <a:lnTo>
                    <a:pt x="759731" y="0"/>
                  </a:lnTo>
                  <a:lnTo>
                    <a:pt x="794264" y="0"/>
                  </a:lnTo>
                  <a:lnTo>
                    <a:pt x="828797" y="0"/>
                  </a:lnTo>
                  <a:lnTo>
                    <a:pt x="863330" y="0"/>
                  </a:lnTo>
                  <a:lnTo>
                    <a:pt x="897864" y="0"/>
                  </a:lnTo>
                  <a:lnTo>
                    <a:pt x="932397" y="0"/>
                  </a:lnTo>
                  <a:lnTo>
                    <a:pt x="966930" y="0"/>
                  </a:lnTo>
                  <a:lnTo>
                    <a:pt x="1001463" y="0"/>
                  </a:lnTo>
                  <a:lnTo>
                    <a:pt x="1035996" y="0"/>
                  </a:lnTo>
                  <a:lnTo>
                    <a:pt x="1070530" y="0"/>
                  </a:lnTo>
                  <a:lnTo>
                    <a:pt x="1105063" y="0"/>
                  </a:lnTo>
                  <a:lnTo>
                    <a:pt x="1139596" y="0"/>
                  </a:lnTo>
                  <a:lnTo>
                    <a:pt x="1174129" y="0"/>
                  </a:lnTo>
                  <a:lnTo>
                    <a:pt x="1208663" y="0"/>
                  </a:lnTo>
                  <a:lnTo>
                    <a:pt x="1243196" y="0"/>
                  </a:lnTo>
                  <a:lnTo>
                    <a:pt x="1277729" y="0"/>
                  </a:lnTo>
                  <a:lnTo>
                    <a:pt x="1312262" y="0"/>
                  </a:lnTo>
                  <a:lnTo>
                    <a:pt x="1346796" y="0"/>
                  </a:lnTo>
                  <a:lnTo>
                    <a:pt x="1381329" y="0"/>
                  </a:lnTo>
                  <a:lnTo>
                    <a:pt x="1415862" y="0"/>
                  </a:lnTo>
                  <a:lnTo>
                    <a:pt x="1450395" y="0"/>
                  </a:lnTo>
                  <a:lnTo>
                    <a:pt x="1484929" y="0"/>
                  </a:lnTo>
                  <a:lnTo>
                    <a:pt x="1519462" y="0"/>
                  </a:lnTo>
                  <a:lnTo>
                    <a:pt x="1553995" y="0"/>
                  </a:lnTo>
                  <a:lnTo>
                    <a:pt x="1588528" y="0"/>
                  </a:lnTo>
                  <a:lnTo>
                    <a:pt x="1623061" y="0"/>
                  </a:lnTo>
                  <a:lnTo>
                    <a:pt x="1657595" y="0"/>
                  </a:lnTo>
                  <a:lnTo>
                    <a:pt x="1692128" y="0"/>
                  </a:lnTo>
                  <a:lnTo>
                    <a:pt x="1726661" y="0"/>
                  </a:lnTo>
                  <a:lnTo>
                    <a:pt x="1761194" y="0"/>
                  </a:lnTo>
                  <a:lnTo>
                    <a:pt x="1795728" y="0"/>
                  </a:lnTo>
                  <a:lnTo>
                    <a:pt x="1830261" y="0"/>
                  </a:lnTo>
                  <a:lnTo>
                    <a:pt x="1864794" y="0"/>
                  </a:lnTo>
                  <a:lnTo>
                    <a:pt x="1899327" y="0"/>
                  </a:lnTo>
                  <a:lnTo>
                    <a:pt x="1933861" y="0"/>
                  </a:lnTo>
                  <a:lnTo>
                    <a:pt x="1968394" y="0"/>
                  </a:lnTo>
                  <a:lnTo>
                    <a:pt x="2002927" y="0"/>
                  </a:lnTo>
                  <a:lnTo>
                    <a:pt x="2037460" y="0"/>
                  </a:lnTo>
                  <a:lnTo>
                    <a:pt x="2071993" y="0"/>
                  </a:lnTo>
                  <a:lnTo>
                    <a:pt x="2106527" y="0"/>
                  </a:lnTo>
                  <a:lnTo>
                    <a:pt x="2141060" y="0"/>
                  </a:lnTo>
                  <a:lnTo>
                    <a:pt x="2175593" y="0"/>
                  </a:lnTo>
                  <a:lnTo>
                    <a:pt x="2210126" y="0"/>
                  </a:lnTo>
                  <a:lnTo>
                    <a:pt x="2244660" y="0"/>
                  </a:lnTo>
                  <a:lnTo>
                    <a:pt x="2279193" y="0"/>
                  </a:lnTo>
                  <a:lnTo>
                    <a:pt x="2313726" y="0"/>
                  </a:lnTo>
                  <a:lnTo>
                    <a:pt x="2348259" y="0"/>
                  </a:lnTo>
                  <a:lnTo>
                    <a:pt x="2382793" y="0"/>
                  </a:lnTo>
                  <a:lnTo>
                    <a:pt x="2417326" y="0"/>
                  </a:lnTo>
                  <a:lnTo>
                    <a:pt x="2451859" y="0"/>
                  </a:lnTo>
                  <a:lnTo>
                    <a:pt x="2486392" y="0"/>
                  </a:lnTo>
                  <a:lnTo>
                    <a:pt x="2520926" y="0"/>
                  </a:lnTo>
                  <a:lnTo>
                    <a:pt x="2555459" y="0"/>
                  </a:lnTo>
                  <a:lnTo>
                    <a:pt x="2589992" y="0"/>
                  </a:lnTo>
                  <a:lnTo>
                    <a:pt x="2624525" y="0"/>
                  </a:lnTo>
                  <a:lnTo>
                    <a:pt x="2659058" y="0"/>
                  </a:lnTo>
                  <a:lnTo>
                    <a:pt x="2693592" y="0"/>
                  </a:lnTo>
                  <a:lnTo>
                    <a:pt x="2728125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2200701" y="1727038"/>
              <a:ext cx="2918988" cy="1628694"/>
            </a:xfrm>
            <a:custGeom>
              <a:avLst/>
              <a:pathLst>
                <a:path w="2918988" h="1628694">
                  <a:moveTo>
                    <a:pt x="0" y="0"/>
                  </a:moveTo>
                  <a:lnTo>
                    <a:pt x="36949" y="8411"/>
                  </a:lnTo>
                  <a:lnTo>
                    <a:pt x="73898" y="17126"/>
                  </a:lnTo>
                  <a:lnTo>
                    <a:pt x="110847" y="26151"/>
                  </a:lnTo>
                  <a:lnTo>
                    <a:pt x="147796" y="35496"/>
                  </a:lnTo>
                  <a:lnTo>
                    <a:pt x="184746" y="45168"/>
                  </a:lnTo>
                  <a:lnTo>
                    <a:pt x="221695" y="55176"/>
                  </a:lnTo>
                  <a:lnTo>
                    <a:pt x="258644" y="65528"/>
                  </a:lnTo>
                  <a:lnTo>
                    <a:pt x="295593" y="76231"/>
                  </a:lnTo>
                  <a:lnTo>
                    <a:pt x="332542" y="87294"/>
                  </a:lnTo>
                  <a:lnTo>
                    <a:pt x="369492" y="98725"/>
                  </a:lnTo>
                  <a:lnTo>
                    <a:pt x="406441" y="110531"/>
                  </a:lnTo>
                  <a:lnTo>
                    <a:pt x="443390" y="122719"/>
                  </a:lnTo>
                  <a:lnTo>
                    <a:pt x="480339" y="135298"/>
                  </a:lnTo>
                  <a:lnTo>
                    <a:pt x="517289" y="148273"/>
                  </a:lnTo>
                  <a:lnTo>
                    <a:pt x="554238" y="161652"/>
                  </a:lnTo>
                  <a:lnTo>
                    <a:pt x="591187" y="175441"/>
                  </a:lnTo>
                  <a:lnTo>
                    <a:pt x="628136" y="189645"/>
                  </a:lnTo>
                  <a:lnTo>
                    <a:pt x="665085" y="204271"/>
                  </a:lnTo>
                  <a:lnTo>
                    <a:pt x="702035" y="219323"/>
                  </a:lnTo>
                  <a:lnTo>
                    <a:pt x="738984" y="234806"/>
                  </a:lnTo>
                  <a:lnTo>
                    <a:pt x="775933" y="250723"/>
                  </a:lnTo>
                  <a:lnTo>
                    <a:pt x="812882" y="267079"/>
                  </a:lnTo>
                  <a:lnTo>
                    <a:pt x="849831" y="283876"/>
                  </a:lnTo>
                  <a:lnTo>
                    <a:pt x="886781" y="301116"/>
                  </a:lnTo>
                  <a:lnTo>
                    <a:pt x="923730" y="318800"/>
                  </a:lnTo>
                  <a:lnTo>
                    <a:pt x="960679" y="336930"/>
                  </a:lnTo>
                  <a:lnTo>
                    <a:pt x="997628" y="355504"/>
                  </a:lnTo>
                  <a:lnTo>
                    <a:pt x="1034578" y="374522"/>
                  </a:lnTo>
                  <a:lnTo>
                    <a:pt x="1071527" y="393982"/>
                  </a:lnTo>
                  <a:lnTo>
                    <a:pt x="1108476" y="413882"/>
                  </a:lnTo>
                  <a:lnTo>
                    <a:pt x="1145425" y="434216"/>
                  </a:lnTo>
                  <a:lnTo>
                    <a:pt x="1182374" y="454982"/>
                  </a:lnTo>
                  <a:lnTo>
                    <a:pt x="1219324" y="476172"/>
                  </a:lnTo>
                  <a:lnTo>
                    <a:pt x="1256273" y="497780"/>
                  </a:lnTo>
                  <a:lnTo>
                    <a:pt x="1293222" y="519798"/>
                  </a:lnTo>
                  <a:lnTo>
                    <a:pt x="1330171" y="542217"/>
                  </a:lnTo>
                  <a:lnTo>
                    <a:pt x="1367121" y="565028"/>
                  </a:lnTo>
                  <a:lnTo>
                    <a:pt x="1404070" y="588219"/>
                  </a:lnTo>
                  <a:lnTo>
                    <a:pt x="1441019" y="611778"/>
                  </a:lnTo>
                  <a:lnTo>
                    <a:pt x="1477968" y="635691"/>
                  </a:lnTo>
                  <a:lnTo>
                    <a:pt x="1514917" y="659946"/>
                  </a:lnTo>
                  <a:lnTo>
                    <a:pt x="1551867" y="684525"/>
                  </a:lnTo>
                  <a:lnTo>
                    <a:pt x="1588816" y="709413"/>
                  </a:lnTo>
                  <a:lnTo>
                    <a:pt x="1625765" y="734593"/>
                  </a:lnTo>
                  <a:lnTo>
                    <a:pt x="1662714" y="760047"/>
                  </a:lnTo>
                  <a:lnTo>
                    <a:pt x="1699663" y="785754"/>
                  </a:lnTo>
                  <a:lnTo>
                    <a:pt x="1736613" y="811696"/>
                  </a:lnTo>
                  <a:lnTo>
                    <a:pt x="1773562" y="837850"/>
                  </a:lnTo>
                  <a:lnTo>
                    <a:pt x="1810511" y="864197"/>
                  </a:lnTo>
                  <a:lnTo>
                    <a:pt x="1847460" y="890713"/>
                  </a:lnTo>
                  <a:lnTo>
                    <a:pt x="1884410" y="917376"/>
                  </a:lnTo>
                  <a:lnTo>
                    <a:pt x="1921359" y="944162"/>
                  </a:lnTo>
                  <a:lnTo>
                    <a:pt x="1958308" y="971047"/>
                  </a:lnTo>
                  <a:lnTo>
                    <a:pt x="1995257" y="998008"/>
                  </a:lnTo>
                  <a:lnTo>
                    <a:pt x="2032206" y="1025020"/>
                  </a:lnTo>
                  <a:lnTo>
                    <a:pt x="2069156" y="1052059"/>
                  </a:lnTo>
                  <a:lnTo>
                    <a:pt x="2106105" y="1079099"/>
                  </a:lnTo>
                  <a:lnTo>
                    <a:pt x="2143054" y="1106116"/>
                  </a:lnTo>
                  <a:lnTo>
                    <a:pt x="2180003" y="1133085"/>
                  </a:lnTo>
                  <a:lnTo>
                    <a:pt x="2216953" y="1159982"/>
                  </a:lnTo>
                  <a:lnTo>
                    <a:pt x="2253902" y="1186783"/>
                  </a:lnTo>
                  <a:lnTo>
                    <a:pt x="2290851" y="1213463"/>
                  </a:lnTo>
                  <a:lnTo>
                    <a:pt x="2327800" y="1240000"/>
                  </a:lnTo>
                  <a:lnTo>
                    <a:pt x="2364749" y="1266371"/>
                  </a:lnTo>
                  <a:lnTo>
                    <a:pt x="2401699" y="1292552"/>
                  </a:lnTo>
                  <a:lnTo>
                    <a:pt x="2438648" y="1318524"/>
                  </a:lnTo>
                  <a:lnTo>
                    <a:pt x="2475597" y="1344263"/>
                  </a:lnTo>
                  <a:lnTo>
                    <a:pt x="2512546" y="1369752"/>
                  </a:lnTo>
                  <a:lnTo>
                    <a:pt x="2549495" y="1394969"/>
                  </a:lnTo>
                  <a:lnTo>
                    <a:pt x="2586445" y="1419897"/>
                  </a:lnTo>
                  <a:lnTo>
                    <a:pt x="2623394" y="1444519"/>
                  </a:lnTo>
                  <a:lnTo>
                    <a:pt x="2660343" y="1468817"/>
                  </a:lnTo>
                  <a:lnTo>
                    <a:pt x="2697292" y="1492777"/>
                  </a:lnTo>
                  <a:lnTo>
                    <a:pt x="2734242" y="1516384"/>
                  </a:lnTo>
                  <a:lnTo>
                    <a:pt x="2771191" y="1539625"/>
                  </a:lnTo>
                  <a:lnTo>
                    <a:pt x="2808140" y="1562487"/>
                  </a:lnTo>
                  <a:lnTo>
                    <a:pt x="2845089" y="1584959"/>
                  </a:lnTo>
                  <a:lnTo>
                    <a:pt x="2882038" y="1607031"/>
                  </a:lnTo>
                  <a:lnTo>
                    <a:pt x="2918988" y="1628694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2125225" y="1746199"/>
              <a:ext cx="2740739" cy="613155"/>
            </a:xfrm>
            <a:custGeom>
              <a:avLst/>
              <a:pathLst>
                <a:path w="2740739" h="613155">
                  <a:moveTo>
                    <a:pt x="0" y="0"/>
                  </a:moveTo>
                  <a:lnTo>
                    <a:pt x="34692" y="4294"/>
                  </a:lnTo>
                  <a:lnTo>
                    <a:pt x="69385" y="8660"/>
                  </a:lnTo>
                  <a:lnTo>
                    <a:pt x="104078" y="13098"/>
                  </a:lnTo>
                  <a:lnTo>
                    <a:pt x="138771" y="17611"/>
                  </a:lnTo>
                  <a:lnTo>
                    <a:pt x="173464" y="22198"/>
                  </a:lnTo>
                  <a:lnTo>
                    <a:pt x="208157" y="26860"/>
                  </a:lnTo>
                  <a:lnTo>
                    <a:pt x="242850" y="31599"/>
                  </a:lnTo>
                  <a:lnTo>
                    <a:pt x="277543" y="36415"/>
                  </a:lnTo>
                  <a:lnTo>
                    <a:pt x="312236" y="41309"/>
                  </a:lnTo>
                  <a:lnTo>
                    <a:pt x="346929" y="46282"/>
                  </a:lnTo>
                  <a:lnTo>
                    <a:pt x="381621" y="51335"/>
                  </a:lnTo>
                  <a:lnTo>
                    <a:pt x="416314" y="56468"/>
                  </a:lnTo>
                  <a:lnTo>
                    <a:pt x="451007" y="61683"/>
                  </a:lnTo>
                  <a:lnTo>
                    <a:pt x="485700" y="66980"/>
                  </a:lnTo>
                  <a:lnTo>
                    <a:pt x="520393" y="72361"/>
                  </a:lnTo>
                  <a:lnTo>
                    <a:pt x="555086" y="77826"/>
                  </a:lnTo>
                  <a:lnTo>
                    <a:pt x="589779" y="83375"/>
                  </a:lnTo>
                  <a:lnTo>
                    <a:pt x="624472" y="89010"/>
                  </a:lnTo>
                  <a:lnTo>
                    <a:pt x="659165" y="94732"/>
                  </a:lnTo>
                  <a:lnTo>
                    <a:pt x="693858" y="100541"/>
                  </a:lnTo>
                  <a:lnTo>
                    <a:pt x="728550" y="106438"/>
                  </a:lnTo>
                  <a:lnTo>
                    <a:pt x="763243" y="112424"/>
                  </a:lnTo>
                  <a:lnTo>
                    <a:pt x="797936" y="118500"/>
                  </a:lnTo>
                  <a:lnTo>
                    <a:pt x="832629" y="124666"/>
                  </a:lnTo>
                  <a:lnTo>
                    <a:pt x="867322" y="130923"/>
                  </a:lnTo>
                  <a:lnTo>
                    <a:pt x="902015" y="137271"/>
                  </a:lnTo>
                  <a:lnTo>
                    <a:pt x="936708" y="143713"/>
                  </a:lnTo>
                  <a:lnTo>
                    <a:pt x="971401" y="150247"/>
                  </a:lnTo>
                  <a:lnTo>
                    <a:pt x="1006094" y="156875"/>
                  </a:lnTo>
                  <a:lnTo>
                    <a:pt x="1040787" y="163597"/>
                  </a:lnTo>
                  <a:lnTo>
                    <a:pt x="1075479" y="170415"/>
                  </a:lnTo>
                  <a:lnTo>
                    <a:pt x="1110172" y="177328"/>
                  </a:lnTo>
                  <a:lnTo>
                    <a:pt x="1144865" y="184337"/>
                  </a:lnTo>
                  <a:lnTo>
                    <a:pt x="1179558" y="191443"/>
                  </a:lnTo>
                  <a:lnTo>
                    <a:pt x="1214251" y="198646"/>
                  </a:lnTo>
                  <a:lnTo>
                    <a:pt x="1248944" y="205947"/>
                  </a:lnTo>
                  <a:lnTo>
                    <a:pt x="1283637" y="213345"/>
                  </a:lnTo>
                  <a:lnTo>
                    <a:pt x="1318330" y="220843"/>
                  </a:lnTo>
                  <a:lnTo>
                    <a:pt x="1353023" y="228439"/>
                  </a:lnTo>
                  <a:lnTo>
                    <a:pt x="1387716" y="236135"/>
                  </a:lnTo>
                  <a:lnTo>
                    <a:pt x="1422409" y="243930"/>
                  </a:lnTo>
                  <a:lnTo>
                    <a:pt x="1457101" y="251825"/>
                  </a:lnTo>
                  <a:lnTo>
                    <a:pt x="1491794" y="259821"/>
                  </a:lnTo>
                  <a:lnTo>
                    <a:pt x="1526487" y="267916"/>
                  </a:lnTo>
                  <a:lnTo>
                    <a:pt x="1561180" y="276113"/>
                  </a:lnTo>
                  <a:lnTo>
                    <a:pt x="1595873" y="284410"/>
                  </a:lnTo>
                  <a:lnTo>
                    <a:pt x="1630566" y="292808"/>
                  </a:lnTo>
                  <a:lnTo>
                    <a:pt x="1665259" y="301307"/>
                  </a:lnTo>
                  <a:lnTo>
                    <a:pt x="1699952" y="309907"/>
                  </a:lnTo>
                  <a:lnTo>
                    <a:pt x="1734645" y="318609"/>
                  </a:lnTo>
                  <a:lnTo>
                    <a:pt x="1769338" y="327411"/>
                  </a:lnTo>
                  <a:lnTo>
                    <a:pt x="1804030" y="336314"/>
                  </a:lnTo>
                  <a:lnTo>
                    <a:pt x="1838723" y="345317"/>
                  </a:lnTo>
                  <a:lnTo>
                    <a:pt x="1873416" y="354421"/>
                  </a:lnTo>
                  <a:lnTo>
                    <a:pt x="1908109" y="363626"/>
                  </a:lnTo>
                  <a:lnTo>
                    <a:pt x="1942802" y="372930"/>
                  </a:lnTo>
                  <a:lnTo>
                    <a:pt x="1977495" y="382335"/>
                  </a:lnTo>
                  <a:lnTo>
                    <a:pt x="2012188" y="391838"/>
                  </a:lnTo>
                  <a:lnTo>
                    <a:pt x="2046881" y="401441"/>
                  </a:lnTo>
                  <a:lnTo>
                    <a:pt x="2081574" y="411142"/>
                  </a:lnTo>
                  <a:lnTo>
                    <a:pt x="2116267" y="420941"/>
                  </a:lnTo>
                  <a:lnTo>
                    <a:pt x="2150959" y="430837"/>
                  </a:lnTo>
                  <a:lnTo>
                    <a:pt x="2185652" y="440830"/>
                  </a:lnTo>
                  <a:lnTo>
                    <a:pt x="2220345" y="450919"/>
                  </a:lnTo>
                  <a:lnTo>
                    <a:pt x="2255038" y="461104"/>
                  </a:lnTo>
                  <a:lnTo>
                    <a:pt x="2289731" y="471383"/>
                  </a:lnTo>
                  <a:lnTo>
                    <a:pt x="2324424" y="481755"/>
                  </a:lnTo>
                  <a:lnTo>
                    <a:pt x="2359117" y="492221"/>
                  </a:lnTo>
                  <a:lnTo>
                    <a:pt x="2393810" y="502778"/>
                  </a:lnTo>
                  <a:lnTo>
                    <a:pt x="2428503" y="513426"/>
                  </a:lnTo>
                  <a:lnTo>
                    <a:pt x="2463196" y="524164"/>
                  </a:lnTo>
                  <a:lnTo>
                    <a:pt x="2497889" y="534991"/>
                  </a:lnTo>
                  <a:lnTo>
                    <a:pt x="2532581" y="545905"/>
                  </a:lnTo>
                  <a:lnTo>
                    <a:pt x="2567274" y="556906"/>
                  </a:lnTo>
                  <a:lnTo>
                    <a:pt x="2601967" y="567991"/>
                  </a:lnTo>
                  <a:lnTo>
                    <a:pt x="2636660" y="579160"/>
                  </a:lnTo>
                  <a:lnTo>
                    <a:pt x="2671353" y="590412"/>
                  </a:lnTo>
                  <a:lnTo>
                    <a:pt x="2706046" y="601744"/>
                  </a:lnTo>
                  <a:lnTo>
                    <a:pt x="2740739" y="613155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2095036" y="1516266"/>
              <a:ext cx="2599653" cy="1053861"/>
            </a:xfrm>
            <a:custGeom>
              <a:avLst/>
              <a:pathLst>
                <a:path w="2599653" h="1053861">
                  <a:moveTo>
                    <a:pt x="0" y="0"/>
                  </a:moveTo>
                  <a:lnTo>
                    <a:pt x="32907" y="0"/>
                  </a:lnTo>
                  <a:lnTo>
                    <a:pt x="65814" y="0"/>
                  </a:lnTo>
                  <a:lnTo>
                    <a:pt x="98721" y="0"/>
                  </a:lnTo>
                  <a:lnTo>
                    <a:pt x="131628" y="0"/>
                  </a:lnTo>
                  <a:lnTo>
                    <a:pt x="164535" y="0"/>
                  </a:lnTo>
                  <a:lnTo>
                    <a:pt x="197442" y="0"/>
                  </a:lnTo>
                  <a:lnTo>
                    <a:pt x="230349" y="0"/>
                  </a:lnTo>
                  <a:lnTo>
                    <a:pt x="263256" y="0"/>
                  </a:lnTo>
                  <a:lnTo>
                    <a:pt x="296163" y="0"/>
                  </a:lnTo>
                  <a:lnTo>
                    <a:pt x="329070" y="0"/>
                  </a:lnTo>
                  <a:lnTo>
                    <a:pt x="361977" y="0"/>
                  </a:lnTo>
                  <a:lnTo>
                    <a:pt x="394884" y="0"/>
                  </a:lnTo>
                  <a:lnTo>
                    <a:pt x="427791" y="0"/>
                  </a:lnTo>
                  <a:lnTo>
                    <a:pt x="460698" y="0"/>
                  </a:lnTo>
                  <a:lnTo>
                    <a:pt x="493605" y="0"/>
                  </a:lnTo>
                  <a:lnTo>
                    <a:pt x="526512" y="0"/>
                  </a:lnTo>
                  <a:lnTo>
                    <a:pt x="559419" y="0"/>
                  </a:lnTo>
                  <a:lnTo>
                    <a:pt x="592326" y="0"/>
                  </a:lnTo>
                  <a:lnTo>
                    <a:pt x="625233" y="0"/>
                  </a:lnTo>
                  <a:lnTo>
                    <a:pt x="658140" y="1"/>
                  </a:lnTo>
                  <a:lnTo>
                    <a:pt x="691047" y="1"/>
                  </a:lnTo>
                  <a:lnTo>
                    <a:pt x="723954" y="1"/>
                  </a:lnTo>
                  <a:lnTo>
                    <a:pt x="756861" y="2"/>
                  </a:lnTo>
                  <a:lnTo>
                    <a:pt x="789768" y="2"/>
                  </a:lnTo>
                  <a:lnTo>
                    <a:pt x="822675" y="3"/>
                  </a:lnTo>
                  <a:lnTo>
                    <a:pt x="855582" y="4"/>
                  </a:lnTo>
                  <a:lnTo>
                    <a:pt x="888489" y="5"/>
                  </a:lnTo>
                  <a:lnTo>
                    <a:pt x="921396" y="7"/>
                  </a:lnTo>
                  <a:lnTo>
                    <a:pt x="954303" y="9"/>
                  </a:lnTo>
                  <a:lnTo>
                    <a:pt x="987210" y="11"/>
                  </a:lnTo>
                  <a:lnTo>
                    <a:pt x="1020117" y="15"/>
                  </a:lnTo>
                  <a:lnTo>
                    <a:pt x="1053024" y="19"/>
                  </a:lnTo>
                  <a:lnTo>
                    <a:pt x="1085931" y="24"/>
                  </a:lnTo>
                  <a:lnTo>
                    <a:pt x="1118838" y="31"/>
                  </a:lnTo>
                  <a:lnTo>
                    <a:pt x="1151745" y="40"/>
                  </a:lnTo>
                  <a:lnTo>
                    <a:pt x="1184652" y="51"/>
                  </a:lnTo>
                  <a:lnTo>
                    <a:pt x="1217559" y="65"/>
                  </a:lnTo>
                  <a:lnTo>
                    <a:pt x="1250466" y="83"/>
                  </a:lnTo>
                  <a:lnTo>
                    <a:pt x="1283373" y="106"/>
                  </a:lnTo>
                  <a:lnTo>
                    <a:pt x="1316280" y="136"/>
                  </a:lnTo>
                  <a:lnTo>
                    <a:pt x="1349187" y="173"/>
                  </a:lnTo>
                  <a:lnTo>
                    <a:pt x="1382094" y="221"/>
                  </a:lnTo>
                  <a:lnTo>
                    <a:pt x="1415001" y="282"/>
                  </a:lnTo>
                  <a:lnTo>
                    <a:pt x="1447908" y="360"/>
                  </a:lnTo>
                  <a:lnTo>
                    <a:pt x="1480815" y="459"/>
                  </a:lnTo>
                  <a:lnTo>
                    <a:pt x="1513722" y="586"/>
                  </a:lnTo>
                  <a:lnTo>
                    <a:pt x="1546629" y="748"/>
                  </a:lnTo>
                  <a:lnTo>
                    <a:pt x="1579536" y="954"/>
                  </a:lnTo>
                  <a:lnTo>
                    <a:pt x="1612443" y="1216"/>
                  </a:lnTo>
                  <a:lnTo>
                    <a:pt x="1645350" y="1552"/>
                  </a:lnTo>
                  <a:lnTo>
                    <a:pt x="1678257" y="1979"/>
                  </a:lnTo>
                  <a:lnTo>
                    <a:pt x="1711164" y="2524"/>
                  </a:lnTo>
                  <a:lnTo>
                    <a:pt x="1744071" y="3219"/>
                  </a:lnTo>
                  <a:lnTo>
                    <a:pt x="1776978" y="4105"/>
                  </a:lnTo>
                  <a:lnTo>
                    <a:pt x="1809885" y="5234"/>
                  </a:lnTo>
                  <a:lnTo>
                    <a:pt x="1842792" y="6673"/>
                  </a:lnTo>
                  <a:lnTo>
                    <a:pt x="1875699" y="8505"/>
                  </a:lnTo>
                  <a:lnTo>
                    <a:pt x="1908606" y="10840"/>
                  </a:lnTo>
                  <a:lnTo>
                    <a:pt x="1941513" y="13811"/>
                  </a:lnTo>
                  <a:lnTo>
                    <a:pt x="1974420" y="17591"/>
                  </a:lnTo>
                  <a:lnTo>
                    <a:pt x="2007327" y="22396"/>
                  </a:lnTo>
                  <a:lnTo>
                    <a:pt x="2040234" y="28498"/>
                  </a:lnTo>
                  <a:lnTo>
                    <a:pt x="2073141" y="36240"/>
                  </a:lnTo>
                  <a:lnTo>
                    <a:pt x="2106048" y="46046"/>
                  </a:lnTo>
                  <a:lnTo>
                    <a:pt x="2138955" y="58443"/>
                  </a:lnTo>
                  <a:lnTo>
                    <a:pt x="2171862" y="74078"/>
                  </a:lnTo>
                  <a:lnTo>
                    <a:pt x="2204769" y="93737"/>
                  </a:lnTo>
                  <a:lnTo>
                    <a:pt x="2237676" y="118361"/>
                  </a:lnTo>
                  <a:lnTo>
                    <a:pt x="2270583" y="149059"/>
                  </a:lnTo>
                  <a:lnTo>
                    <a:pt x="2303490" y="187100"/>
                  </a:lnTo>
                  <a:lnTo>
                    <a:pt x="2336397" y="233896"/>
                  </a:lnTo>
                  <a:lnTo>
                    <a:pt x="2369304" y="290941"/>
                  </a:lnTo>
                  <a:lnTo>
                    <a:pt x="2402211" y="359720"/>
                  </a:lnTo>
                  <a:lnTo>
                    <a:pt x="2435118" y="441550"/>
                  </a:lnTo>
                  <a:lnTo>
                    <a:pt x="2468025" y="537384"/>
                  </a:lnTo>
                  <a:lnTo>
                    <a:pt x="2500932" y="647566"/>
                  </a:lnTo>
                  <a:lnTo>
                    <a:pt x="2533839" y="771588"/>
                  </a:lnTo>
                  <a:lnTo>
                    <a:pt x="2566746" y="907903"/>
                  </a:lnTo>
                  <a:lnTo>
                    <a:pt x="2599653" y="1053861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1805438" y="3202444"/>
              <a:ext cx="2778710" cy="843089"/>
            </a:xfrm>
            <a:custGeom>
              <a:avLst/>
              <a:pathLst>
                <a:path w="2778710" h="843089">
                  <a:moveTo>
                    <a:pt x="0" y="0"/>
                  </a:moveTo>
                  <a:lnTo>
                    <a:pt x="35173" y="128545"/>
                  </a:lnTo>
                  <a:lnTo>
                    <a:pt x="70347" y="244450"/>
                  </a:lnTo>
                  <a:lnTo>
                    <a:pt x="105520" y="346697"/>
                  </a:lnTo>
                  <a:lnTo>
                    <a:pt x="140694" y="435169"/>
                  </a:lnTo>
                  <a:lnTo>
                    <a:pt x="175867" y="510454"/>
                  </a:lnTo>
                  <a:lnTo>
                    <a:pt x="211041" y="573609"/>
                  </a:lnTo>
                  <a:lnTo>
                    <a:pt x="246214" y="625959"/>
                  </a:lnTo>
                  <a:lnTo>
                    <a:pt x="281388" y="668922"/>
                  </a:lnTo>
                  <a:lnTo>
                    <a:pt x="316561" y="703897"/>
                  </a:lnTo>
                  <a:lnTo>
                    <a:pt x="351735" y="732179"/>
                  </a:lnTo>
                  <a:lnTo>
                    <a:pt x="386909" y="754926"/>
                  </a:lnTo>
                  <a:lnTo>
                    <a:pt x="422082" y="773143"/>
                  </a:lnTo>
                  <a:lnTo>
                    <a:pt x="457256" y="787681"/>
                  </a:lnTo>
                  <a:lnTo>
                    <a:pt x="492429" y="799251"/>
                  </a:lnTo>
                  <a:lnTo>
                    <a:pt x="527603" y="808439"/>
                  </a:lnTo>
                  <a:lnTo>
                    <a:pt x="562776" y="815723"/>
                  </a:lnTo>
                  <a:lnTo>
                    <a:pt x="597950" y="821489"/>
                  </a:lnTo>
                  <a:lnTo>
                    <a:pt x="633123" y="826048"/>
                  </a:lnTo>
                  <a:lnTo>
                    <a:pt x="668297" y="829650"/>
                  </a:lnTo>
                  <a:lnTo>
                    <a:pt x="703470" y="832494"/>
                  </a:lnTo>
                  <a:lnTo>
                    <a:pt x="738644" y="834738"/>
                  </a:lnTo>
                  <a:lnTo>
                    <a:pt x="773818" y="836508"/>
                  </a:lnTo>
                  <a:lnTo>
                    <a:pt x="808991" y="837903"/>
                  </a:lnTo>
                  <a:lnTo>
                    <a:pt x="844165" y="839003"/>
                  </a:lnTo>
                  <a:lnTo>
                    <a:pt x="879338" y="839870"/>
                  </a:lnTo>
                  <a:lnTo>
                    <a:pt x="914512" y="840554"/>
                  </a:lnTo>
                  <a:lnTo>
                    <a:pt x="949685" y="841092"/>
                  </a:lnTo>
                  <a:lnTo>
                    <a:pt x="984859" y="841516"/>
                  </a:lnTo>
                  <a:lnTo>
                    <a:pt x="1020032" y="841850"/>
                  </a:lnTo>
                  <a:lnTo>
                    <a:pt x="1055206" y="842113"/>
                  </a:lnTo>
                  <a:lnTo>
                    <a:pt x="1090380" y="842320"/>
                  </a:lnTo>
                  <a:lnTo>
                    <a:pt x="1125553" y="842484"/>
                  </a:lnTo>
                  <a:lnTo>
                    <a:pt x="1160727" y="842612"/>
                  </a:lnTo>
                  <a:lnTo>
                    <a:pt x="1195900" y="842713"/>
                  </a:lnTo>
                  <a:lnTo>
                    <a:pt x="1231074" y="842793"/>
                  </a:lnTo>
                  <a:lnTo>
                    <a:pt x="1266247" y="842856"/>
                  </a:lnTo>
                  <a:lnTo>
                    <a:pt x="1301421" y="842905"/>
                  </a:lnTo>
                  <a:lnTo>
                    <a:pt x="1336594" y="842944"/>
                  </a:lnTo>
                  <a:lnTo>
                    <a:pt x="1371768" y="842975"/>
                  </a:lnTo>
                  <a:lnTo>
                    <a:pt x="1406941" y="842999"/>
                  </a:lnTo>
                  <a:lnTo>
                    <a:pt x="1442115" y="843018"/>
                  </a:lnTo>
                  <a:lnTo>
                    <a:pt x="1477289" y="843033"/>
                  </a:lnTo>
                  <a:lnTo>
                    <a:pt x="1512462" y="843045"/>
                  </a:lnTo>
                  <a:lnTo>
                    <a:pt x="1547636" y="843054"/>
                  </a:lnTo>
                  <a:lnTo>
                    <a:pt x="1582809" y="843062"/>
                  </a:lnTo>
                  <a:lnTo>
                    <a:pt x="1617983" y="843067"/>
                  </a:lnTo>
                  <a:lnTo>
                    <a:pt x="1653156" y="843072"/>
                  </a:lnTo>
                  <a:lnTo>
                    <a:pt x="1688330" y="843075"/>
                  </a:lnTo>
                  <a:lnTo>
                    <a:pt x="1723503" y="843078"/>
                  </a:lnTo>
                  <a:lnTo>
                    <a:pt x="1758677" y="843080"/>
                  </a:lnTo>
                  <a:lnTo>
                    <a:pt x="1793851" y="843082"/>
                  </a:lnTo>
                  <a:lnTo>
                    <a:pt x="1829024" y="843084"/>
                  </a:lnTo>
                  <a:lnTo>
                    <a:pt x="1864198" y="843085"/>
                  </a:lnTo>
                  <a:lnTo>
                    <a:pt x="1899371" y="843085"/>
                  </a:lnTo>
                  <a:lnTo>
                    <a:pt x="1934545" y="843086"/>
                  </a:lnTo>
                  <a:lnTo>
                    <a:pt x="1969718" y="843087"/>
                  </a:lnTo>
                  <a:lnTo>
                    <a:pt x="2004892" y="843087"/>
                  </a:lnTo>
                  <a:lnTo>
                    <a:pt x="2040065" y="843087"/>
                  </a:lnTo>
                  <a:lnTo>
                    <a:pt x="2075239" y="843088"/>
                  </a:lnTo>
                  <a:lnTo>
                    <a:pt x="2110412" y="843088"/>
                  </a:lnTo>
                  <a:lnTo>
                    <a:pt x="2145586" y="843088"/>
                  </a:lnTo>
                  <a:lnTo>
                    <a:pt x="2180760" y="843088"/>
                  </a:lnTo>
                  <a:lnTo>
                    <a:pt x="2215933" y="843088"/>
                  </a:lnTo>
                  <a:lnTo>
                    <a:pt x="2251107" y="843088"/>
                  </a:lnTo>
                  <a:lnTo>
                    <a:pt x="2286280" y="843088"/>
                  </a:lnTo>
                  <a:lnTo>
                    <a:pt x="2321454" y="843088"/>
                  </a:lnTo>
                  <a:lnTo>
                    <a:pt x="2356627" y="843089"/>
                  </a:lnTo>
                  <a:lnTo>
                    <a:pt x="2391801" y="843089"/>
                  </a:lnTo>
                  <a:lnTo>
                    <a:pt x="2426974" y="843089"/>
                  </a:lnTo>
                  <a:lnTo>
                    <a:pt x="2462148" y="843089"/>
                  </a:lnTo>
                  <a:lnTo>
                    <a:pt x="2497322" y="843089"/>
                  </a:lnTo>
                  <a:lnTo>
                    <a:pt x="2532495" y="843089"/>
                  </a:lnTo>
                  <a:lnTo>
                    <a:pt x="2567669" y="843089"/>
                  </a:lnTo>
                  <a:lnTo>
                    <a:pt x="2602842" y="843089"/>
                  </a:lnTo>
                  <a:lnTo>
                    <a:pt x="2638016" y="843089"/>
                  </a:lnTo>
                  <a:lnTo>
                    <a:pt x="2673189" y="843089"/>
                  </a:lnTo>
                  <a:lnTo>
                    <a:pt x="2708363" y="843089"/>
                  </a:lnTo>
                  <a:lnTo>
                    <a:pt x="2743536" y="843089"/>
                  </a:lnTo>
                  <a:lnTo>
                    <a:pt x="2778710" y="843089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1"/>
            <p:cNvSpPr/>
            <p:nvPr/>
          </p:nvSpPr>
          <p:spPr>
            <a:xfrm>
              <a:off x="1629481" y="2359355"/>
              <a:ext cx="2369032" cy="1264633"/>
            </a:xfrm>
            <a:custGeom>
              <a:avLst/>
              <a:pathLst>
                <a:path w="2369032" h="1264633">
                  <a:moveTo>
                    <a:pt x="0" y="0"/>
                  </a:moveTo>
                  <a:lnTo>
                    <a:pt x="29987" y="16460"/>
                  </a:lnTo>
                  <a:lnTo>
                    <a:pt x="59975" y="33076"/>
                  </a:lnTo>
                  <a:lnTo>
                    <a:pt x="89963" y="49841"/>
                  </a:lnTo>
                  <a:lnTo>
                    <a:pt x="119951" y="66750"/>
                  </a:lnTo>
                  <a:lnTo>
                    <a:pt x="149938" y="83797"/>
                  </a:lnTo>
                  <a:lnTo>
                    <a:pt x="179926" y="100978"/>
                  </a:lnTo>
                  <a:lnTo>
                    <a:pt x="209914" y="118287"/>
                  </a:lnTo>
                  <a:lnTo>
                    <a:pt x="239902" y="135717"/>
                  </a:lnTo>
                  <a:lnTo>
                    <a:pt x="269889" y="153262"/>
                  </a:lnTo>
                  <a:lnTo>
                    <a:pt x="299877" y="170915"/>
                  </a:lnTo>
                  <a:lnTo>
                    <a:pt x="329865" y="188671"/>
                  </a:lnTo>
                  <a:lnTo>
                    <a:pt x="359853" y="206523"/>
                  </a:lnTo>
                  <a:lnTo>
                    <a:pt x="389840" y="224463"/>
                  </a:lnTo>
                  <a:lnTo>
                    <a:pt x="419828" y="242485"/>
                  </a:lnTo>
                  <a:lnTo>
                    <a:pt x="449816" y="260582"/>
                  </a:lnTo>
                  <a:lnTo>
                    <a:pt x="479804" y="278746"/>
                  </a:lnTo>
                  <a:lnTo>
                    <a:pt x="509791" y="296969"/>
                  </a:lnTo>
                  <a:lnTo>
                    <a:pt x="539779" y="315245"/>
                  </a:lnTo>
                  <a:lnTo>
                    <a:pt x="569767" y="333566"/>
                  </a:lnTo>
                  <a:lnTo>
                    <a:pt x="599755" y="351924"/>
                  </a:lnTo>
                  <a:lnTo>
                    <a:pt x="629742" y="370312"/>
                  </a:lnTo>
                  <a:lnTo>
                    <a:pt x="659730" y="388721"/>
                  </a:lnTo>
                  <a:lnTo>
                    <a:pt x="689718" y="407144"/>
                  </a:lnTo>
                  <a:lnTo>
                    <a:pt x="719706" y="425573"/>
                  </a:lnTo>
                  <a:lnTo>
                    <a:pt x="749693" y="444001"/>
                  </a:lnTo>
                  <a:lnTo>
                    <a:pt x="779681" y="462419"/>
                  </a:lnTo>
                  <a:lnTo>
                    <a:pt x="809669" y="480820"/>
                  </a:lnTo>
                  <a:lnTo>
                    <a:pt x="839657" y="499195"/>
                  </a:lnTo>
                  <a:lnTo>
                    <a:pt x="869644" y="517538"/>
                  </a:lnTo>
                  <a:lnTo>
                    <a:pt x="899632" y="535840"/>
                  </a:lnTo>
                  <a:lnTo>
                    <a:pt x="929620" y="554094"/>
                  </a:lnTo>
                  <a:lnTo>
                    <a:pt x="959608" y="572293"/>
                  </a:lnTo>
                  <a:lnTo>
                    <a:pt x="989595" y="590428"/>
                  </a:lnTo>
                  <a:lnTo>
                    <a:pt x="1019583" y="608493"/>
                  </a:lnTo>
                  <a:lnTo>
                    <a:pt x="1049571" y="626480"/>
                  </a:lnTo>
                  <a:lnTo>
                    <a:pt x="1079559" y="644382"/>
                  </a:lnTo>
                  <a:lnTo>
                    <a:pt x="1109546" y="662193"/>
                  </a:lnTo>
                  <a:lnTo>
                    <a:pt x="1139534" y="679905"/>
                  </a:lnTo>
                  <a:lnTo>
                    <a:pt x="1169522" y="697512"/>
                  </a:lnTo>
                  <a:lnTo>
                    <a:pt x="1199510" y="715007"/>
                  </a:lnTo>
                  <a:lnTo>
                    <a:pt x="1229497" y="732385"/>
                  </a:lnTo>
                  <a:lnTo>
                    <a:pt x="1259485" y="749638"/>
                  </a:lnTo>
                  <a:lnTo>
                    <a:pt x="1289473" y="766762"/>
                  </a:lnTo>
                  <a:lnTo>
                    <a:pt x="1319461" y="783750"/>
                  </a:lnTo>
                  <a:lnTo>
                    <a:pt x="1349448" y="800596"/>
                  </a:lnTo>
                  <a:lnTo>
                    <a:pt x="1379436" y="817296"/>
                  </a:lnTo>
                  <a:lnTo>
                    <a:pt x="1409424" y="833845"/>
                  </a:lnTo>
                  <a:lnTo>
                    <a:pt x="1439412" y="850237"/>
                  </a:lnTo>
                  <a:lnTo>
                    <a:pt x="1469399" y="866467"/>
                  </a:lnTo>
                  <a:lnTo>
                    <a:pt x="1499387" y="882533"/>
                  </a:lnTo>
                  <a:lnTo>
                    <a:pt x="1529375" y="898428"/>
                  </a:lnTo>
                  <a:lnTo>
                    <a:pt x="1559363" y="914150"/>
                  </a:lnTo>
                  <a:lnTo>
                    <a:pt x="1589350" y="929694"/>
                  </a:lnTo>
                  <a:lnTo>
                    <a:pt x="1619338" y="945057"/>
                  </a:lnTo>
                  <a:lnTo>
                    <a:pt x="1649326" y="960236"/>
                  </a:lnTo>
                  <a:lnTo>
                    <a:pt x="1679314" y="975228"/>
                  </a:lnTo>
                  <a:lnTo>
                    <a:pt x="1709301" y="990030"/>
                  </a:lnTo>
                  <a:lnTo>
                    <a:pt x="1739289" y="1004639"/>
                  </a:lnTo>
                  <a:lnTo>
                    <a:pt x="1769277" y="1019053"/>
                  </a:lnTo>
                  <a:lnTo>
                    <a:pt x="1799265" y="1033269"/>
                  </a:lnTo>
                  <a:lnTo>
                    <a:pt x="1829252" y="1047287"/>
                  </a:lnTo>
                  <a:lnTo>
                    <a:pt x="1859240" y="1061104"/>
                  </a:lnTo>
                  <a:lnTo>
                    <a:pt x="1889228" y="1074719"/>
                  </a:lnTo>
                  <a:lnTo>
                    <a:pt x="1919216" y="1088131"/>
                  </a:lnTo>
                  <a:lnTo>
                    <a:pt x="1949203" y="1101338"/>
                  </a:lnTo>
                  <a:lnTo>
                    <a:pt x="1979191" y="1114340"/>
                  </a:lnTo>
                  <a:lnTo>
                    <a:pt x="2009179" y="1127136"/>
                  </a:lnTo>
                  <a:lnTo>
                    <a:pt x="2039167" y="1139725"/>
                  </a:lnTo>
                  <a:lnTo>
                    <a:pt x="2069154" y="1152108"/>
                  </a:lnTo>
                  <a:lnTo>
                    <a:pt x="2099142" y="1164284"/>
                  </a:lnTo>
                  <a:lnTo>
                    <a:pt x="2129130" y="1176253"/>
                  </a:lnTo>
                  <a:lnTo>
                    <a:pt x="2159118" y="1188016"/>
                  </a:lnTo>
                  <a:lnTo>
                    <a:pt x="2189105" y="1199573"/>
                  </a:lnTo>
                  <a:lnTo>
                    <a:pt x="2219093" y="1210925"/>
                  </a:lnTo>
                  <a:lnTo>
                    <a:pt x="2249081" y="1222072"/>
                  </a:lnTo>
                  <a:lnTo>
                    <a:pt x="2279069" y="1233015"/>
                  </a:lnTo>
                  <a:lnTo>
                    <a:pt x="2309056" y="1243756"/>
                  </a:lnTo>
                  <a:lnTo>
                    <a:pt x="2339044" y="1254295"/>
                  </a:lnTo>
                  <a:lnTo>
                    <a:pt x="2369032" y="1264633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2"/>
            <p:cNvSpPr/>
            <p:nvPr/>
          </p:nvSpPr>
          <p:spPr>
            <a:xfrm>
              <a:off x="1813729" y="2780900"/>
              <a:ext cx="2731023" cy="1264633"/>
            </a:xfrm>
            <a:custGeom>
              <a:avLst/>
              <a:pathLst>
                <a:path w="2731023" h="1264633">
                  <a:moveTo>
                    <a:pt x="0" y="0"/>
                  </a:moveTo>
                  <a:lnTo>
                    <a:pt x="34569" y="155811"/>
                  </a:lnTo>
                  <a:lnTo>
                    <a:pt x="69139" y="306963"/>
                  </a:lnTo>
                  <a:lnTo>
                    <a:pt x="103709" y="449336"/>
                  </a:lnTo>
                  <a:lnTo>
                    <a:pt x="138279" y="579767"/>
                  </a:lnTo>
                  <a:lnTo>
                    <a:pt x="172849" y="696252"/>
                  </a:lnTo>
                  <a:lnTo>
                    <a:pt x="207419" y="797937"/>
                  </a:lnTo>
                  <a:lnTo>
                    <a:pt x="241989" y="884953"/>
                  </a:lnTo>
                  <a:lnTo>
                    <a:pt x="276559" y="958156"/>
                  </a:lnTo>
                  <a:lnTo>
                    <a:pt x="311129" y="1018858"/>
                  </a:lnTo>
                  <a:lnTo>
                    <a:pt x="345699" y="1068598"/>
                  </a:lnTo>
                  <a:lnTo>
                    <a:pt x="380269" y="1108958"/>
                  </a:lnTo>
                  <a:lnTo>
                    <a:pt x="414838" y="1141447"/>
                  </a:lnTo>
                  <a:lnTo>
                    <a:pt x="449408" y="1167434"/>
                  </a:lnTo>
                  <a:lnTo>
                    <a:pt x="483978" y="1188113"/>
                  </a:lnTo>
                  <a:lnTo>
                    <a:pt x="518548" y="1204501"/>
                  </a:lnTo>
                  <a:lnTo>
                    <a:pt x="553118" y="1217447"/>
                  </a:lnTo>
                  <a:lnTo>
                    <a:pt x="587688" y="1227647"/>
                  </a:lnTo>
                  <a:lnTo>
                    <a:pt x="622258" y="1235669"/>
                  </a:lnTo>
                  <a:lnTo>
                    <a:pt x="656828" y="1241966"/>
                  </a:lnTo>
                  <a:lnTo>
                    <a:pt x="691398" y="1246904"/>
                  </a:lnTo>
                  <a:lnTo>
                    <a:pt x="725968" y="1250772"/>
                  </a:lnTo>
                  <a:lnTo>
                    <a:pt x="760538" y="1253800"/>
                  </a:lnTo>
                  <a:lnTo>
                    <a:pt x="795108" y="1256169"/>
                  </a:lnTo>
                  <a:lnTo>
                    <a:pt x="829677" y="1258021"/>
                  </a:lnTo>
                  <a:lnTo>
                    <a:pt x="864247" y="1259469"/>
                  </a:lnTo>
                  <a:lnTo>
                    <a:pt x="898817" y="1260600"/>
                  </a:lnTo>
                  <a:lnTo>
                    <a:pt x="933387" y="1261484"/>
                  </a:lnTo>
                  <a:lnTo>
                    <a:pt x="967957" y="1262174"/>
                  </a:lnTo>
                  <a:lnTo>
                    <a:pt x="1002527" y="1262713"/>
                  </a:lnTo>
                  <a:lnTo>
                    <a:pt x="1037097" y="1263134"/>
                  </a:lnTo>
                  <a:lnTo>
                    <a:pt x="1071667" y="1263463"/>
                  </a:lnTo>
                  <a:lnTo>
                    <a:pt x="1106237" y="1263719"/>
                  </a:lnTo>
                  <a:lnTo>
                    <a:pt x="1140807" y="1263920"/>
                  </a:lnTo>
                  <a:lnTo>
                    <a:pt x="1175377" y="1264076"/>
                  </a:lnTo>
                  <a:lnTo>
                    <a:pt x="1209946" y="1264198"/>
                  </a:lnTo>
                  <a:lnTo>
                    <a:pt x="1244516" y="1264294"/>
                  </a:lnTo>
                  <a:lnTo>
                    <a:pt x="1279086" y="1264368"/>
                  </a:lnTo>
                  <a:lnTo>
                    <a:pt x="1313656" y="1264426"/>
                  </a:lnTo>
                  <a:lnTo>
                    <a:pt x="1348226" y="1264472"/>
                  </a:lnTo>
                  <a:lnTo>
                    <a:pt x="1382796" y="1264507"/>
                  </a:lnTo>
                  <a:lnTo>
                    <a:pt x="1417366" y="1264535"/>
                  </a:lnTo>
                  <a:lnTo>
                    <a:pt x="1451936" y="1264556"/>
                  </a:lnTo>
                  <a:lnTo>
                    <a:pt x="1486506" y="1264573"/>
                  </a:lnTo>
                  <a:lnTo>
                    <a:pt x="1521076" y="1264586"/>
                  </a:lnTo>
                  <a:lnTo>
                    <a:pt x="1555646" y="1264597"/>
                  </a:lnTo>
                  <a:lnTo>
                    <a:pt x="1590216" y="1264605"/>
                  </a:lnTo>
                  <a:lnTo>
                    <a:pt x="1624785" y="1264611"/>
                  </a:lnTo>
                  <a:lnTo>
                    <a:pt x="1659355" y="1264616"/>
                  </a:lnTo>
                  <a:lnTo>
                    <a:pt x="1693925" y="1264620"/>
                  </a:lnTo>
                  <a:lnTo>
                    <a:pt x="1728495" y="1264623"/>
                  </a:lnTo>
                  <a:lnTo>
                    <a:pt x="1763065" y="1264625"/>
                  </a:lnTo>
                  <a:lnTo>
                    <a:pt x="1797635" y="1264627"/>
                  </a:lnTo>
                  <a:lnTo>
                    <a:pt x="1832205" y="1264628"/>
                  </a:lnTo>
                  <a:lnTo>
                    <a:pt x="1866775" y="1264629"/>
                  </a:lnTo>
                  <a:lnTo>
                    <a:pt x="1901345" y="1264630"/>
                  </a:lnTo>
                  <a:lnTo>
                    <a:pt x="1935915" y="1264631"/>
                  </a:lnTo>
                  <a:lnTo>
                    <a:pt x="1970485" y="1264631"/>
                  </a:lnTo>
                  <a:lnTo>
                    <a:pt x="2005054" y="1264632"/>
                  </a:lnTo>
                  <a:lnTo>
                    <a:pt x="2039624" y="1264632"/>
                  </a:lnTo>
                  <a:lnTo>
                    <a:pt x="2074194" y="1264632"/>
                  </a:lnTo>
                  <a:lnTo>
                    <a:pt x="2108764" y="1264633"/>
                  </a:lnTo>
                  <a:lnTo>
                    <a:pt x="2143334" y="1264633"/>
                  </a:lnTo>
                  <a:lnTo>
                    <a:pt x="2177904" y="1264633"/>
                  </a:lnTo>
                  <a:lnTo>
                    <a:pt x="2212474" y="1264633"/>
                  </a:lnTo>
                  <a:lnTo>
                    <a:pt x="2247044" y="1264633"/>
                  </a:lnTo>
                  <a:lnTo>
                    <a:pt x="2281614" y="1264633"/>
                  </a:lnTo>
                  <a:lnTo>
                    <a:pt x="2316184" y="1264633"/>
                  </a:lnTo>
                  <a:lnTo>
                    <a:pt x="2350754" y="1264633"/>
                  </a:lnTo>
                  <a:lnTo>
                    <a:pt x="2385324" y="1264633"/>
                  </a:lnTo>
                  <a:lnTo>
                    <a:pt x="2419893" y="1264633"/>
                  </a:lnTo>
                  <a:lnTo>
                    <a:pt x="2454463" y="1264633"/>
                  </a:lnTo>
                  <a:lnTo>
                    <a:pt x="2489033" y="1264633"/>
                  </a:lnTo>
                  <a:lnTo>
                    <a:pt x="2523603" y="1264633"/>
                  </a:lnTo>
                  <a:lnTo>
                    <a:pt x="2558173" y="1264633"/>
                  </a:lnTo>
                  <a:lnTo>
                    <a:pt x="2592743" y="1264633"/>
                  </a:lnTo>
                  <a:lnTo>
                    <a:pt x="2627313" y="1264633"/>
                  </a:lnTo>
                  <a:lnTo>
                    <a:pt x="2661883" y="1264633"/>
                  </a:lnTo>
                  <a:lnTo>
                    <a:pt x="2696453" y="1264633"/>
                  </a:lnTo>
                  <a:lnTo>
                    <a:pt x="2731023" y="1264633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2238097" y="2780900"/>
              <a:ext cx="3410615" cy="1264633"/>
            </a:xfrm>
            <a:custGeom>
              <a:avLst/>
              <a:pathLst>
                <a:path w="3410615" h="1264633">
                  <a:moveTo>
                    <a:pt x="0" y="0"/>
                  </a:moveTo>
                  <a:lnTo>
                    <a:pt x="43172" y="155811"/>
                  </a:lnTo>
                  <a:lnTo>
                    <a:pt x="86344" y="306963"/>
                  </a:lnTo>
                  <a:lnTo>
                    <a:pt x="129517" y="449336"/>
                  </a:lnTo>
                  <a:lnTo>
                    <a:pt x="172689" y="579767"/>
                  </a:lnTo>
                  <a:lnTo>
                    <a:pt x="215861" y="696252"/>
                  </a:lnTo>
                  <a:lnTo>
                    <a:pt x="259034" y="797937"/>
                  </a:lnTo>
                  <a:lnTo>
                    <a:pt x="302206" y="884953"/>
                  </a:lnTo>
                  <a:lnTo>
                    <a:pt x="345378" y="958156"/>
                  </a:lnTo>
                  <a:lnTo>
                    <a:pt x="388551" y="1018858"/>
                  </a:lnTo>
                  <a:lnTo>
                    <a:pt x="431723" y="1068598"/>
                  </a:lnTo>
                  <a:lnTo>
                    <a:pt x="474895" y="1108958"/>
                  </a:lnTo>
                  <a:lnTo>
                    <a:pt x="518068" y="1141447"/>
                  </a:lnTo>
                  <a:lnTo>
                    <a:pt x="561240" y="1167434"/>
                  </a:lnTo>
                  <a:lnTo>
                    <a:pt x="604412" y="1188113"/>
                  </a:lnTo>
                  <a:lnTo>
                    <a:pt x="647585" y="1204501"/>
                  </a:lnTo>
                  <a:lnTo>
                    <a:pt x="690757" y="1217447"/>
                  </a:lnTo>
                  <a:lnTo>
                    <a:pt x="733929" y="1227647"/>
                  </a:lnTo>
                  <a:lnTo>
                    <a:pt x="777102" y="1235669"/>
                  </a:lnTo>
                  <a:lnTo>
                    <a:pt x="820274" y="1241966"/>
                  </a:lnTo>
                  <a:lnTo>
                    <a:pt x="863446" y="1246904"/>
                  </a:lnTo>
                  <a:lnTo>
                    <a:pt x="906619" y="1250772"/>
                  </a:lnTo>
                  <a:lnTo>
                    <a:pt x="949791" y="1253800"/>
                  </a:lnTo>
                  <a:lnTo>
                    <a:pt x="992964" y="1256169"/>
                  </a:lnTo>
                  <a:lnTo>
                    <a:pt x="1036136" y="1258021"/>
                  </a:lnTo>
                  <a:lnTo>
                    <a:pt x="1079308" y="1259469"/>
                  </a:lnTo>
                  <a:lnTo>
                    <a:pt x="1122481" y="1260600"/>
                  </a:lnTo>
                  <a:lnTo>
                    <a:pt x="1165653" y="1261484"/>
                  </a:lnTo>
                  <a:lnTo>
                    <a:pt x="1208825" y="1262174"/>
                  </a:lnTo>
                  <a:lnTo>
                    <a:pt x="1251998" y="1262713"/>
                  </a:lnTo>
                  <a:lnTo>
                    <a:pt x="1295170" y="1263134"/>
                  </a:lnTo>
                  <a:lnTo>
                    <a:pt x="1338342" y="1263463"/>
                  </a:lnTo>
                  <a:lnTo>
                    <a:pt x="1381515" y="1263719"/>
                  </a:lnTo>
                  <a:lnTo>
                    <a:pt x="1424687" y="1263920"/>
                  </a:lnTo>
                  <a:lnTo>
                    <a:pt x="1467859" y="1264076"/>
                  </a:lnTo>
                  <a:lnTo>
                    <a:pt x="1511032" y="1264198"/>
                  </a:lnTo>
                  <a:lnTo>
                    <a:pt x="1554204" y="1264294"/>
                  </a:lnTo>
                  <a:lnTo>
                    <a:pt x="1597376" y="1264368"/>
                  </a:lnTo>
                  <a:lnTo>
                    <a:pt x="1640549" y="1264426"/>
                  </a:lnTo>
                  <a:lnTo>
                    <a:pt x="1683721" y="1264472"/>
                  </a:lnTo>
                  <a:lnTo>
                    <a:pt x="1726893" y="1264507"/>
                  </a:lnTo>
                  <a:lnTo>
                    <a:pt x="1770066" y="1264535"/>
                  </a:lnTo>
                  <a:lnTo>
                    <a:pt x="1813238" y="1264556"/>
                  </a:lnTo>
                  <a:lnTo>
                    <a:pt x="1856411" y="1264573"/>
                  </a:lnTo>
                  <a:lnTo>
                    <a:pt x="1899583" y="1264586"/>
                  </a:lnTo>
                  <a:lnTo>
                    <a:pt x="1942755" y="1264597"/>
                  </a:lnTo>
                  <a:lnTo>
                    <a:pt x="1985928" y="1264605"/>
                  </a:lnTo>
                  <a:lnTo>
                    <a:pt x="2029100" y="1264611"/>
                  </a:lnTo>
                  <a:lnTo>
                    <a:pt x="2072272" y="1264616"/>
                  </a:lnTo>
                  <a:lnTo>
                    <a:pt x="2115445" y="1264620"/>
                  </a:lnTo>
                  <a:lnTo>
                    <a:pt x="2158617" y="1264623"/>
                  </a:lnTo>
                  <a:lnTo>
                    <a:pt x="2201789" y="1264625"/>
                  </a:lnTo>
                  <a:lnTo>
                    <a:pt x="2244962" y="1264627"/>
                  </a:lnTo>
                  <a:lnTo>
                    <a:pt x="2288134" y="1264628"/>
                  </a:lnTo>
                  <a:lnTo>
                    <a:pt x="2331306" y="1264629"/>
                  </a:lnTo>
                  <a:lnTo>
                    <a:pt x="2374479" y="1264630"/>
                  </a:lnTo>
                  <a:lnTo>
                    <a:pt x="2417651" y="1264631"/>
                  </a:lnTo>
                  <a:lnTo>
                    <a:pt x="2460823" y="1264631"/>
                  </a:lnTo>
                  <a:lnTo>
                    <a:pt x="2503996" y="1264632"/>
                  </a:lnTo>
                  <a:lnTo>
                    <a:pt x="2547168" y="1264632"/>
                  </a:lnTo>
                  <a:lnTo>
                    <a:pt x="2590340" y="1264632"/>
                  </a:lnTo>
                  <a:lnTo>
                    <a:pt x="2633513" y="1264633"/>
                  </a:lnTo>
                  <a:lnTo>
                    <a:pt x="2676685" y="1264633"/>
                  </a:lnTo>
                  <a:lnTo>
                    <a:pt x="2719858" y="1264633"/>
                  </a:lnTo>
                  <a:lnTo>
                    <a:pt x="2763030" y="1264633"/>
                  </a:lnTo>
                  <a:lnTo>
                    <a:pt x="2806202" y="1264633"/>
                  </a:lnTo>
                  <a:lnTo>
                    <a:pt x="2849375" y="1264633"/>
                  </a:lnTo>
                  <a:lnTo>
                    <a:pt x="2892547" y="1264633"/>
                  </a:lnTo>
                  <a:lnTo>
                    <a:pt x="2935719" y="1264633"/>
                  </a:lnTo>
                  <a:lnTo>
                    <a:pt x="2978892" y="1264633"/>
                  </a:lnTo>
                  <a:lnTo>
                    <a:pt x="3022064" y="1264633"/>
                  </a:lnTo>
                  <a:lnTo>
                    <a:pt x="3065236" y="1264633"/>
                  </a:lnTo>
                  <a:lnTo>
                    <a:pt x="3108409" y="1264633"/>
                  </a:lnTo>
                  <a:lnTo>
                    <a:pt x="3151581" y="1264633"/>
                  </a:lnTo>
                  <a:lnTo>
                    <a:pt x="3194753" y="1264633"/>
                  </a:lnTo>
                  <a:lnTo>
                    <a:pt x="3237926" y="1264633"/>
                  </a:lnTo>
                  <a:lnTo>
                    <a:pt x="3281098" y="1264633"/>
                  </a:lnTo>
                  <a:lnTo>
                    <a:pt x="3324270" y="1264633"/>
                  </a:lnTo>
                  <a:lnTo>
                    <a:pt x="3367443" y="1264633"/>
                  </a:lnTo>
                  <a:lnTo>
                    <a:pt x="3410615" y="1264633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tx224"/>
            <p:cNvSpPr/>
            <p:nvPr/>
          </p:nvSpPr>
          <p:spPr>
            <a:xfrm>
              <a:off x="1148262" y="4005528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1148262" y="3373211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1148262" y="2740895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227" name="tx227"/>
            <p:cNvSpPr/>
            <p:nvPr/>
          </p:nvSpPr>
          <p:spPr>
            <a:xfrm>
              <a:off x="1148262" y="2108578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1148262" y="1476261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1325577" y="4234627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30" name="tx230"/>
            <p:cNvSpPr/>
            <p:nvPr/>
          </p:nvSpPr>
          <p:spPr>
            <a:xfrm>
              <a:off x="2083519" y="4234627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0.01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2841462" y="4234627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0.02</a:t>
              </a:r>
            </a:p>
          </p:txBody>
        </p:sp>
        <p:sp>
          <p:nvSpPr>
            <p:cNvPr id="232" name="tx232"/>
            <p:cNvSpPr/>
            <p:nvPr/>
          </p:nvSpPr>
          <p:spPr>
            <a:xfrm>
              <a:off x="3599404" y="4234627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0.03</a:t>
              </a:r>
            </a:p>
          </p:txBody>
        </p:sp>
        <p:sp>
          <p:nvSpPr>
            <p:cNvPr id="233" name="tx233"/>
            <p:cNvSpPr/>
            <p:nvPr/>
          </p:nvSpPr>
          <p:spPr>
            <a:xfrm>
              <a:off x="4357347" y="4234627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0.04</a:t>
              </a:r>
            </a:p>
          </p:txBody>
        </p:sp>
        <p:sp>
          <p:nvSpPr>
            <p:cNvPr id="234" name="tx234"/>
            <p:cNvSpPr/>
            <p:nvPr/>
          </p:nvSpPr>
          <p:spPr>
            <a:xfrm>
              <a:off x="5115290" y="4234627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0.05</a:t>
              </a:r>
            </a:p>
          </p:txBody>
        </p:sp>
        <p:sp>
          <p:nvSpPr>
            <p:cNvPr id="235" name="tx235"/>
            <p:cNvSpPr/>
            <p:nvPr/>
          </p:nvSpPr>
          <p:spPr>
            <a:xfrm>
              <a:off x="3321800" y="4372931"/>
              <a:ext cx="634593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LEA offset</a:t>
              </a:r>
            </a:p>
          </p:txBody>
        </p:sp>
        <p:sp>
          <p:nvSpPr>
            <p:cNvPr id="236" name="tx236"/>
            <p:cNvSpPr/>
            <p:nvPr/>
          </p:nvSpPr>
          <p:spPr>
            <a:xfrm rot="-5400000">
              <a:off x="785564" y="2730882"/>
              <a:ext cx="49688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237" name="tx237"/>
            <p:cNvSpPr/>
            <p:nvPr/>
          </p:nvSpPr>
          <p:spPr>
            <a:xfrm>
              <a:off x="6058442" y="1818263"/>
              <a:ext cx="66037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238" name="pt238"/>
            <p:cNvSpPr/>
            <p:nvPr/>
          </p:nvSpPr>
          <p:spPr>
            <a:xfrm>
              <a:off x="6109467" y="2053635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6080387" y="211233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6109467" y="2273091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l241"/>
            <p:cNvSpPr/>
            <p:nvPr/>
          </p:nvSpPr>
          <p:spPr>
            <a:xfrm>
              <a:off x="6080387" y="233179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6109467" y="2492547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l243"/>
            <p:cNvSpPr/>
            <p:nvPr/>
          </p:nvSpPr>
          <p:spPr>
            <a:xfrm>
              <a:off x="6080387" y="255125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6109467" y="271200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l245"/>
            <p:cNvSpPr/>
            <p:nvPr/>
          </p:nvSpPr>
          <p:spPr>
            <a:xfrm>
              <a:off x="6080387" y="277070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6109467" y="2931459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l247"/>
            <p:cNvSpPr/>
            <p:nvPr/>
          </p:nvSpPr>
          <p:spPr>
            <a:xfrm>
              <a:off x="6080387" y="299016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6109467" y="3150915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249"/>
            <p:cNvSpPr/>
            <p:nvPr/>
          </p:nvSpPr>
          <p:spPr>
            <a:xfrm>
              <a:off x="6080387" y="320961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6109467" y="337037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6080387" y="342907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6109467" y="3589827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253"/>
            <p:cNvSpPr/>
            <p:nvPr/>
          </p:nvSpPr>
          <p:spPr>
            <a:xfrm>
              <a:off x="6080387" y="364853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tx254"/>
            <p:cNvSpPr/>
            <p:nvPr/>
          </p:nvSpPr>
          <p:spPr>
            <a:xfrm>
              <a:off x="6347487" y="2072333"/>
              <a:ext cx="18013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255" name="tx255"/>
            <p:cNvSpPr/>
            <p:nvPr/>
          </p:nvSpPr>
          <p:spPr>
            <a:xfrm>
              <a:off x="6347487" y="2291789"/>
              <a:ext cx="20061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256" name="tx256"/>
            <p:cNvSpPr/>
            <p:nvPr/>
          </p:nvSpPr>
          <p:spPr>
            <a:xfrm>
              <a:off x="6347487" y="2511245"/>
              <a:ext cx="25456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257" name="tx257"/>
            <p:cNvSpPr/>
            <p:nvPr/>
          </p:nvSpPr>
          <p:spPr>
            <a:xfrm>
              <a:off x="6347487" y="2730701"/>
              <a:ext cx="22969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258" name="tx258"/>
            <p:cNvSpPr/>
            <p:nvPr/>
          </p:nvSpPr>
          <p:spPr>
            <a:xfrm>
              <a:off x="6347487" y="2950157"/>
              <a:ext cx="2358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259" name="tx259"/>
            <p:cNvSpPr/>
            <p:nvPr/>
          </p:nvSpPr>
          <p:spPr>
            <a:xfrm>
              <a:off x="6347487" y="3169613"/>
              <a:ext cx="21122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260" name="tx260"/>
            <p:cNvSpPr/>
            <p:nvPr/>
          </p:nvSpPr>
          <p:spPr>
            <a:xfrm>
              <a:off x="6347487" y="3389069"/>
              <a:ext cx="24825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261" name="tx261"/>
            <p:cNvSpPr/>
            <p:nvPr/>
          </p:nvSpPr>
          <p:spPr>
            <a:xfrm>
              <a:off x="6347487" y="3608525"/>
              <a:ext cx="21735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262" name="tx262"/>
            <p:cNvSpPr/>
            <p:nvPr/>
          </p:nvSpPr>
          <p:spPr>
            <a:xfrm>
              <a:off x="1428519" y="983989"/>
              <a:ext cx="4093220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Current-Future Fitness vs Genomic Offset (LEA, MLL): </a:t>
              </a:r>
            </a:p>
          </p:txBody>
        </p:sp>
        <p:sp>
          <p:nvSpPr>
            <p:cNvPr id="263" name="tx263"/>
            <p:cNvSpPr/>
            <p:nvPr/>
          </p:nvSpPr>
          <p:spPr>
            <a:xfrm>
              <a:off x="1428519" y="1165040"/>
              <a:ext cx="2672242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Binary Survival, Logistic Regression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599" cy="3657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428519" y="3729375"/>
              <a:ext cx="4421155" cy="0"/>
            </a:xfrm>
            <a:custGeom>
              <a:avLst/>
              <a:pathLst>
                <a:path w="4421155" h="0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428519" y="3097058"/>
              <a:ext cx="4421155" cy="0"/>
            </a:xfrm>
            <a:custGeom>
              <a:avLst/>
              <a:pathLst>
                <a:path w="4421155" h="0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428519" y="2464741"/>
              <a:ext cx="4421155" cy="0"/>
            </a:xfrm>
            <a:custGeom>
              <a:avLst/>
              <a:pathLst>
                <a:path w="4421155" h="0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8519" y="1832424"/>
              <a:ext cx="4421155" cy="0"/>
            </a:xfrm>
            <a:custGeom>
              <a:avLst/>
              <a:pathLst>
                <a:path w="4421155" h="0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861923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045181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228438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411695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428519" y="4045533"/>
              <a:ext cx="4421155" cy="0"/>
            </a:xfrm>
            <a:custGeom>
              <a:avLst/>
              <a:pathLst>
                <a:path w="4421155" h="0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428519" y="3413216"/>
              <a:ext cx="4421155" cy="0"/>
            </a:xfrm>
            <a:custGeom>
              <a:avLst/>
              <a:pathLst>
                <a:path w="4421155" h="0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428519" y="2780900"/>
              <a:ext cx="4421155" cy="0"/>
            </a:xfrm>
            <a:custGeom>
              <a:avLst/>
              <a:pathLst>
                <a:path w="4421155" h="0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428519" y="2148583"/>
              <a:ext cx="4421155" cy="0"/>
            </a:xfrm>
            <a:custGeom>
              <a:avLst/>
              <a:pathLst>
                <a:path w="4421155" h="0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428519" y="1516266"/>
              <a:ext cx="4421155" cy="0"/>
            </a:xfrm>
            <a:custGeom>
              <a:avLst/>
              <a:pathLst>
                <a:path w="4421155" h="0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453552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36809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820066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2030223" y="1457563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2030223" y="1457563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2030223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2030223" y="1457563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2030223" y="1457563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2030223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2030223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2030223" y="1457563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2030223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2030223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2030223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2030223" y="1457563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1570779" y="1457563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1570779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1570779" y="1457563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1570779" y="1457563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1570779" y="1457563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1570779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1570779" y="1457563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1570779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1570779" y="1457563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1570779" y="1457563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1570779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1570779" y="1457563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1869110" y="1457563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1869110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1869110" y="1457563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1869110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1869110" y="1457563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1869110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1869110" y="1457563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1869110" y="1457563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1869110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1869110" y="1457563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1869110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1869110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2001042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2001042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2001042" y="1457563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2001042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2001042" y="1457563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2001042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2001042" y="1457563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2001042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2001042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2001042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2001042" y="1457563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2001042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5590011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5590011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5590011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5590011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5590011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5590011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5590011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5590011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5590011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5590011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5590011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5590011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3139269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3139269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3139269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139269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3139269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3139269" y="3986831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3139269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3139269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3139269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3139269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3139269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3139269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3112298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3112298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3112298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3112298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3112298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3112298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3112298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3112298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3112298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3112298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3112298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3112298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5106633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5106633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5106633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5106633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5106633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5106633" y="3986831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5106633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5106633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5106633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5106633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5106633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2678641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2678641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2678641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2678641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2678641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2678641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2678641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2678641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2678641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2428798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2678641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2678641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2678641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3036827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3036827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3036827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3036827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3036827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3036827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3036827" y="1457563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3036827" y="1457563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3036827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3036827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3036827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3036827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2428798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2428798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2428798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2428798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2428798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2428798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2428798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2428798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2428798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2428798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2428798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3512757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3512757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3512757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3512757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3512757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3512757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3512757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3512757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3512757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3512757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3512757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3512757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3272270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3272270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3272270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3272270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3272270" y="3986831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3272270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3272270" y="3986831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3272270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3272270" y="3986831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3272270" y="3986831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3272270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3272270" y="3986831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2634869" y="3986831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2634869" y="3986831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2634869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2939723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2939723" y="3986831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2939723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2939723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2939723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2939723" y="3986831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2634869" y="3986831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2634869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2634869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2634869" y="3986831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2634869" y="3986831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2634869" y="3986831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2634869" y="3986831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2675682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2675682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2675682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2675682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2675682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2675682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2675682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2675682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2675682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2675682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2675682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2675682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2939723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2939723" y="3986831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2939723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2939723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2939723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2939723" y="3986831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2634869" y="3986831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2734384" y="1516266"/>
              <a:ext cx="436616" cy="0"/>
            </a:xfrm>
            <a:custGeom>
              <a:avLst/>
              <a:pathLst>
                <a:path w="436616" h="0">
                  <a:moveTo>
                    <a:pt x="0" y="0"/>
                  </a:moveTo>
                  <a:lnTo>
                    <a:pt x="5526" y="0"/>
                  </a:lnTo>
                  <a:lnTo>
                    <a:pt x="11053" y="0"/>
                  </a:lnTo>
                  <a:lnTo>
                    <a:pt x="16580" y="0"/>
                  </a:lnTo>
                  <a:lnTo>
                    <a:pt x="22107" y="0"/>
                  </a:lnTo>
                  <a:lnTo>
                    <a:pt x="27633" y="0"/>
                  </a:lnTo>
                  <a:lnTo>
                    <a:pt x="33160" y="0"/>
                  </a:lnTo>
                  <a:lnTo>
                    <a:pt x="38687" y="0"/>
                  </a:lnTo>
                  <a:lnTo>
                    <a:pt x="44214" y="0"/>
                  </a:lnTo>
                  <a:lnTo>
                    <a:pt x="49741" y="0"/>
                  </a:lnTo>
                  <a:lnTo>
                    <a:pt x="55267" y="0"/>
                  </a:lnTo>
                  <a:lnTo>
                    <a:pt x="60794" y="0"/>
                  </a:lnTo>
                  <a:lnTo>
                    <a:pt x="66321" y="0"/>
                  </a:lnTo>
                  <a:lnTo>
                    <a:pt x="71848" y="0"/>
                  </a:lnTo>
                  <a:lnTo>
                    <a:pt x="77375" y="0"/>
                  </a:lnTo>
                  <a:lnTo>
                    <a:pt x="82901" y="0"/>
                  </a:lnTo>
                  <a:lnTo>
                    <a:pt x="88428" y="0"/>
                  </a:lnTo>
                  <a:lnTo>
                    <a:pt x="93955" y="0"/>
                  </a:lnTo>
                  <a:lnTo>
                    <a:pt x="99482" y="0"/>
                  </a:lnTo>
                  <a:lnTo>
                    <a:pt x="105009" y="0"/>
                  </a:lnTo>
                  <a:lnTo>
                    <a:pt x="110535" y="0"/>
                  </a:lnTo>
                  <a:lnTo>
                    <a:pt x="116062" y="0"/>
                  </a:lnTo>
                  <a:lnTo>
                    <a:pt x="121589" y="0"/>
                  </a:lnTo>
                  <a:lnTo>
                    <a:pt x="127116" y="0"/>
                  </a:lnTo>
                  <a:lnTo>
                    <a:pt x="132642" y="0"/>
                  </a:lnTo>
                  <a:lnTo>
                    <a:pt x="138169" y="0"/>
                  </a:lnTo>
                  <a:lnTo>
                    <a:pt x="143696" y="0"/>
                  </a:lnTo>
                  <a:lnTo>
                    <a:pt x="149223" y="0"/>
                  </a:lnTo>
                  <a:lnTo>
                    <a:pt x="154750" y="0"/>
                  </a:lnTo>
                  <a:lnTo>
                    <a:pt x="160276" y="0"/>
                  </a:lnTo>
                  <a:lnTo>
                    <a:pt x="165803" y="0"/>
                  </a:lnTo>
                  <a:lnTo>
                    <a:pt x="171330" y="0"/>
                  </a:lnTo>
                  <a:lnTo>
                    <a:pt x="176857" y="0"/>
                  </a:lnTo>
                  <a:lnTo>
                    <a:pt x="182384" y="0"/>
                  </a:lnTo>
                  <a:lnTo>
                    <a:pt x="187910" y="0"/>
                  </a:lnTo>
                  <a:lnTo>
                    <a:pt x="193437" y="0"/>
                  </a:lnTo>
                  <a:lnTo>
                    <a:pt x="198964" y="0"/>
                  </a:lnTo>
                  <a:lnTo>
                    <a:pt x="204491" y="0"/>
                  </a:lnTo>
                  <a:lnTo>
                    <a:pt x="210018" y="0"/>
                  </a:lnTo>
                  <a:lnTo>
                    <a:pt x="215544" y="0"/>
                  </a:lnTo>
                  <a:lnTo>
                    <a:pt x="221071" y="0"/>
                  </a:lnTo>
                  <a:lnTo>
                    <a:pt x="226598" y="0"/>
                  </a:lnTo>
                  <a:lnTo>
                    <a:pt x="232125" y="0"/>
                  </a:lnTo>
                  <a:lnTo>
                    <a:pt x="237651" y="0"/>
                  </a:lnTo>
                  <a:lnTo>
                    <a:pt x="243178" y="0"/>
                  </a:lnTo>
                  <a:lnTo>
                    <a:pt x="248705" y="0"/>
                  </a:lnTo>
                  <a:lnTo>
                    <a:pt x="254232" y="0"/>
                  </a:lnTo>
                  <a:lnTo>
                    <a:pt x="259759" y="0"/>
                  </a:lnTo>
                  <a:lnTo>
                    <a:pt x="265285" y="0"/>
                  </a:lnTo>
                  <a:lnTo>
                    <a:pt x="270812" y="0"/>
                  </a:lnTo>
                  <a:lnTo>
                    <a:pt x="276339" y="0"/>
                  </a:lnTo>
                  <a:lnTo>
                    <a:pt x="281866" y="0"/>
                  </a:lnTo>
                  <a:lnTo>
                    <a:pt x="287393" y="0"/>
                  </a:lnTo>
                  <a:lnTo>
                    <a:pt x="292919" y="0"/>
                  </a:lnTo>
                  <a:lnTo>
                    <a:pt x="298446" y="0"/>
                  </a:lnTo>
                  <a:lnTo>
                    <a:pt x="303973" y="0"/>
                  </a:lnTo>
                  <a:lnTo>
                    <a:pt x="309500" y="0"/>
                  </a:lnTo>
                  <a:lnTo>
                    <a:pt x="315027" y="0"/>
                  </a:lnTo>
                  <a:lnTo>
                    <a:pt x="320553" y="0"/>
                  </a:lnTo>
                  <a:lnTo>
                    <a:pt x="326080" y="0"/>
                  </a:lnTo>
                  <a:lnTo>
                    <a:pt x="331607" y="0"/>
                  </a:lnTo>
                  <a:lnTo>
                    <a:pt x="337134" y="0"/>
                  </a:lnTo>
                  <a:lnTo>
                    <a:pt x="342660" y="0"/>
                  </a:lnTo>
                  <a:lnTo>
                    <a:pt x="348187" y="0"/>
                  </a:lnTo>
                  <a:lnTo>
                    <a:pt x="353714" y="0"/>
                  </a:lnTo>
                  <a:lnTo>
                    <a:pt x="359241" y="0"/>
                  </a:lnTo>
                  <a:lnTo>
                    <a:pt x="364768" y="0"/>
                  </a:lnTo>
                  <a:lnTo>
                    <a:pt x="370294" y="0"/>
                  </a:lnTo>
                  <a:lnTo>
                    <a:pt x="375821" y="0"/>
                  </a:lnTo>
                  <a:lnTo>
                    <a:pt x="381348" y="0"/>
                  </a:lnTo>
                  <a:lnTo>
                    <a:pt x="386875" y="0"/>
                  </a:lnTo>
                  <a:lnTo>
                    <a:pt x="392402" y="0"/>
                  </a:lnTo>
                  <a:lnTo>
                    <a:pt x="397928" y="0"/>
                  </a:lnTo>
                  <a:lnTo>
                    <a:pt x="403455" y="0"/>
                  </a:lnTo>
                  <a:lnTo>
                    <a:pt x="408982" y="0"/>
                  </a:lnTo>
                  <a:lnTo>
                    <a:pt x="414509" y="0"/>
                  </a:lnTo>
                  <a:lnTo>
                    <a:pt x="420036" y="0"/>
                  </a:lnTo>
                  <a:lnTo>
                    <a:pt x="425562" y="0"/>
                  </a:lnTo>
                  <a:lnTo>
                    <a:pt x="431089" y="0"/>
                  </a:lnTo>
                  <a:lnTo>
                    <a:pt x="436616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2693572" y="1727038"/>
              <a:ext cx="504399" cy="1628694"/>
            </a:xfrm>
            <a:custGeom>
              <a:avLst/>
              <a:pathLst>
                <a:path w="504399" h="1628694">
                  <a:moveTo>
                    <a:pt x="0" y="1628694"/>
                  </a:moveTo>
                  <a:lnTo>
                    <a:pt x="6384" y="1607031"/>
                  </a:lnTo>
                  <a:lnTo>
                    <a:pt x="12769" y="1584959"/>
                  </a:lnTo>
                  <a:lnTo>
                    <a:pt x="19154" y="1562487"/>
                  </a:lnTo>
                  <a:lnTo>
                    <a:pt x="25539" y="1539625"/>
                  </a:lnTo>
                  <a:lnTo>
                    <a:pt x="31924" y="1516384"/>
                  </a:lnTo>
                  <a:lnTo>
                    <a:pt x="38308" y="1492777"/>
                  </a:lnTo>
                  <a:lnTo>
                    <a:pt x="44693" y="1468817"/>
                  </a:lnTo>
                  <a:lnTo>
                    <a:pt x="51078" y="1444519"/>
                  </a:lnTo>
                  <a:lnTo>
                    <a:pt x="57463" y="1419897"/>
                  </a:lnTo>
                  <a:lnTo>
                    <a:pt x="63848" y="1394969"/>
                  </a:lnTo>
                  <a:lnTo>
                    <a:pt x="70232" y="1369752"/>
                  </a:lnTo>
                  <a:lnTo>
                    <a:pt x="76617" y="1344263"/>
                  </a:lnTo>
                  <a:lnTo>
                    <a:pt x="83002" y="1318524"/>
                  </a:lnTo>
                  <a:lnTo>
                    <a:pt x="89387" y="1292552"/>
                  </a:lnTo>
                  <a:lnTo>
                    <a:pt x="95772" y="1266371"/>
                  </a:lnTo>
                  <a:lnTo>
                    <a:pt x="102156" y="1240000"/>
                  </a:lnTo>
                  <a:lnTo>
                    <a:pt x="108541" y="1213463"/>
                  </a:lnTo>
                  <a:lnTo>
                    <a:pt x="114926" y="1186783"/>
                  </a:lnTo>
                  <a:lnTo>
                    <a:pt x="121311" y="1159982"/>
                  </a:lnTo>
                  <a:lnTo>
                    <a:pt x="127696" y="1133085"/>
                  </a:lnTo>
                  <a:lnTo>
                    <a:pt x="134080" y="1106116"/>
                  </a:lnTo>
                  <a:lnTo>
                    <a:pt x="140465" y="1079099"/>
                  </a:lnTo>
                  <a:lnTo>
                    <a:pt x="146850" y="1052059"/>
                  </a:lnTo>
                  <a:lnTo>
                    <a:pt x="153235" y="1025020"/>
                  </a:lnTo>
                  <a:lnTo>
                    <a:pt x="159620" y="998008"/>
                  </a:lnTo>
                  <a:lnTo>
                    <a:pt x="166004" y="971047"/>
                  </a:lnTo>
                  <a:lnTo>
                    <a:pt x="172389" y="944162"/>
                  </a:lnTo>
                  <a:lnTo>
                    <a:pt x="178774" y="917376"/>
                  </a:lnTo>
                  <a:lnTo>
                    <a:pt x="185159" y="890713"/>
                  </a:lnTo>
                  <a:lnTo>
                    <a:pt x="191544" y="864197"/>
                  </a:lnTo>
                  <a:lnTo>
                    <a:pt x="197928" y="837850"/>
                  </a:lnTo>
                  <a:lnTo>
                    <a:pt x="204313" y="811696"/>
                  </a:lnTo>
                  <a:lnTo>
                    <a:pt x="210698" y="785754"/>
                  </a:lnTo>
                  <a:lnTo>
                    <a:pt x="217083" y="760047"/>
                  </a:lnTo>
                  <a:lnTo>
                    <a:pt x="223468" y="734593"/>
                  </a:lnTo>
                  <a:lnTo>
                    <a:pt x="229852" y="709413"/>
                  </a:lnTo>
                  <a:lnTo>
                    <a:pt x="236237" y="684525"/>
                  </a:lnTo>
                  <a:lnTo>
                    <a:pt x="242622" y="659946"/>
                  </a:lnTo>
                  <a:lnTo>
                    <a:pt x="249007" y="635691"/>
                  </a:lnTo>
                  <a:lnTo>
                    <a:pt x="255392" y="611778"/>
                  </a:lnTo>
                  <a:lnTo>
                    <a:pt x="261776" y="588219"/>
                  </a:lnTo>
                  <a:lnTo>
                    <a:pt x="268161" y="565028"/>
                  </a:lnTo>
                  <a:lnTo>
                    <a:pt x="274546" y="542217"/>
                  </a:lnTo>
                  <a:lnTo>
                    <a:pt x="280931" y="519798"/>
                  </a:lnTo>
                  <a:lnTo>
                    <a:pt x="287316" y="497780"/>
                  </a:lnTo>
                  <a:lnTo>
                    <a:pt x="293700" y="476172"/>
                  </a:lnTo>
                  <a:lnTo>
                    <a:pt x="300085" y="454982"/>
                  </a:lnTo>
                  <a:lnTo>
                    <a:pt x="306470" y="434216"/>
                  </a:lnTo>
                  <a:lnTo>
                    <a:pt x="312855" y="413882"/>
                  </a:lnTo>
                  <a:lnTo>
                    <a:pt x="319240" y="393982"/>
                  </a:lnTo>
                  <a:lnTo>
                    <a:pt x="325624" y="374522"/>
                  </a:lnTo>
                  <a:lnTo>
                    <a:pt x="332009" y="355504"/>
                  </a:lnTo>
                  <a:lnTo>
                    <a:pt x="338394" y="336930"/>
                  </a:lnTo>
                  <a:lnTo>
                    <a:pt x="344779" y="318800"/>
                  </a:lnTo>
                  <a:lnTo>
                    <a:pt x="351164" y="301116"/>
                  </a:lnTo>
                  <a:lnTo>
                    <a:pt x="357548" y="283876"/>
                  </a:lnTo>
                  <a:lnTo>
                    <a:pt x="363933" y="267079"/>
                  </a:lnTo>
                  <a:lnTo>
                    <a:pt x="370318" y="250723"/>
                  </a:lnTo>
                  <a:lnTo>
                    <a:pt x="376703" y="234806"/>
                  </a:lnTo>
                  <a:lnTo>
                    <a:pt x="383088" y="219323"/>
                  </a:lnTo>
                  <a:lnTo>
                    <a:pt x="389473" y="204271"/>
                  </a:lnTo>
                  <a:lnTo>
                    <a:pt x="395857" y="189645"/>
                  </a:lnTo>
                  <a:lnTo>
                    <a:pt x="402242" y="175441"/>
                  </a:lnTo>
                  <a:lnTo>
                    <a:pt x="408627" y="161652"/>
                  </a:lnTo>
                  <a:lnTo>
                    <a:pt x="415012" y="148273"/>
                  </a:lnTo>
                  <a:lnTo>
                    <a:pt x="421397" y="135298"/>
                  </a:lnTo>
                  <a:lnTo>
                    <a:pt x="427781" y="122719"/>
                  </a:lnTo>
                  <a:lnTo>
                    <a:pt x="434166" y="110531"/>
                  </a:lnTo>
                  <a:lnTo>
                    <a:pt x="440551" y="98725"/>
                  </a:lnTo>
                  <a:lnTo>
                    <a:pt x="446936" y="87294"/>
                  </a:lnTo>
                  <a:lnTo>
                    <a:pt x="453321" y="76231"/>
                  </a:lnTo>
                  <a:lnTo>
                    <a:pt x="459705" y="65528"/>
                  </a:lnTo>
                  <a:lnTo>
                    <a:pt x="466090" y="55176"/>
                  </a:lnTo>
                  <a:lnTo>
                    <a:pt x="472475" y="45168"/>
                  </a:lnTo>
                  <a:lnTo>
                    <a:pt x="478860" y="35496"/>
                  </a:lnTo>
                  <a:lnTo>
                    <a:pt x="485245" y="26151"/>
                  </a:lnTo>
                  <a:lnTo>
                    <a:pt x="491629" y="17126"/>
                  </a:lnTo>
                  <a:lnTo>
                    <a:pt x="498014" y="8411"/>
                  </a:lnTo>
                  <a:lnTo>
                    <a:pt x="504399" y="0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2998425" y="1746199"/>
              <a:ext cx="2166910" cy="613155"/>
            </a:xfrm>
            <a:custGeom>
              <a:avLst/>
              <a:pathLst>
                <a:path w="2166910" h="613155">
                  <a:moveTo>
                    <a:pt x="0" y="613155"/>
                  </a:moveTo>
                  <a:lnTo>
                    <a:pt x="27429" y="601744"/>
                  </a:lnTo>
                  <a:lnTo>
                    <a:pt x="54858" y="590412"/>
                  </a:lnTo>
                  <a:lnTo>
                    <a:pt x="82287" y="579160"/>
                  </a:lnTo>
                  <a:lnTo>
                    <a:pt x="109716" y="567991"/>
                  </a:lnTo>
                  <a:lnTo>
                    <a:pt x="137146" y="556906"/>
                  </a:lnTo>
                  <a:lnTo>
                    <a:pt x="164575" y="545905"/>
                  </a:lnTo>
                  <a:lnTo>
                    <a:pt x="192004" y="534991"/>
                  </a:lnTo>
                  <a:lnTo>
                    <a:pt x="219433" y="524164"/>
                  </a:lnTo>
                  <a:lnTo>
                    <a:pt x="246863" y="513426"/>
                  </a:lnTo>
                  <a:lnTo>
                    <a:pt x="274292" y="502778"/>
                  </a:lnTo>
                  <a:lnTo>
                    <a:pt x="301721" y="492221"/>
                  </a:lnTo>
                  <a:lnTo>
                    <a:pt x="329150" y="481755"/>
                  </a:lnTo>
                  <a:lnTo>
                    <a:pt x="356580" y="471383"/>
                  </a:lnTo>
                  <a:lnTo>
                    <a:pt x="384009" y="461104"/>
                  </a:lnTo>
                  <a:lnTo>
                    <a:pt x="411438" y="450919"/>
                  </a:lnTo>
                  <a:lnTo>
                    <a:pt x="438867" y="440830"/>
                  </a:lnTo>
                  <a:lnTo>
                    <a:pt x="466297" y="430837"/>
                  </a:lnTo>
                  <a:lnTo>
                    <a:pt x="493726" y="420941"/>
                  </a:lnTo>
                  <a:lnTo>
                    <a:pt x="521155" y="411142"/>
                  </a:lnTo>
                  <a:lnTo>
                    <a:pt x="548584" y="401441"/>
                  </a:lnTo>
                  <a:lnTo>
                    <a:pt x="576014" y="391838"/>
                  </a:lnTo>
                  <a:lnTo>
                    <a:pt x="603443" y="382335"/>
                  </a:lnTo>
                  <a:lnTo>
                    <a:pt x="630872" y="372930"/>
                  </a:lnTo>
                  <a:lnTo>
                    <a:pt x="658301" y="363626"/>
                  </a:lnTo>
                  <a:lnTo>
                    <a:pt x="685731" y="354421"/>
                  </a:lnTo>
                  <a:lnTo>
                    <a:pt x="713160" y="345317"/>
                  </a:lnTo>
                  <a:lnTo>
                    <a:pt x="740589" y="336314"/>
                  </a:lnTo>
                  <a:lnTo>
                    <a:pt x="768018" y="327411"/>
                  </a:lnTo>
                  <a:lnTo>
                    <a:pt x="795448" y="318609"/>
                  </a:lnTo>
                  <a:lnTo>
                    <a:pt x="822877" y="309907"/>
                  </a:lnTo>
                  <a:lnTo>
                    <a:pt x="850306" y="301307"/>
                  </a:lnTo>
                  <a:lnTo>
                    <a:pt x="877735" y="292808"/>
                  </a:lnTo>
                  <a:lnTo>
                    <a:pt x="905165" y="284410"/>
                  </a:lnTo>
                  <a:lnTo>
                    <a:pt x="932594" y="276113"/>
                  </a:lnTo>
                  <a:lnTo>
                    <a:pt x="960023" y="267916"/>
                  </a:lnTo>
                  <a:lnTo>
                    <a:pt x="987452" y="259821"/>
                  </a:lnTo>
                  <a:lnTo>
                    <a:pt x="1014882" y="251825"/>
                  </a:lnTo>
                  <a:lnTo>
                    <a:pt x="1042311" y="243930"/>
                  </a:lnTo>
                  <a:lnTo>
                    <a:pt x="1069740" y="236135"/>
                  </a:lnTo>
                  <a:lnTo>
                    <a:pt x="1097169" y="228439"/>
                  </a:lnTo>
                  <a:lnTo>
                    <a:pt x="1124599" y="220843"/>
                  </a:lnTo>
                  <a:lnTo>
                    <a:pt x="1152028" y="213345"/>
                  </a:lnTo>
                  <a:lnTo>
                    <a:pt x="1179457" y="205947"/>
                  </a:lnTo>
                  <a:lnTo>
                    <a:pt x="1206886" y="198646"/>
                  </a:lnTo>
                  <a:lnTo>
                    <a:pt x="1234316" y="191443"/>
                  </a:lnTo>
                  <a:lnTo>
                    <a:pt x="1261745" y="184337"/>
                  </a:lnTo>
                  <a:lnTo>
                    <a:pt x="1289174" y="177328"/>
                  </a:lnTo>
                  <a:lnTo>
                    <a:pt x="1316603" y="170415"/>
                  </a:lnTo>
                  <a:lnTo>
                    <a:pt x="1344032" y="163597"/>
                  </a:lnTo>
                  <a:lnTo>
                    <a:pt x="1371462" y="156875"/>
                  </a:lnTo>
                  <a:lnTo>
                    <a:pt x="1398891" y="150247"/>
                  </a:lnTo>
                  <a:lnTo>
                    <a:pt x="1426320" y="143713"/>
                  </a:lnTo>
                  <a:lnTo>
                    <a:pt x="1453749" y="137271"/>
                  </a:lnTo>
                  <a:lnTo>
                    <a:pt x="1481179" y="130923"/>
                  </a:lnTo>
                  <a:lnTo>
                    <a:pt x="1508608" y="124666"/>
                  </a:lnTo>
                  <a:lnTo>
                    <a:pt x="1536037" y="118500"/>
                  </a:lnTo>
                  <a:lnTo>
                    <a:pt x="1563466" y="112424"/>
                  </a:lnTo>
                  <a:lnTo>
                    <a:pt x="1590896" y="106438"/>
                  </a:lnTo>
                  <a:lnTo>
                    <a:pt x="1618325" y="100541"/>
                  </a:lnTo>
                  <a:lnTo>
                    <a:pt x="1645754" y="94732"/>
                  </a:lnTo>
                  <a:lnTo>
                    <a:pt x="1673183" y="89010"/>
                  </a:lnTo>
                  <a:lnTo>
                    <a:pt x="1700613" y="83375"/>
                  </a:lnTo>
                  <a:lnTo>
                    <a:pt x="1728042" y="77826"/>
                  </a:lnTo>
                  <a:lnTo>
                    <a:pt x="1755471" y="72361"/>
                  </a:lnTo>
                  <a:lnTo>
                    <a:pt x="1782900" y="66980"/>
                  </a:lnTo>
                  <a:lnTo>
                    <a:pt x="1810330" y="61683"/>
                  </a:lnTo>
                  <a:lnTo>
                    <a:pt x="1837759" y="56468"/>
                  </a:lnTo>
                  <a:lnTo>
                    <a:pt x="1865188" y="51335"/>
                  </a:lnTo>
                  <a:lnTo>
                    <a:pt x="1892617" y="46282"/>
                  </a:lnTo>
                  <a:lnTo>
                    <a:pt x="1920047" y="41309"/>
                  </a:lnTo>
                  <a:lnTo>
                    <a:pt x="1947476" y="36415"/>
                  </a:lnTo>
                  <a:lnTo>
                    <a:pt x="1974905" y="31599"/>
                  </a:lnTo>
                  <a:lnTo>
                    <a:pt x="2002334" y="26860"/>
                  </a:lnTo>
                  <a:lnTo>
                    <a:pt x="2029764" y="22198"/>
                  </a:lnTo>
                  <a:lnTo>
                    <a:pt x="2057193" y="17611"/>
                  </a:lnTo>
                  <a:lnTo>
                    <a:pt x="2084622" y="13098"/>
                  </a:lnTo>
                  <a:lnTo>
                    <a:pt x="2112051" y="8660"/>
                  </a:lnTo>
                  <a:lnTo>
                    <a:pt x="2139481" y="4294"/>
                  </a:lnTo>
                  <a:lnTo>
                    <a:pt x="2166910" y="0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3330973" y="1516266"/>
              <a:ext cx="2317740" cy="1053861"/>
            </a:xfrm>
            <a:custGeom>
              <a:avLst/>
              <a:pathLst>
                <a:path w="2317740" h="1053861">
                  <a:moveTo>
                    <a:pt x="0" y="1053861"/>
                  </a:moveTo>
                  <a:lnTo>
                    <a:pt x="29338" y="907903"/>
                  </a:lnTo>
                  <a:lnTo>
                    <a:pt x="58676" y="771588"/>
                  </a:lnTo>
                  <a:lnTo>
                    <a:pt x="88015" y="647566"/>
                  </a:lnTo>
                  <a:lnTo>
                    <a:pt x="117353" y="537384"/>
                  </a:lnTo>
                  <a:lnTo>
                    <a:pt x="146692" y="441550"/>
                  </a:lnTo>
                  <a:lnTo>
                    <a:pt x="176030" y="359720"/>
                  </a:lnTo>
                  <a:lnTo>
                    <a:pt x="205369" y="290941"/>
                  </a:lnTo>
                  <a:lnTo>
                    <a:pt x="234707" y="233896"/>
                  </a:lnTo>
                  <a:lnTo>
                    <a:pt x="264046" y="187100"/>
                  </a:lnTo>
                  <a:lnTo>
                    <a:pt x="293384" y="149059"/>
                  </a:lnTo>
                  <a:lnTo>
                    <a:pt x="322723" y="118361"/>
                  </a:lnTo>
                  <a:lnTo>
                    <a:pt x="352061" y="93737"/>
                  </a:lnTo>
                  <a:lnTo>
                    <a:pt x="381400" y="74078"/>
                  </a:lnTo>
                  <a:lnTo>
                    <a:pt x="410738" y="58443"/>
                  </a:lnTo>
                  <a:lnTo>
                    <a:pt x="440077" y="46046"/>
                  </a:lnTo>
                  <a:lnTo>
                    <a:pt x="469415" y="36240"/>
                  </a:lnTo>
                  <a:lnTo>
                    <a:pt x="498754" y="28498"/>
                  </a:lnTo>
                  <a:lnTo>
                    <a:pt x="528092" y="22396"/>
                  </a:lnTo>
                  <a:lnTo>
                    <a:pt x="557431" y="17591"/>
                  </a:lnTo>
                  <a:lnTo>
                    <a:pt x="586769" y="13811"/>
                  </a:lnTo>
                  <a:lnTo>
                    <a:pt x="616108" y="10840"/>
                  </a:lnTo>
                  <a:lnTo>
                    <a:pt x="645446" y="8505"/>
                  </a:lnTo>
                  <a:lnTo>
                    <a:pt x="674785" y="6673"/>
                  </a:lnTo>
                  <a:lnTo>
                    <a:pt x="704123" y="5234"/>
                  </a:lnTo>
                  <a:lnTo>
                    <a:pt x="733462" y="4105"/>
                  </a:lnTo>
                  <a:lnTo>
                    <a:pt x="762800" y="3219"/>
                  </a:lnTo>
                  <a:lnTo>
                    <a:pt x="792139" y="2524"/>
                  </a:lnTo>
                  <a:lnTo>
                    <a:pt x="821477" y="1979"/>
                  </a:lnTo>
                  <a:lnTo>
                    <a:pt x="850815" y="1552"/>
                  </a:lnTo>
                  <a:lnTo>
                    <a:pt x="880154" y="1216"/>
                  </a:lnTo>
                  <a:lnTo>
                    <a:pt x="909492" y="954"/>
                  </a:lnTo>
                  <a:lnTo>
                    <a:pt x="938831" y="748"/>
                  </a:lnTo>
                  <a:lnTo>
                    <a:pt x="968169" y="586"/>
                  </a:lnTo>
                  <a:lnTo>
                    <a:pt x="997508" y="459"/>
                  </a:lnTo>
                  <a:lnTo>
                    <a:pt x="1026846" y="360"/>
                  </a:lnTo>
                  <a:lnTo>
                    <a:pt x="1056185" y="282"/>
                  </a:lnTo>
                  <a:lnTo>
                    <a:pt x="1085523" y="221"/>
                  </a:lnTo>
                  <a:lnTo>
                    <a:pt x="1114862" y="173"/>
                  </a:lnTo>
                  <a:lnTo>
                    <a:pt x="1144200" y="136"/>
                  </a:lnTo>
                  <a:lnTo>
                    <a:pt x="1173539" y="106"/>
                  </a:lnTo>
                  <a:lnTo>
                    <a:pt x="1202877" y="83"/>
                  </a:lnTo>
                  <a:lnTo>
                    <a:pt x="1232216" y="65"/>
                  </a:lnTo>
                  <a:lnTo>
                    <a:pt x="1261554" y="51"/>
                  </a:lnTo>
                  <a:lnTo>
                    <a:pt x="1290893" y="40"/>
                  </a:lnTo>
                  <a:lnTo>
                    <a:pt x="1320231" y="31"/>
                  </a:lnTo>
                  <a:lnTo>
                    <a:pt x="1349570" y="24"/>
                  </a:lnTo>
                  <a:lnTo>
                    <a:pt x="1378908" y="19"/>
                  </a:lnTo>
                  <a:lnTo>
                    <a:pt x="1408247" y="15"/>
                  </a:lnTo>
                  <a:lnTo>
                    <a:pt x="1437585" y="11"/>
                  </a:lnTo>
                  <a:lnTo>
                    <a:pt x="1466924" y="9"/>
                  </a:lnTo>
                  <a:lnTo>
                    <a:pt x="1496262" y="7"/>
                  </a:lnTo>
                  <a:lnTo>
                    <a:pt x="1525601" y="5"/>
                  </a:lnTo>
                  <a:lnTo>
                    <a:pt x="1554939" y="4"/>
                  </a:lnTo>
                  <a:lnTo>
                    <a:pt x="1584278" y="3"/>
                  </a:lnTo>
                  <a:lnTo>
                    <a:pt x="1613616" y="2"/>
                  </a:lnTo>
                  <a:lnTo>
                    <a:pt x="1642954" y="2"/>
                  </a:lnTo>
                  <a:lnTo>
                    <a:pt x="1672293" y="1"/>
                  </a:lnTo>
                  <a:lnTo>
                    <a:pt x="1701631" y="1"/>
                  </a:lnTo>
                  <a:lnTo>
                    <a:pt x="1730970" y="1"/>
                  </a:lnTo>
                  <a:lnTo>
                    <a:pt x="1760308" y="0"/>
                  </a:lnTo>
                  <a:lnTo>
                    <a:pt x="1789647" y="0"/>
                  </a:lnTo>
                  <a:lnTo>
                    <a:pt x="1818985" y="0"/>
                  </a:lnTo>
                  <a:lnTo>
                    <a:pt x="1848324" y="0"/>
                  </a:lnTo>
                  <a:lnTo>
                    <a:pt x="1877662" y="0"/>
                  </a:lnTo>
                  <a:lnTo>
                    <a:pt x="1907001" y="0"/>
                  </a:lnTo>
                  <a:lnTo>
                    <a:pt x="1936339" y="0"/>
                  </a:lnTo>
                  <a:lnTo>
                    <a:pt x="1965678" y="0"/>
                  </a:lnTo>
                  <a:lnTo>
                    <a:pt x="1995016" y="0"/>
                  </a:lnTo>
                  <a:lnTo>
                    <a:pt x="2024355" y="0"/>
                  </a:lnTo>
                  <a:lnTo>
                    <a:pt x="2053693" y="0"/>
                  </a:lnTo>
                  <a:lnTo>
                    <a:pt x="2083032" y="0"/>
                  </a:lnTo>
                  <a:lnTo>
                    <a:pt x="2112370" y="0"/>
                  </a:lnTo>
                  <a:lnTo>
                    <a:pt x="2141709" y="0"/>
                  </a:lnTo>
                  <a:lnTo>
                    <a:pt x="2171047" y="0"/>
                  </a:lnTo>
                  <a:lnTo>
                    <a:pt x="2200386" y="0"/>
                  </a:lnTo>
                  <a:lnTo>
                    <a:pt x="2229724" y="0"/>
                  </a:lnTo>
                  <a:lnTo>
                    <a:pt x="2259063" y="0"/>
                  </a:lnTo>
                  <a:lnTo>
                    <a:pt x="2288401" y="0"/>
                  </a:lnTo>
                  <a:lnTo>
                    <a:pt x="2317740" y="0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2059745" y="3202444"/>
              <a:ext cx="1511714" cy="843089"/>
            </a:xfrm>
            <a:custGeom>
              <a:avLst/>
              <a:pathLst>
                <a:path w="1511714" h="843089">
                  <a:moveTo>
                    <a:pt x="0" y="0"/>
                  </a:moveTo>
                  <a:lnTo>
                    <a:pt x="19135" y="128545"/>
                  </a:lnTo>
                  <a:lnTo>
                    <a:pt x="38271" y="244450"/>
                  </a:lnTo>
                  <a:lnTo>
                    <a:pt x="57406" y="346697"/>
                  </a:lnTo>
                  <a:lnTo>
                    <a:pt x="76542" y="435169"/>
                  </a:lnTo>
                  <a:lnTo>
                    <a:pt x="95678" y="510454"/>
                  </a:lnTo>
                  <a:lnTo>
                    <a:pt x="114813" y="573609"/>
                  </a:lnTo>
                  <a:lnTo>
                    <a:pt x="133949" y="625959"/>
                  </a:lnTo>
                  <a:lnTo>
                    <a:pt x="153085" y="668922"/>
                  </a:lnTo>
                  <a:lnTo>
                    <a:pt x="172220" y="703897"/>
                  </a:lnTo>
                  <a:lnTo>
                    <a:pt x="191356" y="732179"/>
                  </a:lnTo>
                  <a:lnTo>
                    <a:pt x="210491" y="754926"/>
                  </a:lnTo>
                  <a:lnTo>
                    <a:pt x="229627" y="773143"/>
                  </a:lnTo>
                  <a:lnTo>
                    <a:pt x="248763" y="787681"/>
                  </a:lnTo>
                  <a:lnTo>
                    <a:pt x="267898" y="799251"/>
                  </a:lnTo>
                  <a:lnTo>
                    <a:pt x="287034" y="808439"/>
                  </a:lnTo>
                  <a:lnTo>
                    <a:pt x="306170" y="815723"/>
                  </a:lnTo>
                  <a:lnTo>
                    <a:pt x="325305" y="821489"/>
                  </a:lnTo>
                  <a:lnTo>
                    <a:pt x="344441" y="826048"/>
                  </a:lnTo>
                  <a:lnTo>
                    <a:pt x="363576" y="829650"/>
                  </a:lnTo>
                  <a:lnTo>
                    <a:pt x="382712" y="832494"/>
                  </a:lnTo>
                  <a:lnTo>
                    <a:pt x="401848" y="834738"/>
                  </a:lnTo>
                  <a:lnTo>
                    <a:pt x="420983" y="836508"/>
                  </a:lnTo>
                  <a:lnTo>
                    <a:pt x="440119" y="837903"/>
                  </a:lnTo>
                  <a:lnTo>
                    <a:pt x="459255" y="839003"/>
                  </a:lnTo>
                  <a:lnTo>
                    <a:pt x="478390" y="839870"/>
                  </a:lnTo>
                  <a:lnTo>
                    <a:pt x="497526" y="840554"/>
                  </a:lnTo>
                  <a:lnTo>
                    <a:pt x="516661" y="841092"/>
                  </a:lnTo>
                  <a:lnTo>
                    <a:pt x="535797" y="841516"/>
                  </a:lnTo>
                  <a:lnTo>
                    <a:pt x="554933" y="841850"/>
                  </a:lnTo>
                  <a:lnTo>
                    <a:pt x="574068" y="842113"/>
                  </a:lnTo>
                  <a:lnTo>
                    <a:pt x="593204" y="842320"/>
                  </a:lnTo>
                  <a:lnTo>
                    <a:pt x="612340" y="842484"/>
                  </a:lnTo>
                  <a:lnTo>
                    <a:pt x="631475" y="842612"/>
                  </a:lnTo>
                  <a:lnTo>
                    <a:pt x="650611" y="842713"/>
                  </a:lnTo>
                  <a:lnTo>
                    <a:pt x="669746" y="842793"/>
                  </a:lnTo>
                  <a:lnTo>
                    <a:pt x="688882" y="842856"/>
                  </a:lnTo>
                  <a:lnTo>
                    <a:pt x="708018" y="842905"/>
                  </a:lnTo>
                  <a:lnTo>
                    <a:pt x="727153" y="842944"/>
                  </a:lnTo>
                  <a:lnTo>
                    <a:pt x="746289" y="842975"/>
                  </a:lnTo>
                  <a:lnTo>
                    <a:pt x="765425" y="842999"/>
                  </a:lnTo>
                  <a:lnTo>
                    <a:pt x="784560" y="843018"/>
                  </a:lnTo>
                  <a:lnTo>
                    <a:pt x="803696" y="843033"/>
                  </a:lnTo>
                  <a:lnTo>
                    <a:pt x="822831" y="843045"/>
                  </a:lnTo>
                  <a:lnTo>
                    <a:pt x="841967" y="843054"/>
                  </a:lnTo>
                  <a:lnTo>
                    <a:pt x="861103" y="843062"/>
                  </a:lnTo>
                  <a:lnTo>
                    <a:pt x="880238" y="843067"/>
                  </a:lnTo>
                  <a:lnTo>
                    <a:pt x="899374" y="843072"/>
                  </a:lnTo>
                  <a:lnTo>
                    <a:pt x="918510" y="843075"/>
                  </a:lnTo>
                  <a:lnTo>
                    <a:pt x="937645" y="843078"/>
                  </a:lnTo>
                  <a:lnTo>
                    <a:pt x="956781" y="843080"/>
                  </a:lnTo>
                  <a:lnTo>
                    <a:pt x="975916" y="843082"/>
                  </a:lnTo>
                  <a:lnTo>
                    <a:pt x="995052" y="843084"/>
                  </a:lnTo>
                  <a:lnTo>
                    <a:pt x="1014188" y="843085"/>
                  </a:lnTo>
                  <a:lnTo>
                    <a:pt x="1033323" y="843085"/>
                  </a:lnTo>
                  <a:lnTo>
                    <a:pt x="1052459" y="843086"/>
                  </a:lnTo>
                  <a:lnTo>
                    <a:pt x="1071595" y="843087"/>
                  </a:lnTo>
                  <a:lnTo>
                    <a:pt x="1090730" y="843087"/>
                  </a:lnTo>
                  <a:lnTo>
                    <a:pt x="1109866" y="843087"/>
                  </a:lnTo>
                  <a:lnTo>
                    <a:pt x="1129002" y="843088"/>
                  </a:lnTo>
                  <a:lnTo>
                    <a:pt x="1148137" y="843088"/>
                  </a:lnTo>
                  <a:lnTo>
                    <a:pt x="1167273" y="843088"/>
                  </a:lnTo>
                  <a:lnTo>
                    <a:pt x="1186408" y="843088"/>
                  </a:lnTo>
                  <a:lnTo>
                    <a:pt x="1205544" y="843088"/>
                  </a:lnTo>
                  <a:lnTo>
                    <a:pt x="1224680" y="843088"/>
                  </a:lnTo>
                  <a:lnTo>
                    <a:pt x="1243815" y="843088"/>
                  </a:lnTo>
                  <a:lnTo>
                    <a:pt x="1262951" y="843088"/>
                  </a:lnTo>
                  <a:lnTo>
                    <a:pt x="1282087" y="843089"/>
                  </a:lnTo>
                  <a:lnTo>
                    <a:pt x="1301222" y="843089"/>
                  </a:lnTo>
                  <a:lnTo>
                    <a:pt x="1320358" y="843089"/>
                  </a:lnTo>
                  <a:lnTo>
                    <a:pt x="1339493" y="843089"/>
                  </a:lnTo>
                  <a:lnTo>
                    <a:pt x="1358629" y="843089"/>
                  </a:lnTo>
                  <a:lnTo>
                    <a:pt x="1377765" y="843089"/>
                  </a:lnTo>
                  <a:lnTo>
                    <a:pt x="1396900" y="843089"/>
                  </a:lnTo>
                  <a:lnTo>
                    <a:pt x="1416036" y="843089"/>
                  </a:lnTo>
                  <a:lnTo>
                    <a:pt x="1435172" y="843089"/>
                  </a:lnTo>
                  <a:lnTo>
                    <a:pt x="1454307" y="843089"/>
                  </a:lnTo>
                  <a:lnTo>
                    <a:pt x="1473443" y="843089"/>
                  </a:lnTo>
                  <a:lnTo>
                    <a:pt x="1492578" y="843089"/>
                  </a:lnTo>
                  <a:lnTo>
                    <a:pt x="1511714" y="843089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1629481" y="2359355"/>
              <a:ext cx="1466048" cy="1264633"/>
            </a:xfrm>
            <a:custGeom>
              <a:avLst/>
              <a:pathLst>
                <a:path w="1466048" h="1264633">
                  <a:moveTo>
                    <a:pt x="0" y="0"/>
                  </a:moveTo>
                  <a:lnTo>
                    <a:pt x="18557" y="16460"/>
                  </a:lnTo>
                  <a:lnTo>
                    <a:pt x="37115" y="33076"/>
                  </a:lnTo>
                  <a:lnTo>
                    <a:pt x="55672" y="49841"/>
                  </a:lnTo>
                  <a:lnTo>
                    <a:pt x="74230" y="66750"/>
                  </a:lnTo>
                  <a:lnTo>
                    <a:pt x="92787" y="83797"/>
                  </a:lnTo>
                  <a:lnTo>
                    <a:pt x="111345" y="100978"/>
                  </a:lnTo>
                  <a:lnTo>
                    <a:pt x="129903" y="118287"/>
                  </a:lnTo>
                  <a:lnTo>
                    <a:pt x="148460" y="135717"/>
                  </a:lnTo>
                  <a:lnTo>
                    <a:pt x="167018" y="153262"/>
                  </a:lnTo>
                  <a:lnTo>
                    <a:pt x="185575" y="170915"/>
                  </a:lnTo>
                  <a:lnTo>
                    <a:pt x="204133" y="188671"/>
                  </a:lnTo>
                  <a:lnTo>
                    <a:pt x="222690" y="206523"/>
                  </a:lnTo>
                  <a:lnTo>
                    <a:pt x="241248" y="224463"/>
                  </a:lnTo>
                  <a:lnTo>
                    <a:pt x="259806" y="242485"/>
                  </a:lnTo>
                  <a:lnTo>
                    <a:pt x="278363" y="260582"/>
                  </a:lnTo>
                  <a:lnTo>
                    <a:pt x="296921" y="278746"/>
                  </a:lnTo>
                  <a:lnTo>
                    <a:pt x="315478" y="296969"/>
                  </a:lnTo>
                  <a:lnTo>
                    <a:pt x="334036" y="315245"/>
                  </a:lnTo>
                  <a:lnTo>
                    <a:pt x="352594" y="333566"/>
                  </a:lnTo>
                  <a:lnTo>
                    <a:pt x="371151" y="351924"/>
                  </a:lnTo>
                  <a:lnTo>
                    <a:pt x="389709" y="370312"/>
                  </a:lnTo>
                  <a:lnTo>
                    <a:pt x="408266" y="388721"/>
                  </a:lnTo>
                  <a:lnTo>
                    <a:pt x="426824" y="407144"/>
                  </a:lnTo>
                  <a:lnTo>
                    <a:pt x="445381" y="425573"/>
                  </a:lnTo>
                  <a:lnTo>
                    <a:pt x="463939" y="444001"/>
                  </a:lnTo>
                  <a:lnTo>
                    <a:pt x="482497" y="462419"/>
                  </a:lnTo>
                  <a:lnTo>
                    <a:pt x="501054" y="480820"/>
                  </a:lnTo>
                  <a:lnTo>
                    <a:pt x="519612" y="499195"/>
                  </a:lnTo>
                  <a:lnTo>
                    <a:pt x="538169" y="517538"/>
                  </a:lnTo>
                  <a:lnTo>
                    <a:pt x="556727" y="535840"/>
                  </a:lnTo>
                  <a:lnTo>
                    <a:pt x="575284" y="554094"/>
                  </a:lnTo>
                  <a:lnTo>
                    <a:pt x="593842" y="572293"/>
                  </a:lnTo>
                  <a:lnTo>
                    <a:pt x="612400" y="590428"/>
                  </a:lnTo>
                  <a:lnTo>
                    <a:pt x="630957" y="608493"/>
                  </a:lnTo>
                  <a:lnTo>
                    <a:pt x="649515" y="626480"/>
                  </a:lnTo>
                  <a:lnTo>
                    <a:pt x="668072" y="644382"/>
                  </a:lnTo>
                  <a:lnTo>
                    <a:pt x="686630" y="662193"/>
                  </a:lnTo>
                  <a:lnTo>
                    <a:pt x="705188" y="679905"/>
                  </a:lnTo>
                  <a:lnTo>
                    <a:pt x="723745" y="697512"/>
                  </a:lnTo>
                  <a:lnTo>
                    <a:pt x="742303" y="715007"/>
                  </a:lnTo>
                  <a:lnTo>
                    <a:pt x="760860" y="732385"/>
                  </a:lnTo>
                  <a:lnTo>
                    <a:pt x="779418" y="749638"/>
                  </a:lnTo>
                  <a:lnTo>
                    <a:pt x="797975" y="766762"/>
                  </a:lnTo>
                  <a:lnTo>
                    <a:pt x="816533" y="783750"/>
                  </a:lnTo>
                  <a:lnTo>
                    <a:pt x="835091" y="800596"/>
                  </a:lnTo>
                  <a:lnTo>
                    <a:pt x="853648" y="817296"/>
                  </a:lnTo>
                  <a:lnTo>
                    <a:pt x="872206" y="833845"/>
                  </a:lnTo>
                  <a:lnTo>
                    <a:pt x="890763" y="850237"/>
                  </a:lnTo>
                  <a:lnTo>
                    <a:pt x="909321" y="866467"/>
                  </a:lnTo>
                  <a:lnTo>
                    <a:pt x="927878" y="882533"/>
                  </a:lnTo>
                  <a:lnTo>
                    <a:pt x="946436" y="898428"/>
                  </a:lnTo>
                  <a:lnTo>
                    <a:pt x="964994" y="914150"/>
                  </a:lnTo>
                  <a:lnTo>
                    <a:pt x="983551" y="929694"/>
                  </a:lnTo>
                  <a:lnTo>
                    <a:pt x="1002109" y="945057"/>
                  </a:lnTo>
                  <a:lnTo>
                    <a:pt x="1020666" y="960236"/>
                  </a:lnTo>
                  <a:lnTo>
                    <a:pt x="1039224" y="975228"/>
                  </a:lnTo>
                  <a:lnTo>
                    <a:pt x="1057782" y="990030"/>
                  </a:lnTo>
                  <a:lnTo>
                    <a:pt x="1076339" y="1004639"/>
                  </a:lnTo>
                  <a:lnTo>
                    <a:pt x="1094897" y="1019053"/>
                  </a:lnTo>
                  <a:lnTo>
                    <a:pt x="1113454" y="1033269"/>
                  </a:lnTo>
                  <a:lnTo>
                    <a:pt x="1132012" y="1047287"/>
                  </a:lnTo>
                  <a:lnTo>
                    <a:pt x="1150569" y="1061104"/>
                  </a:lnTo>
                  <a:lnTo>
                    <a:pt x="1169127" y="1074719"/>
                  </a:lnTo>
                  <a:lnTo>
                    <a:pt x="1187685" y="1088131"/>
                  </a:lnTo>
                  <a:lnTo>
                    <a:pt x="1206242" y="1101338"/>
                  </a:lnTo>
                  <a:lnTo>
                    <a:pt x="1224800" y="1114340"/>
                  </a:lnTo>
                  <a:lnTo>
                    <a:pt x="1243357" y="1127136"/>
                  </a:lnTo>
                  <a:lnTo>
                    <a:pt x="1261915" y="1139725"/>
                  </a:lnTo>
                  <a:lnTo>
                    <a:pt x="1280472" y="1152108"/>
                  </a:lnTo>
                  <a:lnTo>
                    <a:pt x="1299030" y="1164284"/>
                  </a:lnTo>
                  <a:lnTo>
                    <a:pt x="1317588" y="1176253"/>
                  </a:lnTo>
                  <a:lnTo>
                    <a:pt x="1336145" y="1188016"/>
                  </a:lnTo>
                  <a:lnTo>
                    <a:pt x="1354703" y="1199573"/>
                  </a:lnTo>
                  <a:lnTo>
                    <a:pt x="1373260" y="1210925"/>
                  </a:lnTo>
                  <a:lnTo>
                    <a:pt x="1391818" y="1222072"/>
                  </a:lnTo>
                  <a:lnTo>
                    <a:pt x="1410376" y="1233015"/>
                  </a:lnTo>
                  <a:lnTo>
                    <a:pt x="1428933" y="1243756"/>
                  </a:lnTo>
                  <a:lnTo>
                    <a:pt x="1447491" y="1254295"/>
                  </a:lnTo>
                  <a:lnTo>
                    <a:pt x="1466048" y="1264633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1927812" y="2780900"/>
              <a:ext cx="559688" cy="1264633"/>
            </a:xfrm>
            <a:custGeom>
              <a:avLst/>
              <a:pathLst>
                <a:path w="559688" h="1264633">
                  <a:moveTo>
                    <a:pt x="0" y="0"/>
                  </a:moveTo>
                  <a:lnTo>
                    <a:pt x="7084" y="155811"/>
                  </a:lnTo>
                  <a:lnTo>
                    <a:pt x="14169" y="306963"/>
                  </a:lnTo>
                  <a:lnTo>
                    <a:pt x="21253" y="449336"/>
                  </a:lnTo>
                  <a:lnTo>
                    <a:pt x="28338" y="579767"/>
                  </a:lnTo>
                  <a:lnTo>
                    <a:pt x="35423" y="696252"/>
                  </a:lnTo>
                  <a:lnTo>
                    <a:pt x="42507" y="797937"/>
                  </a:lnTo>
                  <a:lnTo>
                    <a:pt x="49592" y="884953"/>
                  </a:lnTo>
                  <a:lnTo>
                    <a:pt x="56677" y="958156"/>
                  </a:lnTo>
                  <a:lnTo>
                    <a:pt x="63761" y="1018858"/>
                  </a:lnTo>
                  <a:lnTo>
                    <a:pt x="70846" y="1068598"/>
                  </a:lnTo>
                  <a:lnTo>
                    <a:pt x="77931" y="1108958"/>
                  </a:lnTo>
                  <a:lnTo>
                    <a:pt x="85015" y="1141447"/>
                  </a:lnTo>
                  <a:lnTo>
                    <a:pt x="92100" y="1167434"/>
                  </a:lnTo>
                  <a:lnTo>
                    <a:pt x="99185" y="1188113"/>
                  </a:lnTo>
                  <a:lnTo>
                    <a:pt x="106269" y="1204501"/>
                  </a:lnTo>
                  <a:lnTo>
                    <a:pt x="113354" y="1217447"/>
                  </a:lnTo>
                  <a:lnTo>
                    <a:pt x="120439" y="1227647"/>
                  </a:lnTo>
                  <a:lnTo>
                    <a:pt x="127523" y="1235669"/>
                  </a:lnTo>
                  <a:lnTo>
                    <a:pt x="134608" y="1241966"/>
                  </a:lnTo>
                  <a:lnTo>
                    <a:pt x="141693" y="1246904"/>
                  </a:lnTo>
                  <a:lnTo>
                    <a:pt x="148777" y="1250772"/>
                  </a:lnTo>
                  <a:lnTo>
                    <a:pt x="155862" y="1253800"/>
                  </a:lnTo>
                  <a:lnTo>
                    <a:pt x="162947" y="1256169"/>
                  </a:lnTo>
                  <a:lnTo>
                    <a:pt x="170031" y="1258021"/>
                  </a:lnTo>
                  <a:lnTo>
                    <a:pt x="177116" y="1259469"/>
                  </a:lnTo>
                  <a:lnTo>
                    <a:pt x="184201" y="1260600"/>
                  </a:lnTo>
                  <a:lnTo>
                    <a:pt x="191285" y="1261484"/>
                  </a:lnTo>
                  <a:lnTo>
                    <a:pt x="198370" y="1262174"/>
                  </a:lnTo>
                  <a:lnTo>
                    <a:pt x="205455" y="1262713"/>
                  </a:lnTo>
                  <a:lnTo>
                    <a:pt x="212539" y="1263134"/>
                  </a:lnTo>
                  <a:lnTo>
                    <a:pt x="219624" y="1263463"/>
                  </a:lnTo>
                  <a:lnTo>
                    <a:pt x="226709" y="1263719"/>
                  </a:lnTo>
                  <a:lnTo>
                    <a:pt x="233793" y="1263920"/>
                  </a:lnTo>
                  <a:lnTo>
                    <a:pt x="240878" y="1264076"/>
                  </a:lnTo>
                  <a:lnTo>
                    <a:pt x="247963" y="1264198"/>
                  </a:lnTo>
                  <a:lnTo>
                    <a:pt x="255047" y="1264294"/>
                  </a:lnTo>
                  <a:lnTo>
                    <a:pt x="262132" y="1264368"/>
                  </a:lnTo>
                  <a:lnTo>
                    <a:pt x="269217" y="1264426"/>
                  </a:lnTo>
                  <a:lnTo>
                    <a:pt x="276301" y="1264472"/>
                  </a:lnTo>
                  <a:lnTo>
                    <a:pt x="283386" y="1264507"/>
                  </a:lnTo>
                  <a:lnTo>
                    <a:pt x="290471" y="1264535"/>
                  </a:lnTo>
                  <a:lnTo>
                    <a:pt x="297555" y="1264556"/>
                  </a:lnTo>
                  <a:lnTo>
                    <a:pt x="304640" y="1264573"/>
                  </a:lnTo>
                  <a:lnTo>
                    <a:pt x="311725" y="1264586"/>
                  </a:lnTo>
                  <a:lnTo>
                    <a:pt x="318809" y="1264597"/>
                  </a:lnTo>
                  <a:lnTo>
                    <a:pt x="325894" y="1264605"/>
                  </a:lnTo>
                  <a:lnTo>
                    <a:pt x="332979" y="1264611"/>
                  </a:lnTo>
                  <a:lnTo>
                    <a:pt x="340063" y="1264616"/>
                  </a:lnTo>
                  <a:lnTo>
                    <a:pt x="347148" y="1264620"/>
                  </a:lnTo>
                  <a:lnTo>
                    <a:pt x="354233" y="1264623"/>
                  </a:lnTo>
                  <a:lnTo>
                    <a:pt x="361317" y="1264625"/>
                  </a:lnTo>
                  <a:lnTo>
                    <a:pt x="368402" y="1264627"/>
                  </a:lnTo>
                  <a:lnTo>
                    <a:pt x="375486" y="1264628"/>
                  </a:lnTo>
                  <a:lnTo>
                    <a:pt x="382571" y="1264629"/>
                  </a:lnTo>
                  <a:lnTo>
                    <a:pt x="389656" y="1264630"/>
                  </a:lnTo>
                  <a:lnTo>
                    <a:pt x="396740" y="1264631"/>
                  </a:lnTo>
                  <a:lnTo>
                    <a:pt x="403825" y="1264631"/>
                  </a:lnTo>
                  <a:lnTo>
                    <a:pt x="410910" y="1264632"/>
                  </a:lnTo>
                  <a:lnTo>
                    <a:pt x="417994" y="1264632"/>
                  </a:lnTo>
                  <a:lnTo>
                    <a:pt x="425079" y="1264632"/>
                  </a:lnTo>
                  <a:lnTo>
                    <a:pt x="432164" y="1264633"/>
                  </a:lnTo>
                  <a:lnTo>
                    <a:pt x="439248" y="1264633"/>
                  </a:lnTo>
                  <a:lnTo>
                    <a:pt x="446333" y="1264633"/>
                  </a:lnTo>
                  <a:lnTo>
                    <a:pt x="453418" y="1264633"/>
                  </a:lnTo>
                  <a:lnTo>
                    <a:pt x="460502" y="1264633"/>
                  </a:lnTo>
                  <a:lnTo>
                    <a:pt x="467587" y="1264633"/>
                  </a:lnTo>
                  <a:lnTo>
                    <a:pt x="474672" y="1264633"/>
                  </a:lnTo>
                  <a:lnTo>
                    <a:pt x="481756" y="1264633"/>
                  </a:lnTo>
                  <a:lnTo>
                    <a:pt x="488841" y="1264633"/>
                  </a:lnTo>
                  <a:lnTo>
                    <a:pt x="495926" y="1264633"/>
                  </a:lnTo>
                  <a:lnTo>
                    <a:pt x="503010" y="1264633"/>
                  </a:lnTo>
                  <a:lnTo>
                    <a:pt x="510095" y="1264633"/>
                  </a:lnTo>
                  <a:lnTo>
                    <a:pt x="517180" y="1264633"/>
                  </a:lnTo>
                  <a:lnTo>
                    <a:pt x="524264" y="1264633"/>
                  </a:lnTo>
                  <a:lnTo>
                    <a:pt x="531349" y="1264633"/>
                  </a:lnTo>
                  <a:lnTo>
                    <a:pt x="538434" y="1264633"/>
                  </a:lnTo>
                  <a:lnTo>
                    <a:pt x="545518" y="1264633"/>
                  </a:lnTo>
                  <a:lnTo>
                    <a:pt x="552603" y="1264633"/>
                  </a:lnTo>
                  <a:lnTo>
                    <a:pt x="559688" y="1264633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2088925" y="2780900"/>
              <a:ext cx="648418" cy="1264633"/>
            </a:xfrm>
            <a:custGeom>
              <a:avLst/>
              <a:pathLst>
                <a:path w="648418" h="1264633">
                  <a:moveTo>
                    <a:pt x="0" y="0"/>
                  </a:moveTo>
                  <a:lnTo>
                    <a:pt x="8207" y="155811"/>
                  </a:lnTo>
                  <a:lnTo>
                    <a:pt x="16415" y="306963"/>
                  </a:lnTo>
                  <a:lnTo>
                    <a:pt x="24623" y="449336"/>
                  </a:lnTo>
                  <a:lnTo>
                    <a:pt x="32831" y="579767"/>
                  </a:lnTo>
                  <a:lnTo>
                    <a:pt x="41039" y="696252"/>
                  </a:lnTo>
                  <a:lnTo>
                    <a:pt x="49246" y="797937"/>
                  </a:lnTo>
                  <a:lnTo>
                    <a:pt x="57454" y="884953"/>
                  </a:lnTo>
                  <a:lnTo>
                    <a:pt x="65662" y="958156"/>
                  </a:lnTo>
                  <a:lnTo>
                    <a:pt x="73870" y="1018858"/>
                  </a:lnTo>
                  <a:lnTo>
                    <a:pt x="82078" y="1068598"/>
                  </a:lnTo>
                  <a:lnTo>
                    <a:pt x="90286" y="1108958"/>
                  </a:lnTo>
                  <a:lnTo>
                    <a:pt x="98493" y="1141447"/>
                  </a:lnTo>
                  <a:lnTo>
                    <a:pt x="106701" y="1167434"/>
                  </a:lnTo>
                  <a:lnTo>
                    <a:pt x="114909" y="1188113"/>
                  </a:lnTo>
                  <a:lnTo>
                    <a:pt x="123117" y="1204501"/>
                  </a:lnTo>
                  <a:lnTo>
                    <a:pt x="131325" y="1217447"/>
                  </a:lnTo>
                  <a:lnTo>
                    <a:pt x="139533" y="1227647"/>
                  </a:lnTo>
                  <a:lnTo>
                    <a:pt x="147740" y="1235669"/>
                  </a:lnTo>
                  <a:lnTo>
                    <a:pt x="155948" y="1241966"/>
                  </a:lnTo>
                  <a:lnTo>
                    <a:pt x="164156" y="1246904"/>
                  </a:lnTo>
                  <a:lnTo>
                    <a:pt x="172364" y="1250772"/>
                  </a:lnTo>
                  <a:lnTo>
                    <a:pt x="180572" y="1253800"/>
                  </a:lnTo>
                  <a:lnTo>
                    <a:pt x="188780" y="1256169"/>
                  </a:lnTo>
                  <a:lnTo>
                    <a:pt x="196987" y="1258021"/>
                  </a:lnTo>
                  <a:lnTo>
                    <a:pt x="205195" y="1259469"/>
                  </a:lnTo>
                  <a:lnTo>
                    <a:pt x="213403" y="1260600"/>
                  </a:lnTo>
                  <a:lnTo>
                    <a:pt x="221611" y="1261484"/>
                  </a:lnTo>
                  <a:lnTo>
                    <a:pt x="229819" y="1262174"/>
                  </a:lnTo>
                  <a:lnTo>
                    <a:pt x="238027" y="1262713"/>
                  </a:lnTo>
                  <a:lnTo>
                    <a:pt x="246234" y="1263134"/>
                  </a:lnTo>
                  <a:lnTo>
                    <a:pt x="254442" y="1263463"/>
                  </a:lnTo>
                  <a:lnTo>
                    <a:pt x="262650" y="1263719"/>
                  </a:lnTo>
                  <a:lnTo>
                    <a:pt x="270858" y="1263920"/>
                  </a:lnTo>
                  <a:lnTo>
                    <a:pt x="279066" y="1264076"/>
                  </a:lnTo>
                  <a:lnTo>
                    <a:pt x="287273" y="1264198"/>
                  </a:lnTo>
                  <a:lnTo>
                    <a:pt x="295481" y="1264294"/>
                  </a:lnTo>
                  <a:lnTo>
                    <a:pt x="303689" y="1264368"/>
                  </a:lnTo>
                  <a:lnTo>
                    <a:pt x="311897" y="1264426"/>
                  </a:lnTo>
                  <a:lnTo>
                    <a:pt x="320105" y="1264472"/>
                  </a:lnTo>
                  <a:lnTo>
                    <a:pt x="328313" y="1264507"/>
                  </a:lnTo>
                  <a:lnTo>
                    <a:pt x="336520" y="1264535"/>
                  </a:lnTo>
                  <a:lnTo>
                    <a:pt x="344728" y="1264556"/>
                  </a:lnTo>
                  <a:lnTo>
                    <a:pt x="352936" y="1264573"/>
                  </a:lnTo>
                  <a:lnTo>
                    <a:pt x="361144" y="1264586"/>
                  </a:lnTo>
                  <a:lnTo>
                    <a:pt x="369352" y="1264597"/>
                  </a:lnTo>
                  <a:lnTo>
                    <a:pt x="377560" y="1264605"/>
                  </a:lnTo>
                  <a:lnTo>
                    <a:pt x="385767" y="1264611"/>
                  </a:lnTo>
                  <a:lnTo>
                    <a:pt x="393975" y="1264616"/>
                  </a:lnTo>
                  <a:lnTo>
                    <a:pt x="402183" y="1264620"/>
                  </a:lnTo>
                  <a:lnTo>
                    <a:pt x="410391" y="1264623"/>
                  </a:lnTo>
                  <a:lnTo>
                    <a:pt x="418599" y="1264625"/>
                  </a:lnTo>
                  <a:lnTo>
                    <a:pt x="426807" y="1264627"/>
                  </a:lnTo>
                  <a:lnTo>
                    <a:pt x="435014" y="1264628"/>
                  </a:lnTo>
                  <a:lnTo>
                    <a:pt x="443222" y="1264629"/>
                  </a:lnTo>
                  <a:lnTo>
                    <a:pt x="451430" y="1264630"/>
                  </a:lnTo>
                  <a:lnTo>
                    <a:pt x="459638" y="1264631"/>
                  </a:lnTo>
                  <a:lnTo>
                    <a:pt x="467846" y="1264631"/>
                  </a:lnTo>
                  <a:lnTo>
                    <a:pt x="476054" y="1264632"/>
                  </a:lnTo>
                  <a:lnTo>
                    <a:pt x="484261" y="1264632"/>
                  </a:lnTo>
                  <a:lnTo>
                    <a:pt x="492469" y="1264632"/>
                  </a:lnTo>
                  <a:lnTo>
                    <a:pt x="500677" y="1264633"/>
                  </a:lnTo>
                  <a:lnTo>
                    <a:pt x="508885" y="1264633"/>
                  </a:lnTo>
                  <a:lnTo>
                    <a:pt x="517093" y="1264633"/>
                  </a:lnTo>
                  <a:lnTo>
                    <a:pt x="525300" y="1264633"/>
                  </a:lnTo>
                  <a:lnTo>
                    <a:pt x="533508" y="1264633"/>
                  </a:lnTo>
                  <a:lnTo>
                    <a:pt x="541716" y="1264633"/>
                  </a:lnTo>
                  <a:lnTo>
                    <a:pt x="549924" y="1264633"/>
                  </a:lnTo>
                  <a:lnTo>
                    <a:pt x="558132" y="1264633"/>
                  </a:lnTo>
                  <a:lnTo>
                    <a:pt x="566340" y="1264633"/>
                  </a:lnTo>
                  <a:lnTo>
                    <a:pt x="574547" y="1264633"/>
                  </a:lnTo>
                  <a:lnTo>
                    <a:pt x="582755" y="1264633"/>
                  </a:lnTo>
                  <a:lnTo>
                    <a:pt x="590963" y="1264633"/>
                  </a:lnTo>
                  <a:lnTo>
                    <a:pt x="599171" y="1264633"/>
                  </a:lnTo>
                  <a:lnTo>
                    <a:pt x="607379" y="1264633"/>
                  </a:lnTo>
                  <a:lnTo>
                    <a:pt x="615587" y="1264633"/>
                  </a:lnTo>
                  <a:lnTo>
                    <a:pt x="623794" y="1264633"/>
                  </a:lnTo>
                  <a:lnTo>
                    <a:pt x="632002" y="1264633"/>
                  </a:lnTo>
                  <a:lnTo>
                    <a:pt x="640210" y="1264633"/>
                  </a:lnTo>
                  <a:lnTo>
                    <a:pt x="648418" y="1264633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tx219"/>
            <p:cNvSpPr/>
            <p:nvPr/>
          </p:nvSpPr>
          <p:spPr>
            <a:xfrm>
              <a:off x="1148262" y="4005528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20" name="tx220"/>
            <p:cNvSpPr/>
            <p:nvPr/>
          </p:nvSpPr>
          <p:spPr>
            <a:xfrm>
              <a:off x="1148262" y="3373211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1148262" y="2740895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1148262" y="2108578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1148262" y="1476261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2375828" y="4234627"/>
              <a:ext cx="15544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3559085" y="4234627"/>
              <a:ext cx="15544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4742342" y="4234627"/>
              <a:ext cx="15544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1.5</a:t>
              </a:r>
            </a:p>
          </p:txBody>
        </p:sp>
        <p:sp>
          <p:nvSpPr>
            <p:cNvPr id="227" name="tx227"/>
            <p:cNvSpPr/>
            <p:nvPr/>
          </p:nvSpPr>
          <p:spPr>
            <a:xfrm>
              <a:off x="3349004" y="4372931"/>
              <a:ext cx="580186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rda offset</a:t>
              </a:r>
            </a:p>
          </p:txBody>
        </p:sp>
        <p:sp>
          <p:nvSpPr>
            <p:cNvPr id="228" name="tx228"/>
            <p:cNvSpPr/>
            <p:nvPr/>
          </p:nvSpPr>
          <p:spPr>
            <a:xfrm rot="-5400000">
              <a:off x="785564" y="2730882"/>
              <a:ext cx="49688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6058442" y="1818263"/>
              <a:ext cx="66037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230" name="pt230"/>
            <p:cNvSpPr/>
            <p:nvPr/>
          </p:nvSpPr>
          <p:spPr>
            <a:xfrm>
              <a:off x="6109467" y="2053635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6080387" y="211233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6109467" y="2273091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l233"/>
            <p:cNvSpPr/>
            <p:nvPr/>
          </p:nvSpPr>
          <p:spPr>
            <a:xfrm>
              <a:off x="6080387" y="233179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6109467" y="2492547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l235"/>
            <p:cNvSpPr/>
            <p:nvPr/>
          </p:nvSpPr>
          <p:spPr>
            <a:xfrm>
              <a:off x="6080387" y="255125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6109467" y="271200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l237"/>
            <p:cNvSpPr/>
            <p:nvPr/>
          </p:nvSpPr>
          <p:spPr>
            <a:xfrm>
              <a:off x="6080387" y="277070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6109467" y="2931459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6080387" y="299016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6109467" y="3150915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l241"/>
            <p:cNvSpPr/>
            <p:nvPr/>
          </p:nvSpPr>
          <p:spPr>
            <a:xfrm>
              <a:off x="6080387" y="320961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6109467" y="337037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l243"/>
            <p:cNvSpPr/>
            <p:nvPr/>
          </p:nvSpPr>
          <p:spPr>
            <a:xfrm>
              <a:off x="6080387" y="342907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6109467" y="3589827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l245"/>
            <p:cNvSpPr/>
            <p:nvPr/>
          </p:nvSpPr>
          <p:spPr>
            <a:xfrm>
              <a:off x="6080387" y="364853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tx246"/>
            <p:cNvSpPr/>
            <p:nvPr/>
          </p:nvSpPr>
          <p:spPr>
            <a:xfrm>
              <a:off x="6347487" y="2072333"/>
              <a:ext cx="18013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247" name="tx247"/>
            <p:cNvSpPr/>
            <p:nvPr/>
          </p:nvSpPr>
          <p:spPr>
            <a:xfrm>
              <a:off x="6347487" y="2291789"/>
              <a:ext cx="20061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248" name="tx248"/>
            <p:cNvSpPr/>
            <p:nvPr/>
          </p:nvSpPr>
          <p:spPr>
            <a:xfrm>
              <a:off x="6347487" y="2511245"/>
              <a:ext cx="25456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249" name="tx249"/>
            <p:cNvSpPr/>
            <p:nvPr/>
          </p:nvSpPr>
          <p:spPr>
            <a:xfrm>
              <a:off x="6347487" y="2730701"/>
              <a:ext cx="22969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250" name="tx250"/>
            <p:cNvSpPr/>
            <p:nvPr/>
          </p:nvSpPr>
          <p:spPr>
            <a:xfrm>
              <a:off x="6347487" y="2950157"/>
              <a:ext cx="2358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251" name="tx251"/>
            <p:cNvSpPr/>
            <p:nvPr/>
          </p:nvSpPr>
          <p:spPr>
            <a:xfrm>
              <a:off x="6347487" y="3169613"/>
              <a:ext cx="21122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252" name="tx252"/>
            <p:cNvSpPr/>
            <p:nvPr/>
          </p:nvSpPr>
          <p:spPr>
            <a:xfrm>
              <a:off x="6347487" y="3389069"/>
              <a:ext cx="24825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253" name="tx253"/>
            <p:cNvSpPr/>
            <p:nvPr/>
          </p:nvSpPr>
          <p:spPr>
            <a:xfrm>
              <a:off x="6347487" y="3608525"/>
              <a:ext cx="21735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254" name="tx254"/>
            <p:cNvSpPr/>
            <p:nvPr/>
          </p:nvSpPr>
          <p:spPr>
            <a:xfrm>
              <a:off x="1428519" y="983989"/>
              <a:ext cx="4130253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Current-Future Fitness vs Genomic Offset (RDA, MLL): </a:t>
              </a:r>
            </a:p>
          </p:txBody>
        </p:sp>
        <p:sp>
          <p:nvSpPr>
            <p:cNvPr id="255" name="tx255"/>
            <p:cNvSpPr/>
            <p:nvPr/>
          </p:nvSpPr>
          <p:spPr>
            <a:xfrm>
              <a:off x="1428519" y="1165040"/>
              <a:ext cx="2672242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Binary Survival, Logistic Regression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599" cy="3657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428519" y="3729375"/>
              <a:ext cx="4421155" cy="0"/>
            </a:xfrm>
            <a:custGeom>
              <a:avLst/>
              <a:pathLst>
                <a:path w="4421155" h="0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428519" y="3097058"/>
              <a:ext cx="4421155" cy="0"/>
            </a:xfrm>
            <a:custGeom>
              <a:avLst/>
              <a:pathLst>
                <a:path w="4421155" h="0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428519" y="2464741"/>
              <a:ext cx="4421155" cy="0"/>
            </a:xfrm>
            <a:custGeom>
              <a:avLst/>
              <a:pathLst>
                <a:path w="4421155" h="0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8519" y="1832424"/>
              <a:ext cx="4421155" cy="0"/>
            </a:xfrm>
            <a:custGeom>
              <a:avLst/>
              <a:pathLst>
                <a:path w="4421155" h="0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843490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195364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547238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428519" y="4045533"/>
              <a:ext cx="4421155" cy="0"/>
            </a:xfrm>
            <a:custGeom>
              <a:avLst/>
              <a:pathLst>
                <a:path w="4421155" h="0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428519" y="3413216"/>
              <a:ext cx="4421155" cy="0"/>
            </a:xfrm>
            <a:custGeom>
              <a:avLst/>
              <a:pathLst>
                <a:path w="4421155" h="0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428519" y="2780900"/>
              <a:ext cx="4421155" cy="0"/>
            </a:xfrm>
            <a:custGeom>
              <a:avLst/>
              <a:pathLst>
                <a:path w="4421155" h="0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428519" y="2148583"/>
              <a:ext cx="4421155" cy="0"/>
            </a:xfrm>
            <a:custGeom>
              <a:avLst/>
              <a:pathLst>
                <a:path w="4421155" h="0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428519" y="1516266"/>
              <a:ext cx="4421155" cy="0"/>
            </a:xfrm>
            <a:custGeom>
              <a:avLst/>
              <a:pathLst>
                <a:path w="4421155" h="0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19427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871301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223175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2299662" y="1457563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2299662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2299662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2299662" y="1457563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2299662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2299662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2299662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2299662" y="1457563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2299662" y="1457563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2299662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2299662" y="1457563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2299662" y="1457563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1570779" y="1457563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1570779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1570779" y="1457563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1570779" y="1457563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1570779" y="1457563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1570779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1570779" y="1457563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1570779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1570779" y="1457563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1570779" y="1457563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1570779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1570779" y="1457563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1827243" y="1457563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1827243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1827243" y="1457563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1827243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1827243" y="1457563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1827243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1827243" y="1457563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1827243" y="1457563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1827243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1827243" y="1457563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1827243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1827243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1955837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1955837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1955837" y="1457563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1955837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1955837" y="1457563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1955837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1955837" y="1457563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1955837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1955837" y="1457563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1955837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1955837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1955837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3074381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3074381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3074381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074381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3074381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074381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3074381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3074381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3074381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3074381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3074381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3074381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3025803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2687997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2687997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2687997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2687997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2687997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2687997" y="3986831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2687997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2687997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2687997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2687997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2687997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2687997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2382895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2382895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2382895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2382895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2382895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2382895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2382895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2382895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2382895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2382895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2382895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2382895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3025803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3025803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3025803" y="3986831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3025803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3025803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3025803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3025803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3025803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3025803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3025803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5529802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5063118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5063118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5063118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5063118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5063118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5063118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5063118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5063118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5529802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5529802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5529802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5529802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5529802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5529802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5529802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5529802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5529802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5529802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5529802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5063118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5063118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5063118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5063118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4791221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4791221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4791221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4791221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4791221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4791221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4791221" y="1457563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4791221" y="1457563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4791221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4791221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4791221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4791221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5193743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5193743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5193743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5193743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5193743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5193743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5193743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5193743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5193743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5193743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5193743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5193743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5590011" y="3986831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5590011" y="3986831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5590011" y="3986831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5590011" y="3986831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5501215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5501215" y="3986831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5501215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5501215" y="3986831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5590011" y="3986831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5590011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5501215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5501215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5501215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5590011" y="3986831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5590011" y="3986831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5590011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5590011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5590011" y="3986831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5501215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5501215" y="3986831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5501215" y="3986831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5501215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5501215" y="3986831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5259749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5259749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5259749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5259749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5259749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5259749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5259749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5259749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5259749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5259749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5259749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5259749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5491568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5491568" y="3986831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5491568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5491568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5491568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5491568" y="3986831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5491568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5491568" y="3986831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5491568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5491568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5491568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5491568" y="3986831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2441597" y="1516266"/>
              <a:ext cx="2876854" cy="0"/>
            </a:xfrm>
            <a:custGeom>
              <a:avLst/>
              <a:pathLst>
                <a:path w="2876854" h="0">
                  <a:moveTo>
                    <a:pt x="0" y="0"/>
                  </a:moveTo>
                  <a:lnTo>
                    <a:pt x="36415" y="0"/>
                  </a:lnTo>
                  <a:lnTo>
                    <a:pt x="72831" y="0"/>
                  </a:lnTo>
                  <a:lnTo>
                    <a:pt x="109247" y="0"/>
                  </a:lnTo>
                  <a:lnTo>
                    <a:pt x="145663" y="0"/>
                  </a:lnTo>
                  <a:lnTo>
                    <a:pt x="182079" y="0"/>
                  </a:lnTo>
                  <a:lnTo>
                    <a:pt x="218495" y="0"/>
                  </a:lnTo>
                  <a:lnTo>
                    <a:pt x="254911" y="0"/>
                  </a:lnTo>
                  <a:lnTo>
                    <a:pt x="291327" y="0"/>
                  </a:lnTo>
                  <a:lnTo>
                    <a:pt x="327742" y="0"/>
                  </a:lnTo>
                  <a:lnTo>
                    <a:pt x="364158" y="0"/>
                  </a:lnTo>
                  <a:lnTo>
                    <a:pt x="400574" y="0"/>
                  </a:lnTo>
                  <a:lnTo>
                    <a:pt x="436990" y="0"/>
                  </a:lnTo>
                  <a:lnTo>
                    <a:pt x="473406" y="0"/>
                  </a:lnTo>
                  <a:lnTo>
                    <a:pt x="509822" y="0"/>
                  </a:lnTo>
                  <a:lnTo>
                    <a:pt x="546238" y="0"/>
                  </a:lnTo>
                  <a:lnTo>
                    <a:pt x="582654" y="0"/>
                  </a:lnTo>
                  <a:lnTo>
                    <a:pt x="619069" y="0"/>
                  </a:lnTo>
                  <a:lnTo>
                    <a:pt x="655485" y="0"/>
                  </a:lnTo>
                  <a:lnTo>
                    <a:pt x="691901" y="0"/>
                  </a:lnTo>
                  <a:lnTo>
                    <a:pt x="728317" y="0"/>
                  </a:lnTo>
                  <a:lnTo>
                    <a:pt x="764733" y="0"/>
                  </a:lnTo>
                  <a:lnTo>
                    <a:pt x="801149" y="0"/>
                  </a:lnTo>
                  <a:lnTo>
                    <a:pt x="837565" y="0"/>
                  </a:lnTo>
                  <a:lnTo>
                    <a:pt x="873981" y="0"/>
                  </a:lnTo>
                  <a:lnTo>
                    <a:pt x="910396" y="0"/>
                  </a:lnTo>
                  <a:lnTo>
                    <a:pt x="946812" y="0"/>
                  </a:lnTo>
                  <a:lnTo>
                    <a:pt x="983228" y="0"/>
                  </a:lnTo>
                  <a:lnTo>
                    <a:pt x="1019644" y="0"/>
                  </a:lnTo>
                  <a:lnTo>
                    <a:pt x="1056060" y="0"/>
                  </a:lnTo>
                  <a:lnTo>
                    <a:pt x="1092476" y="0"/>
                  </a:lnTo>
                  <a:lnTo>
                    <a:pt x="1128892" y="0"/>
                  </a:lnTo>
                  <a:lnTo>
                    <a:pt x="1165308" y="0"/>
                  </a:lnTo>
                  <a:lnTo>
                    <a:pt x="1201723" y="0"/>
                  </a:lnTo>
                  <a:lnTo>
                    <a:pt x="1238139" y="0"/>
                  </a:lnTo>
                  <a:lnTo>
                    <a:pt x="1274555" y="0"/>
                  </a:lnTo>
                  <a:lnTo>
                    <a:pt x="1310971" y="0"/>
                  </a:lnTo>
                  <a:lnTo>
                    <a:pt x="1347387" y="0"/>
                  </a:lnTo>
                  <a:lnTo>
                    <a:pt x="1383803" y="0"/>
                  </a:lnTo>
                  <a:lnTo>
                    <a:pt x="1420219" y="0"/>
                  </a:lnTo>
                  <a:lnTo>
                    <a:pt x="1456635" y="0"/>
                  </a:lnTo>
                  <a:lnTo>
                    <a:pt x="1493050" y="0"/>
                  </a:lnTo>
                  <a:lnTo>
                    <a:pt x="1529466" y="0"/>
                  </a:lnTo>
                  <a:lnTo>
                    <a:pt x="1565882" y="0"/>
                  </a:lnTo>
                  <a:lnTo>
                    <a:pt x="1602298" y="0"/>
                  </a:lnTo>
                  <a:lnTo>
                    <a:pt x="1638714" y="0"/>
                  </a:lnTo>
                  <a:lnTo>
                    <a:pt x="1675130" y="0"/>
                  </a:lnTo>
                  <a:lnTo>
                    <a:pt x="1711546" y="0"/>
                  </a:lnTo>
                  <a:lnTo>
                    <a:pt x="1747962" y="0"/>
                  </a:lnTo>
                  <a:lnTo>
                    <a:pt x="1784377" y="0"/>
                  </a:lnTo>
                  <a:lnTo>
                    <a:pt x="1820793" y="0"/>
                  </a:lnTo>
                  <a:lnTo>
                    <a:pt x="1857209" y="0"/>
                  </a:lnTo>
                  <a:lnTo>
                    <a:pt x="1893625" y="0"/>
                  </a:lnTo>
                  <a:lnTo>
                    <a:pt x="1930041" y="0"/>
                  </a:lnTo>
                  <a:lnTo>
                    <a:pt x="1966457" y="0"/>
                  </a:lnTo>
                  <a:lnTo>
                    <a:pt x="2002873" y="0"/>
                  </a:lnTo>
                  <a:lnTo>
                    <a:pt x="2039289" y="0"/>
                  </a:lnTo>
                  <a:lnTo>
                    <a:pt x="2075705" y="0"/>
                  </a:lnTo>
                  <a:lnTo>
                    <a:pt x="2112120" y="0"/>
                  </a:lnTo>
                  <a:lnTo>
                    <a:pt x="2148536" y="0"/>
                  </a:lnTo>
                  <a:lnTo>
                    <a:pt x="2184952" y="0"/>
                  </a:lnTo>
                  <a:lnTo>
                    <a:pt x="2221368" y="0"/>
                  </a:lnTo>
                  <a:lnTo>
                    <a:pt x="2257784" y="0"/>
                  </a:lnTo>
                  <a:lnTo>
                    <a:pt x="2294200" y="0"/>
                  </a:lnTo>
                  <a:lnTo>
                    <a:pt x="2330616" y="0"/>
                  </a:lnTo>
                  <a:lnTo>
                    <a:pt x="2367032" y="0"/>
                  </a:lnTo>
                  <a:lnTo>
                    <a:pt x="2403447" y="0"/>
                  </a:lnTo>
                  <a:lnTo>
                    <a:pt x="2439863" y="0"/>
                  </a:lnTo>
                  <a:lnTo>
                    <a:pt x="2476279" y="0"/>
                  </a:lnTo>
                  <a:lnTo>
                    <a:pt x="2512695" y="0"/>
                  </a:lnTo>
                  <a:lnTo>
                    <a:pt x="2549111" y="0"/>
                  </a:lnTo>
                  <a:lnTo>
                    <a:pt x="2585527" y="0"/>
                  </a:lnTo>
                  <a:lnTo>
                    <a:pt x="2621943" y="0"/>
                  </a:lnTo>
                  <a:lnTo>
                    <a:pt x="2658359" y="0"/>
                  </a:lnTo>
                  <a:lnTo>
                    <a:pt x="2694774" y="0"/>
                  </a:lnTo>
                  <a:lnTo>
                    <a:pt x="2731190" y="0"/>
                  </a:lnTo>
                  <a:lnTo>
                    <a:pt x="2767606" y="0"/>
                  </a:lnTo>
                  <a:lnTo>
                    <a:pt x="2804022" y="0"/>
                  </a:lnTo>
                  <a:lnTo>
                    <a:pt x="2840438" y="0"/>
                  </a:lnTo>
                  <a:lnTo>
                    <a:pt x="2876854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2746699" y="1727038"/>
              <a:ext cx="2902013" cy="1628694"/>
            </a:xfrm>
            <a:custGeom>
              <a:avLst/>
              <a:pathLst>
                <a:path w="2902013" h="1628694">
                  <a:moveTo>
                    <a:pt x="0" y="0"/>
                  </a:moveTo>
                  <a:lnTo>
                    <a:pt x="36734" y="8411"/>
                  </a:lnTo>
                  <a:lnTo>
                    <a:pt x="73468" y="17126"/>
                  </a:lnTo>
                  <a:lnTo>
                    <a:pt x="110203" y="26151"/>
                  </a:lnTo>
                  <a:lnTo>
                    <a:pt x="146937" y="35496"/>
                  </a:lnTo>
                  <a:lnTo>
                    <a:pt x="183671" y="45168"/>
                  </a:lnTo>
                  <a:lnTo>
                    <a:pt x="220406" y="55176"/>
                  </a:lnTo>
                  <a:lnTo>
                    <a:pt x="257140" y="65528"/>
                  </a:lnTo>
                  <a:lnTo>
                    <a:pt x="293874" y="76231"/>
                  </a:lnTo>
                  <a:lnTo>
                    <a:pt x="330609" y="87294"/>
                  </a:lnTo>
                  <a:lnTo>
                    <a:pt x="367343" y="98725"/>
                  </a:lnTo>
                  <a:lnTo>
                    <a:pt x="404077" y="110531"/>
                  </a:lnTo>
                  <a:lnTo>
                    <a:pt x="440812" y="122719"/>
                  </a:lnTo>
                  <a:lnTo>
                    <a:pt x="477546" y="135298"/>
                  </a:lnTo>
                  <a:lnTo>
                    <a:pt x="514280" y="148273"/>
                  </a:lnTo>
                  <a:lnTo>
                    <a:pt x="551015" y="161652"/>
                  </a:lnTo>
                  <a:lnTo>
                    <a:pt x="587749" y="175441"/>
                  </a:lnTo>
                  <a:lnTo>
                    <a:pt x="624483" y="189645"/>
                  </a:lnTo>
                  <a:lnTo>
                    <a:pt x="661218" y="204271"/>
                  </a:lnTo>
                  <a:lnTo>
                    <a:pt x="697952" y="219323"/>
                  </a:lnTo>
                  <a:lnTo>
                    <a:pt x="734686" y="234806"/>
                  </a:lnTo>
                  <a:lnTo>
                    <a:pt x="771421" y="250723"/>
                  </a:lnTo>
                  <a:lnTo>
                    <a:pt x="808155" y="267079"/>
                  </a:lnTo>
                  <a:lnTo>
                    <a:pt x="844890" y="283876"/>
                  </a:lnTo>
                  <a:lnTo>
                    <a:pt x="881624" y="301116"/>
                  </a:lnTo>
                  <a:lnTo>
                    <a:pt x="918358" y="318800"/>
                  </a:lnTo>
                  <a:lnTo>
                    <a:pt x="955093" y="336930"/>
                  </a:lnTo>
                  <a:lnTo>
                    <a:pt x="991827" y="355504"/>
                  </a:lnTo>
                  <a:lnTo>
                    <a:pt x="1028561" y="374522"/>
                  </a:lnTo>
                  <a:lnTo>
                    <a:pt x="1065296" y="393982"/>
                  </a:lnTo>
                  <a:lnTo>
                    <a:pt x="1102030" y="413882"/>
                  </a:lnTo>
                  <a:lnTo>
                    <a:pt x="1138764" y="434216"/>
                  </a:lnTo>
                  <a:lnTo>
                    <a:pt x="1175499" y="454982"/>
                  </a:lnTo>
                  <a:lnTo>
                    <a:pt x="1212233" y="476172"/>
                  </a:lnTo>
                  <a:lnTo>
                    <a:pt x="1248967" y="497780"/>
                  </a:lnTo>
                  <a:lnTo>
                    <a:pt x="1285702" y="519798"/>
                  </a:lnTo>
                  <a:lnTo>
                    <a:pt x="1322436" y="542217"/>
                  </a:lnTo>
                  <a:lnTo>
                    <a:pt x="1359170" y="565028"/>
                  </a:lnTo>
                  <a:lnTo>
                    <a:pt x="1395905" y="588219"/>
                  </a:lnTo>
                  <a:lnTo>
                    <a:pt x="1432639" y="611778"/>
                  </a:lnTo>
                  <a:lnTo>
                    <a:pt x="1469373" y="635691"/>
                  </a:lnTo>
                  <a:lnTo>
                    <a:pt x="1506108" y="659946"/>
                  </a:lnTo>
                  <a:lnTo>
                    <a:pt x="1542842" y="684525"/>
                  </a:lnTo>
                  <a:lnTo>
                    <a:pt x="1579576" y="709413"/>
                  </a:lnTo>
                  <a:lnTo>
                    <a:pt x="1616311" y="734593"/>
                  </a:lnTo>
                  <a:lnTo>
                    <a:pt x="1653045" y="760047"/>
                  </a:lnTo>
                  <a:lnTo>
                    <a:pt x="1689780" y="785754"/>
                  </a:lnTo>
                  <a:lnTo>
                    <a:pt x="1726514" y="811696"/>
                  </a:lnTo>
                  <a:lnTo>
                    <a:pt x="1763248" y="837850"/>
                  </a:lnTo>
                  <a:lnTo>
                    <a:pt x="1799983" y="864197"/>
                  </a:lnTo>
                  <a:lnTo>
                    <a:pt x="1836717" y="890713"/>
                  </a:lnTo>
                  <a:lnTo>
                    <a:pt x="1873451" y="917376"/>
                  </a:lnTo>
                  <a:lnTo>
                    <a:pt x="1910186" y="944162"/>
                  </a:lnTo>
                  <a:lnTo>
                    <a:pt x="1946920" y="971047"/>
                  </a:lnTo>
                  <a:lnTo>
                    <a:pt x="1983654" y="998008"/>
                  </a:lnTo>
                  <a:lnTo>
                    <a:pt x="2020389" y="1025020"/>
                  </a:lnTo>
                  <a:lnTo>
                    <a:pt x="2057123" y="1052059"/>
                  </a:lnTo>
                  <a:lnTo>
                    <a:pt x="2093857" y="1079099"/>
                  </a:lnTo>
                  <a:lnTo>
                    <a:pt x="2130592" y="1106116"/>
                  </a:lnTo>
                  <a:lnTo>
                    <a:pt x="2167326" y="1133085"/>
                  </a:lnTo>
                  <a:lnTo>
                    <a:pt x="2204060" y="1159982"/>
                  </a:lnTo>
                  <a:lnTo>
                    <a:pt x="2240795" y="1186783"/>
                  </a:lnTo>
                  <a:lnTo>
                    <a:pt x="2277529" y="1213463"/>
                  </a:lnTo>
                  <a:lnTo>
                    <a:pt x="2314263" y="1240000"/>
                  </a:lnTo>
                  <a:lnTo>
                    <a:pt x="2350998" y="1266371"/>
                  </a:lnTo>
                  <a:lnTo>
                    <a:pt x="2387732" y="1292552"/>
                  </a:lnTo>
                  <a:lnTo>
                    <a:pt x="2424467" y="1318524"/>
                  </a:lnTo>
                  <a:lnTo>
                    <a:pt x="2461201" y="1344263"/>
                  </a:lnTo>
                  <a:lnTo>
                    <a:pt x="2497935" y="1369752"/>
                  </a:lnTo>
                  <a:lnTo>
                    <a:pt x="2534670" y="1394969"/>
                  </a:lnTo>
                  <a:lnTo>
                    <a:pt x="2571404" y="1419897"/>
                  </a:lnTo>
                  <a:lnTo>
                    <a:pt x="2608138" y="1444519"/>
                  </a:lnTo>
                  <a:lnTo>
                    <a:pt x="2644873" y="1468817"/>
                  </a:lnTo>
                  <a:lnTo>
                    <a:pt x="2681607" y="1492777"/>
                  </a:lnTo>
                  <a:lnTo>
                    <a:pt x="2718341" y="1516384"/>
                  </a:lnTo>
                  <a:lnTo>
                    <a:pt x="2755076" y="1539625"/>
                  </a:lnTo>
                  <a:lnTo>
                    <a:pt x="2791810" y="1562487"/>
                  </a:lnTo>
                  <a:lnTo>
                    <a:pt x="2828544" y="1584959"/>
                  </a:lnTo>
                  <a:lnTo>
                    <a:pt x="2865279" y="1607031"/>
                  </a:lnTo>
                  <a:lnTo>
                    <a:pt x="2902013" y="1628694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3084506" y="1746199"/>
              <a:ext cx="2465765" cy="613155"/>
            </a:xfrm>
            <a:custGeom>
              <a:avLst/>
              <a:pathLst>
                <a:path w="2465765" h="613155">
                  <a:moveTo>
                    <a:pt x="0" y="0"/>
                  </a:moveTo>
                  <a:lnTo>
                    <a:pt x="31212" y="4294"/>
                  </a:lnTo>
                  <a:lnTo>
                    <a:pt x="62424" y="8660"/>
                  </a:lnTo>
                  <a:lnTo>
                    <a:pt x="93636" y="13098"/>
                  </a:lnTo>
                  <a:lnTo>
                    <a:pt x="124848" y="17611"/>
                  </a:lnTo>
                  <a:lnTo>
                    <a:pt x="156061" y="22198"/>
                  </a:lnTo>
                  <a:lnTo>
                    <a:pt x="187273" y="26860"/>
                  </a:lnTo>
                  <a:lnTo>
                    <a:pt x="218485" y="31599"/>
                  </a:lnTo>
                  <a:lnTo>
                    <a:pt x="249697" y="36415"/>
                  </a:lnTo>
                  <a:lnTo>
                    <a:pt x="280909" y="41309"/>
                  </a:lnTo>
                  <a:lnTo>
                    <a:pt x="312122" y="46282"/>
                  </a:lnTo>
                  <a:lnTo>
                    <a:pt x="343334" y="51335"/>
                  </a:lnTo>
                  <a:lnTo>
                    <a:pt x="374546" y="56468"/>
                  </a:lnTo>
                  <a:lnTo>
                    <a:pt x="405758" y="61683"/>
                  </a:lnTo>
                  <a:lnTo>
                    <a:pt x="436971" y="66980"/>
                  </a:lnTo>
                  <a:lnTo>
                    <a:pt x="468183" y="72361"/>
                  </a:lnTo>
                  <a:lnTo>
                    <a:pt x="499395" y="77826"/>
                  </a:lnTo>
                  <a:lnTo>
                    <a:pt x="530607" y="83375"/>
                  </a:lnTo>
                  <a:lnTo>
                    <a:pt x="561819" y="89010"/>
                  </a:lnTo>
                  <a:lnTo>
                    <a:pt x="593032" y="94732"/>
                  </a:lnTo>
                  <a:lnTo>
                    <a:pt x="624244" y="100541"/>
                  </a:lnTo>
                  <a:lnTo>
                    <a:pt x="655456" y="106438"/>
                  </a:lnTo>
                  <a:lnTo>
                    <a:pt x="686668" y="112424"/>
                  </a:lnTo>
                  <a:lnTo>
                    <a:pt x="717880" y="118500"/>
                  </a:lnTo>
                  <a:lnTo>
                    <a:pt x="749093" y="124666"/>
                  </a:lnTo>
                  <a:lnTo>
                    <a:pt x="780305" y="130923"/>
                  </a:lnTo>
                  <a:lnTo>
                    <a:pt x="811517" y="137271"/>
                  </a:lnTo>
                  <a:lnTo>
                    <a:pt x="842729" y="143713"/>
                  </a:lnTo>
                  <a:lnTo>
                    <a:pt x="873942" y="150247"/>
                  </a:lnTo>
                  <a:lnTo>
                    <a:pt x="905154" y="156875"/>
                  </a:lnTo>
                  <a:lnTo>
                    <a:pt x="936366" y="163597"/>
                  </a:lnTo>
                  <a:lnTo>
                    <a:pt x="967578" y="170415"/>
                  </a:lnTo>
                  <a:lnTo>
                    <a:pt x="998790" y="177328"/>
                  </a:lnTo>
                  <a:lnTo>
                    <a:pt x="1030003" y="184337"/>
                  </a:lnTo>
                  <a:lnTo>
                    <a:pt x="1061215" y="191443"/>
                  </a:lnTo>
                  <a:lnTo>
                    <a:pt x="1092427" y="198646"/>
                  </a:lnTo>
                  <a:lnTo>
                    <a:pt x="1123639" y="205947"/>
                  </a:lnTo>
                  <a:lnTo>
                    <a:pt x="1154851" y="213345"/>
                  </a:lnTo>
                  <a:lnTo>
                    <a:pt x="1186064" y="220843"/>
                  </a:lnTo>
                  <a:lnTo>
                    <a:pt x="1217276" y="228439"/>
                  </a:lnTo>
                  <a:lnTo>
                    <a:pt x="1248488" y="236135"/>
                  </a:lnTo>
                  <a:lnTo>
                    <a:pt x="1279700" y="243930"/>
                  </a:lnTo>
                  <a:lnTo>
                    <a:pt x="1310913" y="251825"/>
                  </a:lnTo>
                  <a:lnTo>
                    <a:pt x="1342125" y="259821"/>
                  </a:lnTo>
                  <a:lnTo>
                    <a:pt x="1373337" y="267916"/>
                  </a:lnTo>
                  <a:lnTo>
                    <a:pt x="1404549" y="276113"/>
                  </a:lnTo>
                  <a:lnTo>
                    <a:pt x="1435761" y="284410"/>
                  </a:lnTo>
                  <a:lnTo>
                    <a:pt x="1466974" y="292808"/>
                  </a:lnTo>
                  <a:lnTo>
                    <a:pt x="1498186" y="301307"/>
                  </a:lnTo>
                  <a:lnTo>
                    <a:pt x="1529398" y="309907"/>
                  </a:lnTo>
                  <a:lnTo>
                    <a:pt x="1560610" y="318609"/>
                  </a:lnTo>
                  <a:lnTo>
                    <a:pt x="1591822" y="327411"/>
                  </a:lnTo>
                  <a:lnTo>
                    <a:pt x="1623035" y="336314"/>
                  </a:lnTo>
                  <a:lnTo>
                    <a:pt x="1654247" y="345317"/>
                  </a:lnTo>
                  <a:lnTo>
                    <a:pt x="1685459" y="354421"/>
                  </a:lnTo>
                  <a:lnTo>
                    <a:pt x="1716671" y="363626"/>
                  </a:lnTo>
                  <a:lnTo>
                    <a:pt x="1747884" y="372930"/>
                  </a:lnTo>
                  <a:lnTo>
                    <a:pt x="1779096" y="382335"/>
                  </a:lnTo>
                  <a:lnTo>
                    <a:pt x="1810308" y="391838"/>
                  </a:lnTo>
                  <a:lnTo>
                    <a:pt x="1841520" y="401441"/>
                  </a:lnTo>
                  <a:lnTo>
                    <a:pt x="1872732" y="411142"/>
                  </a:lnTo>
                  <a:lnTo>
                    <a:pt x="1903945" y="420941"/>
                  </a:lnTo>
                  <a:lnTo>
                    <a:pt x="1935157" y="430837"/>
                  </a:lnTo>
                  <a:lnTo>
                    <a:pt x="1966369" y="440830"/>
                  </a:lnTo>
                  <a:lnTo>
                    <a:pt x="1997581" y="450919"/>
                  </a:lnTo>
                  <a:lnTo>
                    <a:pt x="2028793" y="461104"/>
                  </a:lnTo>
                  <a:lnTo>
                    <a:pt x="2060006" y="471383"/>
                  </a:lnTo>
                  <a:lnTo>
                    <a:pt x="2091218" y="481755"/>
                  </a:lnTo>
                  <a:lnTo>
                    <a:pt x="2122430" y="492221"/>
                  </a:lnTo>
                  <a:lnTo>
                    <a:pt x="2153642" y="502778"/>
                  </a:lnTo>
                  <a:lnTo>
                    <a:pt x="2184855" y="513426"/>
                  </a:lnTo>
                  <a:lnTo>
                    <a:pt x="2216067" y="524164"/>
                  </a:lnTo>
                  <a:lnTo>
                    <a:pt x="2247279" y="534991"/>
                  </a:lnTo>
                  <a:lnTo>
                    <a:pt x="2278491" y="545905"/>
                  </a:lnTo>
                  <a:lnTo>
                    <a:pt x="2309703" y="556906"/>
                  </a:lnTo>
                  <a:lnTo>
                    <a:pt x="2340916" y="567991"/>
                  </a:lnTo>
                  <a:lnTo>
                    <a:pt x="2372128" y="579160"/>
                  </a:lnTo>
                  <a:lnTo>
                    <a:pt x="2403340" y="590412"/>
                  </a:lnTo>
                  <a:lnTo>
                    <a:pt x="2434552" y="601744"/>
                  </a:lnTo>
                  <a:lnTo>
                    <a:pt x="2465765" y="613155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3133084" y="1516266"/>
              <a:ext cx="2426833" cy="1053861"/>
            </a:xfrm>
            <a:custGeom>
              <a:avLst/>
              <a:pathLst>
                <a:path w="2426833" h="1053861">
                  <a:moveTo>
                    <a:pt x="0" y="0"/>
                  </a:moveTo>
                  <a:lnTo>
                    <a:pt x="30719" y="0"/>
                  </a:lnTo>
                  <a:lnTo>
                    <a:pt x="61438" y="0"/>
                  </a:lnTo>
                  <a:lnTo>
                    <a:pt x="92158" y="0"/>
                  </a:lnTo>
                  <a:lnTo>
                    <a:pt x="122877" y="0"/>
                  </a:lnTo>
                  <a:lnTo>
                    <a:pt x="153597" y="0"/>
                  </a:lnTo>
                  <a:lnTo>
                    <a:pt x="184316" y="0"/>
                  </a:lnTo>
                  <a:lnTo>
                    <a:pt x="215035" y="0"/>
                  </a:lnTo>
                  <a:lnTo>
                    <a:pt x="245755" y="0"/>
                  </a:lnTo>
                  <a:lnTo>
                    <a:pt x="276474" y="0"/>
                  </a:lnTo>
                  <a:lnTo>
                    <a:pt x="307194" y="0"/>
                  </a:lnTo>
                  <a:lnTo>
                    <a:pt x="337913" y="0"/>
                  </a:lnTo>
                  <a:lnTo>
                    <a:pt x="368632" y="0"/>
                  </a:lnTo>
                  <a:lnTo>
                    <a:pt x="399352" y="0"/>
                  </a:lnTo>
                  <a:lnTo>
                    <a:pt x="430071" y="0"/>
                  </a:lnTo>
                  <a:lnTo>
                    <a:pt x="460791" y="0"/>
                  </a:lnTo>
                  <a:lnTo>
                    <a:pt x="491510" y="0"/>
                  </a:lnTo>
                  <a:lnTo>
                    <a:pt x="522229" y="0"/>
                  </a:lnTo>
                  <a:lnTo>
                    <a:pt x="552949" y="0"/>
                  </a:lnTo>
                  <a:lnTo>
                    <a:pt x="583668" y="0"/>
                  </a:lnTo>
                  <a:lnTo>
                    <a:pt x="614388" y="1"/>
                  </a:lnTo>
                  <a:lnTo>
                    <a:pt x="645107" y="1"/>
                  </a:lnTo>
                  <a:lnTo>
                    <a:pt x="675827" y="1"/>
                  </a:lnTo>
                  <a:lnTo>
                    <a:pt x="706546" y="2"/>
                  </a:lnTo>
                  <a:lnTo>
                    <a:pt x="737265" y="2"/>
                  </a:lnTo>
                  <a:lnTo>
                    <a:pt x="767985" y="3"/>
                  </a:lnTo>
                  <a:lnTo>
                    <a:pt x="798704" y="4"/>
                  </a:lnTo>
                  <a:lnTo>
                    <a:pt x="829424" y="5"/>
                  </a:lnTo>
                  <a:lnTo>
                    <a:pt x="860143" y="7"/>
                  </a:lnTo>
                  <a:lnTo>
                    <a:pt x="890862" y="9"/>
                  </a:lnTo>
                  <a:lnTo>
                    <a:pt x="921582" y="11"/>
                  </a:lnTo>
                  <a:lnTo>
                    <a:pt x="952301" y="15"/>
                  </a:lnTo>
                  <a:lnTo>
                    <a:pt x="983021" y="19"/>
                  </a:lnTo>
                  <a:lnTo>
                    <a:pt x="1013740" y="24"/>
                  </a:lnTo>
                  <a:lnTo>
                    <a:pt x="1044459" y="31"/>
                  </a:lnTo>
                  <a:lnTo>
                    <a:pt x="1075179" y="40"/>
                  </a:lnTo>
                  <a:lnTo>
                    <a:pt x="1105898" y="51"/>
                  </a:lnTo>
                  <a:lnTo>
                    <a:pt x="1136618" y="65"/>
                  </a:lnTo>
                  <a:lnTo>
                    <a:pt x="1167337" y="83"/>
                  </a:lnTo>
                  <a:lnTo>
                    <a:pt x="1198057" y="106"/>
                  </a:lnTo>
                  <a:lnTo>
                    <a:pt x="1228776" y="136"/>
                  </a:lnTo>
                  <a:lnTo>
                    <a:pt x="1259495" y="173"/>
                  </a:lnTo>
                  <a:lnTo>
                    <a:pt x="1290215" y="221"/>
                  </a:lnTo>
                  <a:lnTo>
                    <a:pt x="1320934" y="282"/>
                  </a:lnTo>
                  <a:lnTo>
                    <a:pt x="1351654" y="360"/>
                  </a:lnTo>
                  <a:lnTo>
                    <a:pt x="1382373" y="459"/>
                  </a:lnTo>
                  <a:lnTo>
                    <a:pt x="1413092" y="586"/>
                  </a:lnTo>
                  <a:lnTo>
                    <a:pt x="1443812" y="748"/>
                  </a:lnTo>
                  <a:lnTo>
                    <a:pt x="1474531" y="954"/>
                  </a:lnTo>
                  <a:lnTo>
                    <a:pt x="1505251" y="1216"/>
                  </a:lnTo>
                  <a:lnTo>
                    <a:pt x="1535970" y="1552"/>
                  </a:lnTo>
                  <a:lnTo>
                    <a:pt x="1566689" y="1979"/>
                  </a:lnTo>
                  <a:lnTo>
                    <a:pt x="1597409" y="2524"/>
                  </a:lnTo>
                  <a:lnTo>
                    <a:pt x="1628128" y="3219"/>
                  </a:lnTo>
                  <a:lnTo>
                    <a:pt x="1658848" y="4105"/>
                  </a:lnTo>
                  <a:lnTo>
                    <a:pt x="1689567" y="5234"/>
                  </a:lnTo>
                  <a:lnTo>
                    <a:pt x="1720286" y="6673"/>
                  </a:lnTo>
                  <a:lnTo>
                    <a:pt x="1751006" y="8505"/>
                  </a:lnTo>
                  <a:lnTo>
                    <a:pt x="1781725" y="10840"/>
                  </a:lnTo>
                  <a:lnTo>
                    <a:pt x="1812445" y="13811"/>
                  </a:lnTo>
                  <a:lnTo>
                    <a:pt x="1843164" y="17591"/>
                  </a:lnTo>
                  <a:lnTo>
                    <a:pt x="1873884" y="22396"/>
                  </a:lnTo>
                  <a:lnTo>
                    <a:pt x="1904603" y="28498"/>
                  </a:lnTo>
                  <a:lnTo>
                    <a:pt x="1935322" y="36240"/>
                  </a:lnTo>
                  <a:lnTo>
                    <a:pt x="1966042" y="46046"/>
                  </a:lnTo>
                  <a:lnTo>
                    <a:pt x="1996761" y="58443"/>
                  </a:lnTo>
                  <a:lnTo>
                    <a:pt x="2027481" y="74078"/>
                  </a:lnTo>
                  <a:lnTo>
                    <a:pt x="2058200" y="93737"/>
                  </a:lnTo>
                  <a:lnTo>
                    <a:pt x="2088919" y="118361"/>
                  </a:lnTo>
                  <a:lnTo>
                    <a:pt x="2119639" y="149059"/>
                  </a:lnTo>
                  <a:lnTo>
                    <a:pt x="2150358" y="187100"/>
                  </a:lnTo>
                  <a:lnTo>
                    <a:pt x="2181078" y="233896"/>
                  </a:lnTo>
                  <a:lnTo>
                    <a:pt x="2211797" y="290941"/>
                  </a:lnTo>
                  <a:lnTo>
                    <a:pt x="2242516" y="359720"/>
                  </a:lnTo>
                  <a:lnTo>
                    <a:pt x="2273236" y="441550"/>
                  </a:lnTo>
                  <a:lnTo>
                    <a:pt x="2303955" y="537384"/>
                  </a:lnTo>
                  <a:lnTo>
                    <a:pt x="2334675" y="647566"/>
                  </a:lnTo>
                  <a:lnTo>
                    <a:pt x="2365394" y="771588"/>
                  </a:lnTo>
                  <a:lnTo>
                    <a:pt x="2396114" y="907903"/>
                  </a:lnTo>
                  <a:lnTo>
                    <a:pt x="2426833" y="1053861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2014540" y="3202444"/>
              <a:ext cx="3237905" cy="843089"/>
            </a:xfrm>
            <a:custGeom>
              <a:avLst/>
              <a:pathLst>
                <a:path w="3237905" h="843089">
                  <a:moveTo>
                    <a:pt x="0" y="0"/>
                  </a:moveTo>
                  <a:lnTo>
                    <a:pt x="40986" y="128545"/>
                  </a:lnTo>
                  <a:lnTo>
                    <a:pt x="81972" y="244450"/>
                  </a:lnTo>
                  <a:lnTo>
                    <a:pt x="122958" y="346697"/>
                  </a:lnTo>
                  <a:lnTo>
                    <a:pt x="163944" y="435169"/>
                  </a:lnTo>
                  <a:lnTo>
                    <a:pt x="204930" y="510454"/>
                  </a:lnTo>
                  <a:lnTo>
                    <a:pt x="245916" y="573609"/>
                  </a:lnTo>
                  <a:lnTo>
                    <a:pt x="286902" y="625959"/>
                  </a:lnTo>
                  <a:lnTo>
                    <a:pt x="327889" y="668922"/>
                  </a:lnTo>
                  <a:lnTo>
                    <a:pt x="368875" y="703897"/>
                  </a:lnTo>
                  <a:lnTo>
                    <a:pt x="409861" y="732179"/>
                  </a:lnTo>
                  <a:lnTo>
                    <a:pt x="450847" y="754926"/>
                  </a:lnTo>
                  <a:lnTo>
                    <a:pt x="491833" y="773143"/>
                  </a:lnTo>
                  <a:lnTo>
                    <a:pt x="532819" y="787681"/>
                  </a:lnTo>
                  <a:lnTo>
                    <a:pt x="573805" y="799251"/>
                  </a:lnTo>
                  <a:lnTo>
                    <a:pt x="614792" y="808439"/>
                  </a:lnTo>
                  <a:lnTo>
                    <a:pt x="655778" y="815723"/>
                  </a:lnTo>
                  <a:lnTo>
                    <a:pt x="696764" y="821489"/>
                  </a:lnTo>
                  <a:lnTo>
                    <a:pt x="737750" y="826048"/>
                  </a:lnTo>
                  <a:lnTo>
                    <a:pt x="778736" y="829650"/>
                  </a:lnTo>
                  <a:lnTo>
                    <a:pt x="819722" y="832494"/>
                  </a:lnTo>
                  <a:lnTo>
                    <a:pt x="860708" y="834738"/>
                  </a:lnTo>
                  <a:lnTo>
                    <a:pt x="901695" y="836508"/>
                  </a:lnTo>
                  <a:lnTo>
                    <a:pt x="942681" y="837903"/>
                  </a:lnTo>
                  <a:lnTo>
                    <a:pt x="983667" y="839003"/>
                  </a:lnTo>
                  <a:lnTo>
                    <a:pt x="1024653" y="839870"/>
                  </a:lnTo>
                  <a:lnTo>
                    <a:pt x="1065639" y="840554"/>
                  </a:lnTo>
                  <a:lnTo>
                    <a:pt x="1106625" y="841092"/>
                  </a:lnTo>
                  <a:lnTo>
                    <a:pt x="1147611" y="841516"/>
                  </a:lnTo>
                  <a:lnTo>
                    <a:pt x="1188598" y="841850"/>
                  </a:lnTo>
                  <a:lnTo>
                    <a:pt x="1229584" y="842113"/>
                  </a:lnTo>
                  <a:lnTo>
                    <a:pt x="1270570" y="842320"/>
                  </a:lnTo>
                  <a:lnTo>
                    <a:pt x="1311556" y="842484"/>
                  </a:lnTo>
                  <a:lnTo>
                    <a:pt x="1352542" y="842612"/>
                  </a:lnTo>
                  <a:lnTo>
                    <a:pt x="1393528" y="842713"/>
                  </a:lnTo>
                  <a:lnTo>
                    <a:pt x="1434514" y="842793"/>
                  </a:lnTo>
                  <a:lnTo>
                    <a:pt x="1475501" y="842856"/>
                  </a:lnTo>
                  <a:lnTo>
                    <a:pt x="1516487" y="842905"/>
                  </a:lnTo>
                  <a:lnTo>
                    <a:pt x="1557473" y="842944"/>
                  </a:lnTo>
                  <a:lnTo>
                    <a:pt x="1598459" y="842975"/>
                  </a:lnTo>
                  <a:lnTo>
                    <a:pt x="1639445" y="842999"/>
                  </a:lnTo>
                  <a:lnTo>
                    <a:pt x="1680431" y="843018"/>
                  </a:lnTo>
                  <a:lnTo>
                    <a:pt x="1721417" y="843033"/>
                  </a:lnTo>
                  <a:lnTo>
                    <a:pt x="1762404" y="843045"/>
                  </a:lnTo>
                  <a:lnTo>
                    <a:pt x="1803390" y="843054"/>
                  </a:lnTo>
                  <a:lnTo>
                    <a:pt x="1844376" y="843062"/>
                  </a:lnTo>
                  <a:lnTo>
                    <a:pt x="1885362" y="843067"/>
                  </a:lnTo>
                  <a:lnTo>
                    <a:pt x="1926348" y="843072"/>
                  </a:lnTo>
                  <a:lnTo>
                    <a:pt x="1967334" y="843075"/>
                  </a:lnTo>
                  <a:lnTo>
                    <a:pt x="2008320" y="843078"/>
                  </a:lnTo>
                  <a:lnTo>
                    <a:pt x="2049307" y="843080"/>
                  </a:lnTo>
                  <a:lnTo>
                    <a:pt x="2090293" y="843082"/>
                  </a:lnTo>
                  <a:lnTo>
                    <a:pt x="2131279" y="843084"/>
                  </a:lnTo>
                  <a:lnTo>
                    <a:pt x="2172265" y="843085"/>
                  </a:lnTo>
                  <a:lnTo>
                    <a:pt x="2213251" y="843085"/>
                  </a:lnTo>
                  <a:lnTo>
                    <a:pt x="2254237" y="843086"/>
                  </a:lnTo>
                  <a:lnTo>
                    <a:pt x="2295223" y="843087"/>
                  </a:lnTo>
                  <a:lnTo>
                    <a:pt x="2336210" y="843087"/>
                  </a:lnTo>
                  <a:lnTo>
                    <a:pt x="2377196" y="843087"/>
                  </a:lnTo>
                  <a:lnTo>
                    <a:pt x="2418182" y="843088"/>
                  </a:lnTo>
                  <a:lnTo>
                    <a:pt x="2459168" y="843088"/>
                  </a:lnTo>
                  <a:lnTo>
                    <a:pt x="2500154" y="843088"/>
                  </a:lnTo>
                  <a:lnTo>
                    <a:pt x="2541140" y="843088"/>
                  </a:lnTo>
                  <a:lnTo>
                    <a:pt x="2582126" y="843088"/>
                  </a:lnTo>
                  <a:lnTo>
                    <a:pt x="2623112" y="843088"/>
                  </a:lnTo>
                  <a:lnTo>
                    <a:pt x="2664099" y="843088"/>
                  </a:lnTo>
                  <a:lnTo>
                    <a:pt x="2705085" y="843088"/>
                  </a:lnTo>
                  <a:lnTo>
                    <a:pt x="2746071" y="843089"/>
                  </a:lnTo>
                  <a:lnTo>
                    <a:pt x="2787057" y="843089"/>
                  </a:lnTo>
                  <a:lnTo>
                    <a:pt x="2828043" y="843089"/>
                  </a:lnTo>
                  <a:lnTo>
                    <a:pt x="2869029" y="843089"/>
                  </a:lnTo>
                  <a:lnTo>
                    <a:pt x="2910015" y="843089"/>
                  </a:lnTo>
                  <a:lnTo>
                    <a:pt x="2951002" y="843089"/>
                  </a:lnTo>
                  <a:lnTo>
                    <a:pt x="2991988" y="843089"/>
                  </a:lnTo>
                  <a:lnTo>
                    <a:pt x="3032974" y="843089"/>
                  </a:lnTo>
                  <a:lnTo>
                    <a:pt x="3073960" y="843089"/>
                  </a:lnTo>
                  <a:lnTo>
                    <a:pt x="3114946" y="843089"/>
                  </a:lnTo>
                  <a:lnTo>
                    <a:pt x="3155932" y="843089"/>
                  </a:lnTo>
                  <a:lnTo>
                    <a:pt x="3196918" y="843089"/>
                  </a:lnTo>
                  <a:lnTo>
                    <a:pt x="3237905" y="843089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1629481" y="2359355"/>
              <a:ext cx="3220442" cy="1264633"/>
            </a:xfrm>
            <a:custGeom>
              <a:avLst/>
              <a:pathLst>
                <a:path w="3220442" h="1264633">
                  <a:moveTo>
                    <a:pt x="0" y="0"/>
                  </a:moveTo>
                  <a:lnTo>
                    <a:pt x="40765" y="16460"/>
                  </a:lnTo>
                  <a:lnTo>
                    <a:pt x="81530" y="33076"/>
                  </a:lnTo>
                  <a:lnTo>
                    <a:pt x="122295" y="49841"/>
                  </a:lnTo>
                  <a:lnTo>
                    <a:pt x="163060" y="66750"/>
                  </a:lnTo>
                  <a:lnTo>
                    <a:pt x="203825" y="83797"/>
                  </a:lnTo>
                  <a:lnTo>
                    <a:pt x="244590" y="100978"/>
                  </a:lnTo>
                  <a:lnTo>
                    <a:pt x="285355" y="118287"/>
                  </a:lnTo>
                  <a:lnTo>
                    <a:pt x="326120" y="135717"/>
                  </a:lnTo>
                  <a:lnTo>
                    <a:pt x="366885" y="153262"/>
                  </a:lnTo>
                  <a:lnTo>
                    <a:pt x="407650" y="170915"/>
                  </a:lnTo>
                  <a:lnTo>
                    <a:pt x="448416" y="188671"/>
                  </a:lnTo>
                  <a:lnTo>
                    <a:pt x="489181" y="206523"/>
                  </a:lnTo>
                  <a:lnTo>
                    <a:pt x="529946" y="224463"/>
                  </a:lnTo>
                  <a:lnTo>
                    <a:pt x="570711" y="242485"/>
                  </a:lnTo>
                  <a:lnTo>
                    <a:pt x="611476" y="260582"/>
                  </a:lnTo>
                  <a:lnTo>
                    <a:pt x="652241" y="278746"/>
                  </a:lnTo>
                  <a:lnTo>
                    <a:pt x="693006" y="296969"/>
                  </a:lnTo>
                  <a:lnTo>
                    <a:pt x="733771" y="315245"/>
                  </a:lnTo>
                  <a:lnTo>
                    <a:pt x="774536" y="333566"/>
                  </a:lnTo>
                  <a:lnTo>
                    <a:pt x="815301" y="351924"/>
                  </a:lnTo>
                  <a:lnTo>
                    <a:pt x="856067" y="370312"/>
                  </a:lnTo>
                  <a:lnTo>
                    <a:pt x="896832" y="388721"/>
                  </a:lnTo>
                  <a:lnTo>
                    <a:pt x="937597" y="407144"/>
                  </a:lnTo>
                  <a:lnTo>
                    <a:pt x="978362" y="425573"/>
                  </a:lnTo>
                  <a:lnTo>
                    <a:pt x="1019127" y="444001"/>
                  </a:lnTo>
                  <a:lnTo>
                    <a:pt x="1059892" y="462419"/>
                  </a:lnTo>
                  <a:lnTo>
                    <a:pt x="1100657" y="480820"/>
                  </a:lnTo>
                  <a:lnTo>
                    <a:pt x="1141422" y="499195"/>
                  </a:lnTo>
                  <a:lnTo>
                    <a:pt x="1182187" y="517538"/>
                  </a:lnTo>
                  <a:lnTo>
                    <a:pt x="1222952" y="535840"/>
                  </a:lnTo>
                  <a:lnTo>
                    <a:pt x="1263717" y="554094"/>
                  </a:lnTo>
                  <a:lnTo>
                    <a:pt x="1304483" y="572293"/>
                  </a:lnTo>
                  <a:lnTo>
                    <a:pt x="1345248" y="590428"/>
                  </a:lnTo>
                  <a:lnTo>
                    <a:pt x="1386013" y="608493"/>
                  </a:lnTo>
                  <a:lnTo>
                    <a:pt x="1426778" y="626480"/>
                  </a:lnTo>
                  <a:lnTo>
                    <a:pt x="1467543" y="644382"/>
                  </a:lnTo>
                  <a:lnTo>
                    <a:pt x="1508308" y="662193"/>
                  </a:lnTo>
                  <a:lnTo>
                    <a:pt x="1549073" y="679905"/>
                  </a:lnTo>
                  <a:lnTo>
                    <a:pt x="1589838" y="697512"/>
                  </a:lnTo>
                  <a:lnTo>
                    <a:pt x="1630603" y="715007"/>
                  </a:lnTo>
                  <a:lnTo>
                    <a:pt x="1671368" y="732385"/>
                  </a:lnTo>
                  <a:lnTo>
                    <a:pt x="1712134" y="749638"/>
                  </a:lnTo>
                  <a:lnTo>
                    <a:pt x="1752899" y="766762"/>
                  </a:lnTo>
                  <a:lnTo>
                    <a:pt x="1793664" y="783750"/>
                  </a:lnTo>
                  <a:lnTo>
                    <a:pt x="1834429" y="800596"/>
                  </a:lnTo>
                  <a:lnTo>
                    <a:pt x="1875194" y="817296"/>
                  </a:lnTo>
                  <a:lnTo>
                    <a:pt x="1915959" y="833845"/>
                  </a:lnTo>
                  <a:lnTo>
                    <a:pt x="1956724" y="850237"/>
                  </a:lnTo>
                  <a:lnTo>
                    <a:pt x="1997489" y="866467"/>
                  </a:lnTo>
                  <a:lnTo>
                    <a:pt x="2038254" y="882533"/>
                  </a:lnTo>
                  <a:lnTo>
                    <a:pt x="2079019" y="898428"/>
                  </a:lnTo>
                  <a:lnTo>
                    <a:pt x="2119785" y="914150"/>
                  </a:lnTo>
                  <a:lnTo>
                    <a:pt x="2160550" y="929694"/>
                  </a:lnTo>
                  <a:lnTo>
                    <a:pt x="2201315" y="945057"/>
                  </a:lnTo>
                  <a:lnTo>
                    <a:pt x="2242080" y="960236"/>
                  </a:lnTo>
                  <a:lnTo>
                    <a:pt x="2282845" y="975228"/>
                  </a:lnTo>
                  <a:lnTo>
                    <a:pt x="2323610" y="990030"/>
                  </a:lnTo>
                  <a:lnTo>
                    <a:pt x="2364375" y="1004639"/>
                  </a:lnTo>
                  <a:lnTo>
                    <a:pt x="2405140" y="1019053"/>
                  </a:lnTo>
                  <a:lnTo>
                    <a:pt x="2445905" y="1033269"/>
                  </a:lnTo>
                  <a:lnTo>
                    <a:pt x="2486670" y="1047287"/>
                  </a:lnTo>
                  <a:lnTo>
                    <a:pt x="2527435" y="1061104"/>
                  </a:lnTo>
                  <a:lnTo>
                    <a:pt x="2568201" y="1074719"/>
                  </a:lnTo>
                  <a:lnTo>
                    <a:pt x="2608966" y="1088131"/>
                  </a:lnTo>
                  <a:lnTo>
                    <a:pt x="2649731" y="1101338"/>
                  </a:lnTo>
                  <a:lnTo>
                    <a:pt x="2690496" y="1114340"/>
                  </a:lnTo>
                  <a:lnTo>
                    <a:pt x="2731261" y="1127136"/>
                  </a:lnTo>
                  <a:lnTo>
                    <a:pt x="2772026" y="1139725"/>
                  </a:lnTo>
                  <a:lnTo>
                    <a:pt x="2812791" y="1152108"/>
                  </a:lnTo>
                  <a:lnTo>
                    <a:pt x="2853556" y="1164284"/>
                  </a:lnTo>
                  <a:lnTo>
                    <a:pt x="2894321" y="1176253"/>
                  </a:lnTo>
                  <a:lnTo>
                    <a:pt x="2935086" y="1188016"/>
                  </a:lnTo>
                  <a:lnTo>
                    <a:pt x="2975852" y="1199573"/>
                  </a:lnTo>
                  <a:lnTo>
                    <a:pt x="3016617" y="1210925"/>
                  </a:lnTo>
                  <a:lnTo>
                    <a:pt x="3057382" y="1222072"/>
                  </a:lnTo>
                  <a:lnTo>
                    <a:pt x="3098147" y="1233015"/>
                  </a:lnTo>
                  <a:lnTo>
                    <a:pt x="3138912" y="1243756"/>
                  </a:lnTo>
                  <a:lnTo>
                    <a:pt x="3179677" y="1254295"/>
                  </a:lnTo>
                  <a:lnTo>
                    <a:pt x="3220442" y="1264633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1885945" y="2780900"/>
              <a:ext cx="3235875" cy="1264633"/>
            </a:xfrm>
            <a:custGeom>
              <a:avLst/>
              <a:pathLst>
                <a:path w="3235875" h="1264633">
                  <a:moveTo>
                    <a:pt x="0" y="0"/>
                  </a:moveTo>
                  <a:lnTo>
                    <a:pt x="40960" y="155811"/>
                  </a:lnTo>
                  <a:lnTo>
                    <a:pt x="81920" y="306963"/>
                  </a:lnTo>
                  <a:lnTo>
                    <a:pt x="122881" y="449336"/>
                  </a:lnTo>
                  <a:lnTo>
                    <a:pt x="163841" y="579767"/>
                  </a:lnTo>
                  <a:lnTo>
                    <a:pt x="204802" y="696252"/>
                  </a:lnTo>
                  <a:lnTo>
                    <a:pt x="245762" y="797937"/>
                  </a:lnTo>
                  <a:lnTo>
                    <a:pt x="286723" y="884953"/>
                  </a:lnTo>
                  <a:lnTo>
                    <a:pt x="327683" y="958156"/>
                  </a:lnTo>
                  <a:lnTo>
                    <a:pt x="368643" y="1018858"/>
                  </a:lnTo>
                  <a:lnTo>
                    <a:pt x="409604" y="1068598"/>
                  </a:lnTo>
                  <a:lnTo>
                    <a:pt x="450564" y="1108958"/>
                  </a:lnTo>
                  <a:lnTo>
                    <a:pt x="491525" y="1141447"/>
                  </a:lnTo>
                  <a:lnTo>
                    <a:pt x="532485" y="1167434"/>
                  </a:lnTo>
                  <a:lnTo>
                    <a:pt x="573446" y="1188113"/>
                  </a:lnTo>
                  <a:lnTo>
                    <a:pt x="614406" y="1204501"/>
                  </a:lnTo>
                  <a:lnTo>
                    <a:pt x="655367" y="1217447"/>
                  </a:lnTo>
                  <a:lnTo>
                    <a:pt x="696327" y="1227647"/>
                  </a:lnTo>
                  <a:lnTo>
                    <a:pt x="737287" y="1235669"/>
                  </a:lnTo>
                  <a:lnTo>
                    <a:pt x="778248" y="1241966"/>
                  </a:lnTo>
                  <a:lnTo>
                    <a:pt x="819208" y="1246904"/>
                  </a:lnTo>
                  <a:lnTo>
                    <a:pt x="860169" y="1250772"/>
                  </a:lnTo>
                  <a:lnTo>
                    <a:pt x="901129" y="1253800"/>
                  </a:lnTo>
                  <a:lnTo>
                    <a:pt x="942090" y="1256169"/>
                  </a:lnTo>
                  <a:lnTo>
                    <a:pt x="983050" y="1258021"/>
                  </a:lnTo>
                  <a:lnTo>
                    <a:pt x="1024011" y="1259469"/>
                  </a:lnTo>
                  <a:lnTo>
                    <a:pt x="1064971" y="1260600"/>
                  </a:lnTo>
                  <a:lnTo>
                    <a:pt x="1105931" y="1261484"/>
                  </a:lnTo>
                  <a:lnTo>
                    <a:pt x="1146892" y="1262174"/>
                  </a:lnTo>
                  <a:lnTo>
                    <a:pt x="1187852" y="1262713"/>
                  </a:lnTo>
                  <a:lnTo>
                    <a:pt x="1228813" y="1263134"/>
                  </a:lnTo>
                  <a:lnTo>
                    <a:pt x="1269773" y="1263463"/>
                  </a:lnTo>
                  <a:lnTo>
                    <a:pt x="1310734" y="1263719"/>
                  </a:lnTo>
                  <a:lnTo>
                    <a:pt x="1351694" y="1263920"/>
                  </a:lnTo>
                  <a:lnTo>
                    <a:pt x="1392655" y="1264076"/>
                  </a:lnTo>
                  <a:lnTo>
                    <a:pt x="1433615" y="1264198"/>
                  </a:lnTo>
                  <a:lnTo>
                    <a:pt x="1474575" y="1264294"/>
                  </a:lnTo>
                  <a:lnTo>
                    <a:pt x="1515536" y="1264368"/>
                  </a:lnTo>
                  <a:lnTo>
                    <a:pt x="1556496" y="1264426"/>
                  </a:lnTo>
                  <a:lnTo>
                    <a:pt x="1597457" y="1264472"/>
                  </a:lnTo>
                  <a:lnTo>
                    <a:pt x="1638417" y="1264507"/>
                  </a:lnTo>
                  <a:lnTo>
                    <a:pt x="1679378" y="1264535"/>
                  </a:lnTo>
                  <a:lnTo>
                    <a:pt x="1720338" y="1264556"/>
                  </a:lnTo>
                  <a:lnTo>
                    <a:pt x="1761299" y="1264573"/>
                  </a:lnTo>
                  <a:lnTo>
                    <a:pt x="1802259" y="1264586"/>
                  </a:lnTo>
                  <a:lnTo>
                    <a:pt x="1843219" y="1264597"/>
                  </a:lnTo>
                  <a:lnTo>
                    <a:pt x="1884180" y="1264605"/>
                  </a:lnTo>
                  <a:lnTo>
                    <a:pt x="1925140" y="1264611"/>
                  </a:lnTo>
                  <a:lnTo>
                    <a:pt x="1966101" y="1264616"/>
                  </a:lnTo>
                  <a:lnTo>
                    <a:pt x="2007061" y="1264620"/>
                  </a:lnTo>
                  <a:lnTo>
                    <a:pt x="2048022" y="1264623"/>
                  </a:lnTo>
                  <a:lnTo>
                    <a:pt x="2088982" y="1264625"/>
                  </a:lnTo>
                  <a:lnTo>
                    <a:pt x="2129943" y="1264627"/>
                  </a:lnTo>
                  <a:lnTo>
                    <a:pt x="2170903" y="1264628"/>
                  </a:lnTo>
                  <a:lnTo>
                    <a:pt x="2211863" y="1264629"/>
                  </a:lnTo>
                  <a:lnTo>
                    <a:pt x="2252824" y="1264630"/>
                  </a:lnTo>
                  <a:lnTo>
                    <a:pt x="2293784" y="1264631"/>
                  </a:lnTo>
                  <a:lnTo>
                    <a:pt x="2334745" y="1264631"/>
                  </a:lnTo>
                  <a:lnTo>
                    <a:pt x="2375705" y="1264632"/>
                  </a:lnTo>
                  <a:lnTo>
                    <a:pt x="2416666" y="1264632"/>
                  </a:lnTo>
                  <a:lnTo>
                    <a:pt x="2457626" y="1264632"/>
                  </a:lnTo>
                  <a:lnTo>
                    <a:pt x="2498587" y="1264633"/>
                  </a:lnTo>
                  <a:lnTo>
                    <a:pt x="2539547" y="1264633"/>
                  </a:lnTo>
                  <a:lnTo>
                    <a:pt x="2580507" y="1264633"/>
                  </a:lnTo>
                  <a:lnTo>
                    <a:pt x="2621468" y="1264633"/>
                  </a:lnTo>
                  <a:lnTo>
                    <a:pt x="2662428" y="1264633"/>
                  </a:lnTo>
                  <a:lnTo>
                    <a:pt x="2703389" y="1264633"/>
                  </a:lnTo>
                  <a:lnTo>
                    <a:pt x="2744349" y="1264633"/>
                  </a:lnTo>
                  <a:lnTo>
                    <a:pt x="2785310" y="1264633"/>
                  </a:lnTo>
                  <a:lnTo>
                    <a:pt x="2826270" y="1264633"/>
                  </a:lnTo>
                  <a:lnTo>
                    <a:pt x="2867231" y="1264633"/>
                  </a:lnTo>
                  <a:lnTo>
                    <a:pt x="2908191" y="1264633"/>
                  </a:lnTo>
                  <a:lnTo>
                    <a:pt x="2949151" y="1264633"/>
                  </a:lnTo>
                  <a:lnTo>
                    <a:pt x="2990112" y="1264633"/>
                  </a:lnTo>
                  <a:lnTo>
                    <a:pt x="3031072" y="1264633"/>
                  </a:lnTo>
                  <a:lnTo>
                    <a:pt x="3072033" y="1264633"/>
                  </a:lnTo>
                  <a:lnTo>
                    <a:pt x="3112993" y="1264633"/>
                  </a:lnTo>
                  <a:lnTo>
                    <a:pt x="3153954" y="1264633"/>
                  </a:lnTo>
                  <a:lnTo>
                    <a:pt x="3194914" y="1264633"/>
                  </a:lnTo>
                  <a:lnTo>
                    <a:pt x="3235875" y="1264633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2358364" y="2780900"/>
              <a:ext cx="3230139" cy="1264633"/>
            </a:xfrm>
            <a:custGeom>
              <a:avLst/>
              <a:pathLst>
                <a:path w="3230139" h="1264633">
                  <a:moveTo>
                    <a:pt x="0" y="0"/>
                  </a:moveTo>
                  <a:lnTo>
                    <a:pt x="40887" y="155811"/>
                  </a:lnTo>
                  <a:lnTo>
                    <a:pt x="81775" y="306963"/>
                  </a:lnTo>
                  <a:lnTo>
                    <a:pt x="122663" y="449336"/>
                  </a:lnTo>
                  <a:lnTo>
                    <a:pt x="163551" y="579767"/>
                  </a:lnTo>
                  <a:lnTo>
                    <a:pt x="204439" y="696252"/>
                  </a:lnTo>
                  <a:lnTo>
                    <a:pt x="245327" y="797937"/>
                  </a:lnTo>
                  <a:lnTo>
                    <a:pt x="286214" y="884953"/>
                  </a:lnTo>
                  <a:lnTo>
                    <a:pt x="327102" y="958156"/>
                  </a:lnTo>
                  <a:lnTo>
                    <a:pt x="367990" y="1018858"/>
                  </a:lnTo>
                  <a:lnTo>
                    <a:pt x="408878" y="1068598"/>
                  </a:lnTo>
                  <a:lnTo>
                    <a:pt x="449766" y="1108958"/>
                  </a:lnTo>
                  <a:lnTo>
                    <a:pt x="490654" y="1141447"/>
                  </a:lnTo>
                  <a:lnTo>
                    <a:pt x="531541" y="1167434"/>
                  </a:lnTo>
                  <a:lnTo>
                    <a:pt x="572429" y="1188113"/>
                  </a:lnTo>
                  <a:lnTo>
                    <a:pt x="613317" y="1204501"/>
                  </a:lnTo>
                  <a:lnTo>
                    <a:pt x="654205" y="1217447"/>
                  </a:lnTo>
                  <a:lnTo>
                    <a:pt x="695093" y="1227647"/>
                  </a:lnTo>
                  <a:lnTo>
                    <a:pt x="735981" y="1235669"/>
                  </a:lnTo>
                  <a:lnTo>
                    <a:pt x="776869" y="1241966"/>
                  </a:lnTo>
                  <a:lnTo>
                    <a:pt x="817756" y="1246904"/>
                  </a:lnTo>
                  <a:lnTo>
                    <a:pt x="858644" y="1250772"/>
                  </a:lnTo>
                  <a:lnTo>
                    <a:pt x="899532" y="1253800"/>
                  </a:lnTo>
                  <a:lnTo>
                    <a:pt x="940420" y="1256169"/>
                  </a:lnTo>
                  <a:lnTo>
                    <a:pt x="981308" y="1258021"/>
                  </a:lnTo>
                  <a:lnTo>
                    <a:pt x="1022196" y="1259469"/>
                  </a:lnTo>
                  <a:lnTo>
                    <a:pt x="1063083" y="1260600"/>
                  </a:lnTo>
                  <a:lnTo>
                    <a:pt x="1103971" y="1261484"/>
                  </a:lnTo>
                  <a:lnTo>
                    <a:pt x="1144859" y="1262174"/>
                  </a:lnTo>
                  <a:lnTo>
                    <a:pt x="1185747" y="1262713"/>
                  </a:lnTo>
                  <a:lnTo>
                    <a:pt x="1226635" y="1263134"/>
                  </a:lnTo>
                  <a:lnTo>
                    <a:pt x="1267523" y="1263463"/>
                  </a:lnTo>
                  <a:lnTo>
                    <a:pt x="1308411" y="1263719"/>
                  </a:lnTo>
                  <a:lnTo>
                    <a:pt x="1349298" y="1263920"/>
                  </a:lnTo>
                  <a:lnTo>
                    <a:pt x="1390186" y="1264076"/>
                  </a:lnTo>
                  <a:lnTo>
                    <a:pt x="1431074" y="1264198"/>
                  </a:lnTo>
                  <a:lnTo>
                    <a:pt x="1471962" y="1264294"/>
                  </a:lnTo>
                  <a:lnTo>
                    <a:pt x="1512850" y="1264368"/>
                  </a:lnTo>
                  <a:lnTo>
                    <a:pt x="1553738" y="1264426"/>
                  </a:lnTo>
                  <a:lnTo>
                    <a:pt x="1594625" y="1264472"/>
                  </a:lnTo>
                  <a:lnTo>
                    <a:pt x="1635513" y="1264507"/>
                  </a:lnTo>
                  <a:lnTo>
                    <a:pt x="1676401" y="1264535"/>
                  </a:lnTo>
                  <a:lnTo>
                    <a:pt x="1717289" y="1264556"/>
                  </a:lnTo>
                  <a:lnTo>
                    <a:pt x="1758177" y="1264573"/>
                  </a:lnTo>
                  <a:lnTo>
                    <a:pt x="1799065" y="1264586"/>
                  </a:lnTo>
                  <a:lnTo>
                    <a:pt x="1839953" y="1264597"/>
                  </a:lnTo>
                  <a:lnTo>
                    <a:pt x="1880840" y="1264605"/>
                  </a:lnTo>
                  <a:lnTo>
                    <a:pt x="1921728" y="1264611"/>
                  </a:lnTo>
                  <a:lnTo>
                    <a:pt x="1962616" y="1264616"/>
                  </a:lnTo>
                  <a:lnTo>
                    <a:pt x="2003504" y="1264620"/>
                  </a:lnTo>
                  <a:lnTo>
                    <a:pt x="2044392" y="1264623"/>
                  </a:lnTo>
                  <a:lnTo>
                    <a:pt x="2085280" y="1264625"/>
                  </a:lnTo>
                  <a:lnTo>
                    <a:pt x="2126167" y="1264627"/>
                  </a:lnTo>
                  <a:lnTo>
                    <a:pt x="2167055" y="1264628"/>
                  </a:lnTo>
                  <a:lnTo>
                    <a:pt x="2207943" y="1264629"/>
                  </a:lnTo>
                  <a:lnTo>
                    <a:pt x="2248831" y="1264630"/>
                  </a:lnTo>
                  <a:lnTo>
                    <a:pt x="2289719" y="1264631"/>
                  </a:lnTo>
                  <a:lnTo>
                    <a:pt x="2330607" y="1264631"/>
                  </a:lnTo>
                  <a:lnTo>
                    <a:pt x="2371495" y="1264632"/>
                  </a:lnTo>
                  <a:lnTo>
                    <a:pt x="2412382" y="1264632"/>
                  </a:lnTo>
                  <a:lnTo>
                    <a:pt x="2453270" y="1264632"/>
                  </a:lnTo>
                  <a:lnTo>
                    <a:pt x="2494158" y="1264633"/>
                  </a:lnTo>
                  <a:lnTo>
                    <a:pt x="2535046" y="1264633"/>
                  </a:lnTo>
                  <a:lnTo>
                    <a:pt x="2575934" y="1264633"/>
                  </a:lnTo>
                  <a:lnTo>
                    <a:pt x="2616822" y="1264633"/>
                  </a:lnTo>
                  <a:lnTo>
                    <a:pt x="2657709" y="1264633"/>
                  </a:lnTo>
                  <a:lnTo>
                    <a:pt x="2698597" y="1264633"/>
                  </a:lnTo>
                  <a:lnTo>
                    <a:pt x="2739485" y="1264633"/>
                  </a:lnTo>
                  <a:lnTo>
                    <a:pt x="2780373" y="1264633"/>
                  </a:lnTo>
                  <a:lnTo>
                    <a:pt x="2821261" y="1264633"/>
                  </a:lnTo>
                  <a:lnTo>
                    <a:pt x="2862149" y="1264633"/>
                  </a:lnTo>
                  <a:lnTo>
                    <a:pt x="2903037" y="1264633"/>
                  </a:lnTo>
                  <a:lnTo>
                    <a:pt x="2943924" y="1264633"/>
                  </a:lnTo>
                  <a:lnTo>
                    <a:pt x="2984812" y="1264633"/>
                  </a:lnTo>
                  <a:lnTo>
                    <a:pt x="3025700" y="1264633"/>
                  </a:lnTo>
                  <a:lnTo>
                    <a:pt x="3066588" y="1264633"/>
                  </a:lnTo>
                  <a:lnTo>
                    <a:pt x="3107476" y="1264633"/>
                  </a:lnTo>
                  <a:lnTo>
                    <a:pt x="3148364" y="1264633"/>
                  </a:lnTo>
                  <a:lnTo>
                    <a:pt x="3189251" y="1264633"/>
                  </a:lnTo>
                  <a:lnTo>
                    <a:pt x="3230139" y="1264633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tx218"/>
            <p:cNvSpPr/>
            <p:nvPr/>
          </p:nvSpPr>
          <p:spPr>
            <a:xfrm>
              <a:off x="1148262" y="4005528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19" name="tx219"/>
            <p:cNvSpPr/>
            <p:nvPr/>
          </p:nvSpPr>
          <p:spPr>
            <a:xfrm>
              <a:off x="1148262" y="3373211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20" name="tx220"/>
            <p:cNvSpPr/>
            <p:nvPr/>
          </p:nvSpPr>
          <p:spPr>
            <a:xfrm>
              <a:off x="1148262" y="2740895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1148262" y="2108578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1148262" y="1476261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2410614" y="4234627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0.04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3762487" y="4234627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0.06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5114361" y="4234627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0.08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3391706" y="4372931"/>
              <a:ext cx="494781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gf offset</a:t>
              </a:r>
            </a:p>
          </p:txBody>
        </p:sp>
        <p:sp>
          <p:nvSpPr>
            <p:cNvPr id="227" name="tx227"/>
            <p:cNvSpPr/>
            <p:nvPr/>
          </p:nvSpPr>
          <p:spPr>
            <a:xfrm rot="-5400000">
              <a:off x="785564" y="2730882"/>
              <a:ext cx="49688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6058442" y="1818263"/>
              <a:ext cx="66037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229" name="pt229"/>
            <p:cNvSpPr/>
            <p:nvPr/>
          </p:nvSpPr>
          <p:spPr>
            <a:xfrm>
              <a:off x="6109467" y="2053635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l230"/>
            <p:cNvSpPr/>
            <p:nvPr/>
          </p:nvSpPr>
          <p:spPr>
            <a:xfrm>
              <a:off x="6080387" y="211233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6109467" y="2273091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l232"/>
            <p:cNvSpPr/>
            <p:nvPr/>
          </p:nvSpPr>
          <p:spPr>
            <a:xfrm>
              <a:off x="6080387" y="233179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6109467" y="2492547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l234"/>
            <p:cNvSpPr/>
            <p:nvPr/>
          </p:nvSpPr>
          <p:spPr>
            <a:xfrm>
              <a:off x="6080387" y="255125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6109467" y="271200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l236"/>
            <p:cNvSpPr/>
            <p:nvPr/>
          </p:nvSpPr>
          <p:spPr>
            <a:xfrm>
              <a:off x="6080387" y="277070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6109467" y="2931459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l238"/>
            <p:cNvSpPr/>
            <p:nvPr/>
          </p:nvSpPr>
          <p:spPr>
            <a:xfrm>
              <a:off x="6080387" y="299016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6109467" y="3150915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l240"/>
            <p:cNvSpPr/>
            <p:nvPr/>
          </p:nvSpPr>
          <p:spPr>
            <a:xfrm>
              <a:off x="6080387" y="320961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6109467" y="337037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l242"/>
            <p:cNvSpPr/>
            <p:nvPr/>
          </p:nvSpPr>
          <p:spPr>
            <a:xfrm>
              <a:off x="6080387" y="342907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6109467" y="3589827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l244"/>
            <p:cNvSpPr/>
            <p:nvPr/>
          </p:nvSpPr>
          <p:spPr>
            <a:xfrm>
              <a:off x="6080387" y="364853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tx245"/>
            <p:cNvSpPr/>
            <p:nvPr/>
          </p:nvSpPr>
          <p:spPr>
            <a:xfrm>
              <a:off x="6347487" y="2072333"/>
              <a:ext cx="18013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246" name="tx246"/>
            <p:cNvSpPr/>
            <p:nvPr/>
          </p:nvSpPr>
          <p:spPr>
            <a:xfrm>
              <a:off x="6347487" y="2291789"/>
              <a:ext cx="20061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247" name="tx247"/>
            <p:cNvSpPr/>
            <p:nvPr/>
          </p:nvSpPr>
          <p:spPr>
            <a:xfrm>
              <a:off x="6347487" y="2511245"/>
              <a:ext cx="25456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248" name="tx248"/>
            <p:cNvSpPr/>
            <p:nvPr/>
          </p:nvSpPr>
          <p:spPr>
            <a:xfrm>
              <a:off x="6347487" y="2730701"/>
              <a:ext cx="22969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249" name="tx249"/>
            <p:cNvSpPr/>
            <p:nvPr/>
          </p:nvSpPr>
          <p:spPr>
            <a:xfrm>
              <a:off x="6347487" y="2950157"/>
              <a:ext cx="2358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250" name="tx250"/>
            <p:cNvSpPr/>
            <p:nvPr/>
          </p:nvSpPr>
          <p:spPr>
            <a:xfrm>
              <a:off x="6347487" y="3169613"/>
              <a:ext cx="21122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251" name="tx251"/>
            <p:cNvSpPr/>
            <p:nvPr/>
          </p:nvSpPr>
          <p:spPr>
            <a:xfrm>
              <a:off x="6347487" y="3389069"/>
              <a:ext cx="24825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252" name="tx252"/>
            <p:cNvSpPr/>
            <p:nvPr/>
          </p:nvSpPr>
          <p:spPr>
            <a:xfrm>
              <a:off x="6347487" y="3608525"/>
              <a:ext cx="21735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253" name="tx253"/>
            <p:cNvSpPr/>
            <p:nvPr/>
          </p:nvSpPr>
          <p:spPr>
            <a:xfrm>
              <a:off x="1428519" y="983989"/>
              <a:ext cx="3990624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Current-Future Fitness vs Genomic Offset (GF, MLL): </a:t>
              </a:r>
            </a:p>
          </p:txBody>
        </p:sp>
        <p:sp>
          <p:nvSpPr>
            <p:cNvPr id="254" name="tx254"/>
            <p:cNvSpPr/>
            <p:nvPr/>
          </p:nvSpPr>
          <p:spPr>
            <a:xfrm>
              <a:off x="1428519" y="1165040"/>
              <a:ext cx="2672242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Binary Survival, Logistic Regression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5943600" cy="3657600"/>
            <a:chOff x="914400" y="914400"/>
            <a:chExt cx="59436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9436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943599" cy="3657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428519" y="3729375"/>
              <a:ext cx="4421155" cy="0"/>
            </a:xfrm>
            <a:custGeom>
              <a:avLst/>
              <a:pathLst>
                <a:path w="4421155" h="0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428519" y="3097058"/>
              <a:ext cx="4421155" cy="0"/>
            </a:xfrm>
            <a:custGeom>
              <a:avLst/>
              <a:pathLst>
                <a:path w="4421155" h="0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428519" y="2464741"/>
              <a:ext cx="4421155" cy="0"/>
            </a:xfrm>
            <a:custGeom>
              <a:avLst/>
              <a:pathLst>
                <a:path w="4421155" h="0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8519" y="1832424"/>
              <a:ext cx="4421155" cy="0"/>
            </a:xfrm>
            <a:custGeom>
              <a:avLst/>
              <a:pathLst>
                <a:path w="4421155" h="0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829050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73986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318923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063860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808797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553734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428519" y="4045533"/>
              <a:ext cx="4421155" cy="0"/>
            </a:xfrm>
            <a:custGeom>
              <a:avLst/>
              <a:pathLst>
                <a:path w="4421155" h="0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428519" y="3413216"/>
              <a:ext cx="4421155" cy="0"/>
            </a:xfrm>
            <a:custGeom>
              <a:avLst/>
              <a:pathLst>
                <a:path w="4421155" h="0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428519" y="2780900"/>
              <a:ext cx="4421155" cy="0"/>
            </a:xfrm>
            <a:custGeom>
              <a:avLst/>
              <a:pathLst>
                <a:path w="4421155" h="0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428519" y="2148583"/>
              <a:ext cx="4421155" cy="0"/>
            </a:xfrm>
            <a:custGeom>
              <a:avLst/>
              <a:pathLst>
                <a:path w="4421155" h="0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428519" y="1516266"/>
              <a:ext cx="4421155" cy="0"/>
            </a:xfrm>
            <a:custGeom>
              <a:avLst/>
              <a:pathLst>
                <a:path w="4421155" h="0">
                  <a:moveTo>
                    <a:pt x="0" y="0"/>
                  </a:moveTo>
                  <a:lnTo>
                    <a:pt x="4421155" y="0"/>
                  </a:lnTo>
                  <a:lnTo>
                    <a:pt x="442115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456581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201518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946455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3691392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436328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181265" y="1389802"/>
              <a:ext cx="0" cy="2782194"/>
            </a:xfrm>
            <a:custGeom>
              <a:avLst/>
              <a:pathLst>
                <a:path w="0" h="2782194">
                  <a:moveTo>
                    <a:pt x="0" y="278219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2670380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2670380" y="1457563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2670380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2670380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2670380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2670380" y="1457563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2670380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2670380" y="1457563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2670380" y="1457563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2670380" y="1457563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2670380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2670380" y="1457563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2326070" y="1457563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2326070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2326070" y="1457563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2326070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2326070" y="1457563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2326070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2326070" y="1457563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2326070" y="1457563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2326070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2326070" y="1457563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2326070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2326070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1570779" y="1457563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1570779" y="1457563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1570779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1570779" y="1457563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1996957" y="1457563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1570779" y="1457563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1570779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1570779" y="1457563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1570779" y="1457563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1570779" y="1457563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1570779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1570779" y="1457563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1570779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1996957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1996957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1996957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1996957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1996957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1996957" y="1457563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1996957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1996957" y="1457563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1996957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1996957" y="1457563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1996957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3106093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3106093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3106093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3106093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3106093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3106093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3106093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3106093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3106093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3106093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106093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3106093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2444068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2444068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2444068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2444068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2444068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2444068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2444068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2444068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2444068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2444068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2444068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2444068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3249866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3249866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3249866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3249866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3050595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3050595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3050595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3050595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3050595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3050595" y="3986831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3050595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3050595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3050595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3050595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3050595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3249866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3249866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3249866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3249866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3249866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3249866" y="3986831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3249866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3249866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5271774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5271774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5271774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5271774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5271774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5271774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5271774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5271774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5271774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5271774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5271774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5271774" y="3986831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4936552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4936552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4936552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4936552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4936552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4936552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4936552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4936552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4936552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4936552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4195489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4195489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4195489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4195489" y="1457563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4195489" y="1457563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4195489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4195489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4936552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4936552" y="398683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4195489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4195489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4195489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4195489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4195489" y="3986831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4665246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4665246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4665246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4665246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4665246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4665246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4665246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4665246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4665246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4665246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4665246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4665246" y="3986831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4671131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4671131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4671131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4671131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4671131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4671131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4671131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4671131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4671131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4671131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4671131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4671131" y="145756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4971638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4971638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4971638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4971638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4971638" y="3986831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4971638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4971638" y="3986831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4971638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4971638" y="3986831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4971638" y="3986831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4971638" y="145756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4971638" y="3986831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4949961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4949961" y="3986831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4949961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4949961" y="3986831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4949961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4949961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4949961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4949961" y="3986831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4949961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4949961" y="3986831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4949961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4949961" y="145756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5590011" y="3986831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5590011" y="3986831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5590011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5590011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5590011" y="3986831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5590011" y="3986831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5590011" y="3986831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5590011" y="3986831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5590011" y="3986831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5590011" y="3986831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5590011" y="145756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2502770" y="1516266"/>
              <a:ext cx="2227063" cy="0"/>
            </a:xfrm>
            <a:custGeom>
              <a:avLst/>
              <a:pathLst>
                <a:path w="2227063" h="0">
                  <a:moveTo>
                    <a:pt x="0" y="0"/>
                  </a:moveTo>
                  <a:lnTo>
                    <a:pt x="28190" y="0"/>
                  </a:lnTo>
                  <a:lnTo>
                    <a:pt x="56381" y="0"/>
                  </a:lnTo>
                  <a:lnTo>
                    <a:pt x="84572" y="0"/>
                  </a:lnTo>
                  <a:lnTo>
                    <a:pt x="112762" y="0"/>
                  </a:lnTo>
                  <a:lnTo>
                    <a:pt x="140953" y="0"/>
                  </a:lnTo>
                  <a:lnTo>
                    <a:pt x="169144" y="0"/>
                  </a:lnTo>
                  <a:lnTo>
                    <a:pt x="197334" y="0"/>
                  </a:lnTo>
                  <a:lnTo>
                    <a:pt x="225525" y="0"/>
                  </a:lnTo>
                  <a:lnTo>
                    <a:pt x="253716" y="0"/>
                  </a:lnTo>
                  <a:lnTo>
                    <a:pt x="281906" y="0"/>
                  </a:lnTo>
                  <a:lnTo>
                    <a:pt x="310097" y="0"/>
                  </a:lnTo>
                  <a:lnTo>
                    <a:pt x="338288" y="0"/>
                  </a:lnTo>
                  <a:lnTo>
                    <a:pt x="366478" y="0"/>
                  </a:lnTo>
                  <a:lnTo>
                    <a:pt x="394669" y="0"/>
                  </a:lnTo>
                  <a:lnTo>
                    <a:pt x="422860" y="0"/>
                  </a:lnTo>
                  <a:lnTo>
                    <a:pt x="451050" y="0"/>
                  </a:lnTo>
                  <a:lnTo>
                    <a:pt x="479241" y="0"/>
                  </a:lnTo>
                  <a:lnTo>
                    <a:pt x="507432" y="0"/>
                  </a:lnTo>
                  <a:lnTo>
                    <a:pt x="535622" y="0"/>
                  </a:lnTo>
                  <a:lnTo>
                    <a:pt x="563813" y="0"/>
                  </a:lnTo>
                  <a:lnTo>
                    <a:pt x="592004" y="0"/>
                  </a:lnTo>
                  <a:lnTo>
                    <a:pt x="620194" y="0"/>
                  </a:lnTo>
                  <a:lnTo>
                    <a:pt x="648385" y="0"/>
                  </a:lnTo>
                  <a:lnTo>
                    <a:pt x="676576" y="0"/>
                  </a:lnTo>
                  <a:lnTo>
                    <a:pt x="704766" y="0"/>
                  </a:lnTo>
                  <a:lnTo>
                    <a:pt x="732957" y="0"/>
                  </a:lnTo>
                  <a:lnTo>
                    <a:pt x="761148" y="0"/>
                  </a:lnTo>
                  <a:lnTo>
                    <a:pt x="789338" y="0"/>
                  </a:lnTo>
                  <a:lnTo>
                    <a:pt x="817529" y="0"/>
                  </a:lnTo>
                  <a:lnTo>
                    <a:pt x="845720" y="0"/>
                  </a:lnTo>
                  <a:lnTo>
                    <a:pt x="873910" y="0"/>
                  </a:lnTo>
                  <a:lnTo>
                    <a:pt x="902101" y="0"/>
                  </a:lnTo>
                  <a:lnTo>
                    <a:pt x="930292" y="0"/>
                  </a:lnTo>
                  <a:lnTo>
                    <a:pt x="958482" y="0"/>
                  </a:lnTo>
                  <a:lnTo>
                    <a:pt x="986673" y="0"/>
                  </a:lnTo>
                  <a:lnTo>
                    <a:pt x="1014864" y="0"/>
                  </a:lnTo>
                  <a:lnTo>
                    <a:pt x="1043054" y="0"/>
                  </a:lnTo>
                  <a:lnTo>
                    <a:pt x="1071245" y="0"/>
                  </a:lnTo>
                  <a:lnTo>
                    <a:pt x="1099436" y="0"/>
                  </a:lnTo>
                  <a:lnTo>
                    <a:pt x="1127626" y="0"/>
                  </a:lnTo>
                  <a:lnTo>
                    <a:pt x="1155817" y="0"/>
                  </a:lnTo>
                  <a:lnTo>
                    <a:pt x="1184008" y="0"/>
                  </a:lnTo>
                  <a:lnTo>
                    <a:pt x="1212198" y="0"/>
                  </a:lnTo>
                  <a:lnTo>
                    <a:pt x="1240389" y="0"/>
                  </a:lnTo>
                  <a:lnTo>
                    <a:pt x="1268580" y="0"/>
                  </a:lnTo>
                  <a:lnTo>
                    <a:pt x="1296770" y="0"/>
                  </a:lnTo>
                  <a:lnTo>
                    <a:pt x="1324961" y="0"/>
                  </a:lnTo>
                  <a:lnTo>
                    <a:pt x="1353152" y="0"/>
                  </a:lnTo>
                  <a:lnTo>
                    <a:pt x="1381342" y="0"/>
                  </a:lnTo>
                  <a:lnTo>
                    <a:pt x="1409533" y="0"/>
                  </a:lnTo>
                  <a:lnTo>
                    <a:pt x="1437724" y="0"/>
                  </a:lnTo>
                  <a:lnTo>
                    <a:pt x="1465914" y="0"/>
                  </a:lnTo>
                  <a:lnTo>
                    <a:pt x="1494105" y="0"/>
                  </a:lnTo>
                  <a:lnTo>
                    <a:pt x="1522296" y="0"/>
                  </a:lnTo>
                  <a:lnTo>
                    <a:pt x="1550486" y="0"/>
                  </a:lnTo>
                  <a:lnTo>
                    <a:pt x="1578677" y="0"/>
                  </a:lnTo>
                  <a:lnTo>
                    <a:pt x="1606868" y="0"/>
                  </a:lnTo>
                  <a:lnTo>
                    <a:pt x="1635058" y="0"/>
                  </a:lnTo>
                  <a:lnTo>
                    <a:pt x="1663249" y="0"/>
                  </a:lnTo>
                  <a:lnTo>
                    <a:pt x="1691440" y="0"/>
                  </a:lnTo>
                  <a:lnTo>
                    <a:pt x="1719630" y="0"/>
                  </a:lnTo>
                  <a:lnTo>
                    <a:pt x="1747821" y="0"/>
                  </a:lnTo>
                  <a:lnTo>
                    <a:pt x="1776012" y="0"/>
                  </a:lnTo>
                  <a:lnTo>
                    <a:pt x="1804202" y="0"/>
                  </a:lnTo>
                  <a:lnTo>
                    <a:pt x="1832393" y="0"/>
                  </a:lnTo>
                  <a:lnTo>
                    <a:pt x="1860584" y="0"/>
                  </a:lnTo>
                  <a:lnTo>
                    <a:pt x="1888774" y="0"/>
                  </a:lnTo>
                  <a:lnTo>
                    <a:pt x="1916965" y="0"/>
                  </a:lnTo>
                  <a:lnTo>
                    <a:pt x="1945156" y="0"/>
                  </a:lnTo>
                  <a:lnTo>
                    <a:pt x="1973346" y="0"/>
                  </a:lnTo>
                  <a:lnTo>
                    <a:pt x="2001537" y="0"/>
                  </a:lnTo>
                  <a:lnTo>
                    <a:pt x="2029728" y="0"/>
                  </a:lnTo>
                  <a:lnTo>
                    <a:pt x="2057919" y="0"/>
                  </a:lnTo>
                  <a:lnTo>
                    <a:pt x="2086109" y="0"/>
                  </a:lnTo>
                  <a:lnTo>
                    <a:pt x="2114300" y="0"/>
                  </a:lnTo>
                  <a:lnTo>
                    <a:pt x="2142491" y="0"/>
                  </a:lnTo>
                  <a:lnTo>
                    <a:pt x="2170681" y="0"/>
                  </a:lnTo>
                  <a:lnTo>
                    <a:pt x="2198872" y="0"/>
                  </a:lnTo>
                  <a:lnTo>
                    <a:pt x="2227063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3308569" y="1727038"/>
              <a:ext cx="2340144" cy="1628694"/>
            </a:xfrm>
            <a:custGeom>
              <a:avLst/>
              <a:pathLst>
                <a:path w="2340144" h="1628694">
                  <a:moveTo>
                    <a:pt x="0" y="0"/>
                  </a:moveTo>
                  <a:lnTo>
                    <a:pt x="29622" y="8411"/>
                  </a:lnTo>
                  <a:lnTo>
                    <a:pt x="59244" y="17126"/>
                  </a:lnTo>
                  <a:lnTo>
                    <a:pt x="88866" y="26151"/>
                  </a:lnTo>
                  <a:lnTo>
                    <a:pt x="118488" y="35496"/>
                  </a:lnTo>
                  <a:lnTo>
                    <a:pt x="148110" y="45168"/>
                  </a:lnTo>
                  <a:lnTo>
                    <a:pt x="177732" y="55176"/>
                  </a:lnTo>
                  <a:lnTo>
                    <a:pt x="207354" y="65528"/>
                  </a:lnTo>
                  <a:lnTo>
                    <a:pt x="236976" y="76231"/>
                  </a:lnTo>
                  <a:lnTo>
                    <a:pt x="266598" y="87294"/>
                  </a:lnTo>
                  <a:lnTo>
                    <a:pt x="296220" y="98725"/>
                  </a:lnTo>
                  <a:lnTo>
                    <a:pt x="325842" y="110531"/>
                  </a:lnTo>
                  <a:lnTo>
                    <a:pt x="355464" y="122719"/>
                  </a:lnTo>
                  <a:lnTo>
                    <a:pt x="385087" y="135298"/>
                  </a:lnTo>
                  <a:lnTo>
                    <a:pt x="414709" y="148273"/>
                  </a:lnTo>
                  <a:lnTo>
                    <a:pt x="444331" y="161652"/>
                  </a:lnTo>
                  <a:lnTo>
                    <a:pt x="473953" y="175441"/>
                  </a:lnTo>
                  <a:lnTo>
                    <a:pt x="503575" y="189645"/>
                  </a:lnTo>
                  <a:lnTo>
                    <a:pt x="533197" y="204271"/>
                  </a:lnTo>
                  <a:lnTo>
                    <a:pt x="562819" y="219323"/>
                  </a:lnTo>
                  <a:lnTo>
                    <a:pt x="592441" y="234806"/>
                  </a:lnTo>
                  <a:lnTo>
                    <a:pt x="622063" y="250723"/>
                  </a:lnTo>
                  <a:lnTo>
                    <a:pt x="651685" y="267079"/>
                  </a:lnTo>
                  <a:lnTo>
                    <a:pt x="681307" y="283876"/>
                  </a:lnTo>
                  <a:lnTo>
                    <a:pt x="710929" y="301116"/>
                  </a:lnTo>
                  <a:lnTo>
                    <a:pt x="740552" y="318800"/>
                  </a:lnTo>
                  <a:lnTo>
                    <a:pt x="770174" y="336930"/>
                  </a:lnTo>
                  <a:lnTo>
                    <a:pt x="799796" y="355504"/>
                  </a:lnTo>
                  <a:lnTo>
                    <a:pt x="829418" y="374522"/>
                  </a:lnTo>
                  <a:lnTo>
                    <a:pt x="859040" y="393982"/>
                  </a:lnTo>
                  <a:lnTo>
                    <a:pt x="888662" y="413882"/>
                  </a:lnTo>
                  <a:lnTo>
                    <a:pt x="918284" y="434216"/>
                  </a:lnTo>
                  <a:lnTo>
                    <a:pt x="947906" y="454982"/>
                  </a:lnTo>
                  <a:lnTo>
                    <a:pt x="977528" y="476172"/>
                  </a:lnTo>
                  <a:lnTo>
                    <a:pt x="1007150" y="497780"/>
                  </a:lnTo>
                  <a:lnTo>
                    <a:pt x="1036772" y="519798"/>
                  </a:lnTo>
                  <a:lnTo>
                    <a:pt x="1066394" y="542217"/>
                  </a:lnTo>
                  <a:lnTo>
                    <a:pt x="1096017" y="565028"/>
                  </a:lnTo>
                  <a:lnTo>
                    <a:pt x="1125639" y="588219"/>
                  </a:lnTo>
                  <a:lnTo>
                    <a:pt x="1155261" y="611778"/>
                  </a:lnTo>
                  <a:lnTo>
                    <a:pt x="1184883" y="635691"/>
                  </a:lnTo>
                  <a:lnTo>
                    <a:pt x="1214505" y="659946"/>
                  </a:lnTo>
                  <a:lnTo>
                    <a:pt x="1244127" y="684525"/>
                  </a:lnTo>
                  <a:lnTo>
                    <a:pt x="1273749" y="709413"/>
                  </a:lnTo>
                  <a:lnTo>
                    <a:pt x="1303371" y="734593"/>
                  </a:lnTo>
                  <a:lnTo>
                    <a:pt x="1332993" y="760047"/>
                  </a:lnTo>
                  <a:lnTo>
                    <a:pt x="1362615" y="785754"/>
                  </a:lnTo>
                  <a:lnTo>
                    <a:pt x="1392237" y="811696"/>
                  </a:lnTo>
                  <a:lnTo>
                    <a:pt x="1421859" y="837850"/>
                  </a:lnTo>
                  <a:lnTo>
                    <a:pt x="1451481" y="864197"/>
                  </a:lnTo>
                  <a:lnTo>
                    <a:pt x="1481104" y="890713"/>
                  </a:lnTo>
                  <a:lnTo>
                    <a:pt x="1510726" y="917376"/>
                  </a:lnTo>
                  <a:lnTo>
                    <a:pt x="1540348" y="944162"/>
                  </a:lnTo>
                  <a:lnTo>
                    <a:pt x="1569970" y="971047"/>
                  </a:lnTo>
                  <a:lnTo>
                    <a:pt x="1599592" y="998008"/>
                  </a:lnTo>
                  <a:lnTo>
                    <a:pt x="1629214" y="1025020"/>
                  </a:lnTo>
                  <a:lnTo>
                    <a:pt x="1658836" y="1052059"/>
                  </a:lnTo>
                  <a:lnTo>
                    <a:pt x="1688458" y="1079099"/>
                  </a:lnTo>
                  <a:lnTo>
                    <a:pt x="1718080" y="1106116"/>
                  </a:lnTo>
                  <a:lnTo>
                    <a:pt x="1747702" y="1133085"/>
                  </a:lnTo>
                  <a:lnTo>
                    <a:pt x="1777324" y="1159982"/>
                  </a:lnTo>
                  <a:lnTo>
                    <a:pt x="1806946" y="1186783"/>
                  </a:lnTo>
                  <a:lnTo>
                    <a:pt x="1836569" y="1213463"/>
                  </a:lnTo>
                  <a:lnTo>
                    <a:pt x="1866191" y="1240000"/>
                  </a:lnTo>
                  <a:lnTo>
                    <a:pt x="1895813" y="1266371"/>
                  </a:lnTo>
                  <a:lnTo>
                    <a:pt x="1925435" y="1292552"/>
                  </a:lnTo>
                  <a:lnTo>
                    <a:pt x="1955057" y="1318524"/>
                  </a:lnTo>
                  <a:lnTo>
                    <a:pt x="1984679" y="1344263"/>
                  </a:lnTo>
                  <a:lnTo>
                    <a:pt x="2014301" y="1369752"/>
                  </a:lnTo>
                  <a:lnTo>
                    <a:pt x="2043923" y="1394969"/>
                  </a:lnTo>
                  <a:lnTo>
                    <a:pt x="2073545" y="1419897"/>
                  </a:lnTo>
                  <a:lnTo>
                    <a:pt x="2103167" y="1444519"/>
                  </a:lnTo>
                  <a:lnTo>
                    <a:pt x="2132789" y="1468817"/>
                  </a:lnTo>
                  <a:lnTo>
                    <a:pt x="2162411" y="1492777"/>
                  </a:lnTo>
                  <a:lnTo>
                    <a:pt x="2192034" y="1516384"/>
                  </a:lnTo>
                  <a:lnTo>
                    <a:pt x="2221656" y="1539625"/>
                  </a:lnTo>
                  <a:lnTo>
                    <a:pt x="2251278" y="1562487"/>
                  </a:lnTo>
                  <a:lnTo>
                    <a:pt x="2280900" y="1584959"/>
                  </a:lnTo>
                  <a:lnTo>
                    <a:pt x="2310522" y="1607031"/>
                  </a:lnTo>
                  <a:lnTo>
                    <a:pt x="2340144" y="1628694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3109298" y="1746199"/>
              <a:ext cx="1899365" cy="613155"/>
            </a:xfrm>
            <a:custGeom>
              <a:avLst/>
              <a:pathLst>
                <a:path w="1899365" h="613155">
                  <a:moveTo>
                    <a:pt x="0" y="0"/>
                  </a:moveTo>
                  <a:lnTo>
                    <a:pt x="24042" y="4294"/>
                  </a:lnTo>
                  <a:lnTo>
                    <a:pt x="48085" y="8660"/>
                  </a:lnTo>
                  <a:lnTo>
                    <a:pt x="72127" y="13098"/>
                  </a:lnTo>
                  <a:lnTo>
                    <a:pt x="96170" y="17611"/>
                  </a:lnTo>
                  <a:lnTo>
                    <a:pt x="120212" y="22198"/>
                  </a:lnTo>
                  <a:lnTo>
                    <a:pt x="144255" y="26860"/>
                  </a:lnTo>
                  <a:lnTo>
                    <a:pt x="168298" y="31599"/>
                  </a:lnTo>
                  <a:lnTo>
                    <a:pt x="192340" y="36415"/>
                  </a:lnTo>
                  <a:lnTo>
                    <a:pt x="216383" y="41309"/>
                  </a:lnTo>
                  <a:lnTo>
                    <a:pt x="240425" y="46282"/>
                  </a:lnTo>
                  <a:lnTo>
                    <a:pt x="264468" y="51335"/>
                  </a:lnTo>
                  <a:lnTo>
                    <a:pt x="288511" y="56468"/>
                  </a:lnTo>
                  <a:lnTo>
                    <a:pt x="312553" y="61683"/>
                  </a:lnTo>
                  <a:lnTo>
                    <a:pt x="336596" y="66980"/>
                  </a:lnTo>
                  <a:lnTo>
                    <a:pt x="360638" y="72361"/>
                  </a:lnTo>
                  <a:lnTo>
                    <a:pt x="384681" y="77826"/>
                  </a:lnTo>
                  <a:lnTo>
                    <a:pt x="408724" y="83375"/>
                  </a:lnTo>
                  <a:lnTo>
                    <a:pt x="432766" y="89010"/>
                  </a:lnTo>
                  <a:lnTo>
                    <a:pt x="456809" y="94732"/>
                  </a:lnTo>
                  <a:lnTo>
                    <a:pt x="480851" y="100541"/>
                  </a:lnTo>
                  <a:lnTo>
                    <a:pt x="504894" y="106438"/>
                  </a:lnTo>
                  <a:lnTo>
                    <a:pt x="528937" y="112424"/>
                  </a:lnTo>
                  <a:lnTo>
                    <a:pt x="552979" y="118500"/>
                  </a:lnTo>
                  <a:lnTo>
                    <a:pt x="577022" y="124666"/>
                  </a:lnTo>
                  <a:lnTo>
                    <a:pt x="601064" y="130923"/>
                  </a:lnTo>
                  <a:lnTo>
                    <a:pt x="625107" y="137271"/>
                  </a:lnTo>
                  <a:lnTo>
                    <a:pt x="649150" y="143713"/>
                  </a:lnTo>
                  <a:lnTo>
                    <a:pt x="673192" y="150247"/>
                  </a:lnTo>
                  <a:lnTo>
                    <a:pt x="697235" y="156875"/>
                  </a:lnTo>
                  <a:lnTo>
                    <a:pt x="721277" y="163597"/>
                  </a:lnTo>
                  <a:lnTo>
                    <a:pt x="745320" y="170415"/>
                  </a:lnTo>
                  <a:lnTo>
                    <a:pt x="769363" y="177328"/>
                  </a:lnTo>
                  <a:lnTo>
                    <a:pt x="793405" y="184337"/>
                  </a:lnTo>
                  <a:lnTo>
                    <a:pt x="817448" y="191443"/>
                  </a:lnTo>
                  <a:lnTo>
                    <a:pt x="841490" y="198646"/>
                  </a:lnTo>
                  <a:lnTo>
                    <a:pt x="865533" y="205947"/>
                  </a:lnTo>
                  <a:lnTo>
                    <a:pt x="889576" y="213345"/>
                  </a:lnTo>
                  <a:lnTo>
                    <a:pt x="913618" y="220843"/>
                  </a:lnTo>
                  <a:lnTo>
                    <a:pt x="937661" y="228439"/>
                  </a:lnTo>
                  <a:lnTo>
                    <a:pt x="961703" y="236135"/>
                  </a:lnTo>
                  <a:lnTo>
                    <a:pt x="985746" y="243930"/>
                  </a:lnTo>
                  <a:lnTo>
                    <a:pt x="1009789" y="251825"/>
                  </a:lnTo>
                  <a:lnTo>
                    <a:pt x="1033831" y="259821"/>
                  </a:lnTo>
                  <a:lnTo>
                    <a:pt x="1057874" y="267916"/>
                  </a:lnTo>
                  <a:lnTo>
                    <a:pt x="1081916" y="276113"/>
                  </a:lnTo>
                  <a:lnTo>
                    <a:pt x="1105959" y="284410"/>
                  </a:lnTo>
                  <a:lnTo>
                    <a:pt x="1130002" y="292808"/>
                  </a:lnTo>
                  <a:lnTo>
                    <a:pt x="1154044" y="301307"/>
                  </a:lnTo>
                  <a:lnTo>
                    <a:pt x="1178087" y="309907"/>
                  </a:lnTo>
                  <a:lnTo>
                    <a:pt x="1202129" y="318609"/>
                  </a:lnTo>
                  <a:lnTo>
                    <a:pt x="1226172" y="327411"/>
                  </a:lnTo>
                  <a:lnTo>
                    <a:pt x="1250215" y="336314"/>
                  </a:lnTo>
                  <a:lnTo>
                    <a:pt x="1274257" y="345317"/>
                  </a:lnTo>
                  <a:lnTo>
                    <a:pt x="1298300" y="354421"/>
                  </a:lnTo>
                  <a:lnTo>
                    <a:pt x="1322342" y="363626"/>
                  </a:lnTo>
                  <a:lnTo>
                    <a:pt x="1346385" y="372930"/>
                  </a:lnTo>
                  <a:lnTo>
                    <a:pt x="1370428" y="382335"/>
                  </a:lnTo>
                  <a:lnTo>
                    <a:pt x="1394470" y="391838"/>
                  </a:lnTo>
                  <a:lnTo>
                    <a:pt x="1418513" y="401441"/>
                  </a:lnTo>
                  <a:lnTo>
                    <a:pt x="1442555" y="411142"/>
                  </a:lnTo>
                  <a:lnTo>
                    <a:pt x="1466598" y="420941"/>
                  </a:lnTo>
                  <a:lnTo>
                    <a:pt x="1490641" y="430837"/>
                  </a:lnTo>
                  <a:lnTo>
                    <a:pt x="1514683" y="440830"/>
                  </a:lnTo>
                  <a:lnTo>
                    <a:pt x="1538726" y="450919"/>
                  </a:lnTo>
                  <a:lnTo>
                    <a:pt x="1562768" y="461104"/>
                  </a:lnTo>
                  <a:lnTo>
                    <a:pt x="1586811" y="471383"/>
                  </a:lnTo>
                  <a:lnTo>
                    <a:pt x="1610854" y="481755"/>
                  </a:lnTo>
                  <a:lnTo>
                    <a:pt x="1634896" y="492221"/>
                  </a:lnTo>
                  <a:lnTo>
                    <a:pt x="1658939" y="502778"/>
                  </a:lnTo>
                  <a:lnTo>
                    <a:pt x="1682981" y="513426"/>
                  </a:lnTo>
                  <a:lnTo>
                    <a:pt x="1707024" y="524164"/>
                  </a:lnTo>
                  <a:lnTo>
                    <a:pt x="1731067" y="534991"/>
                  </a:lnTo>
                  <a:lnTo>
                    <a:pt x="1755109" y="545905"/>
                  </a:lnTo>
                  <a:lnTo>
                    <a:pt x="1779152" y="556906"/>
                  </a:lnTo>
                  <a:lnTo>
                    <a:pt x="1803194" y="567991"/>
                  </a:lnTo>
                  <a:lnTo>
                    <a:pt x="1827237" y="579160"/>
                  </a:lnTo>
                  <a:lnTo>
                    <a:pt x="1851280" y="590412"/>
                  </a:lnTo>
                  <a:lnTo>
                    <a:pt x="1875322" y="601744"/>
                  </a:lnTo>
                  <a:lnTo>
                    <a:pt x="1899365" y="613155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3164796" y="1516266"/>
              <a:ext cx="1865545" cy="1053861"/>
            </a:xfrm>
            <a:custGeom>
              <a:avLst/>
              <a:pathLst>
                <a:path w="1865545" h="1053861">
                  <a:moveTo>
                    <a:pt x="0" y="0"/>
                  </a:moveTo>
                  <a:lnTo>
                    <a:pt x="23614" y="0"/>
                  </a:lnTo>
                  <a:lnTo>
                    <a:pt x="47228" y="0"/>
                  </a:lnTo>
                  <a:lnTo>
                    <a:pt x="70843" y="0"/>
                  </a:lnTo>
                  <a:lnTo>
                    <a:pt x="94457" y="0"/>
                  </a:lnTo>
                  <a:lnTo>
                    <a:pt x="118072" y="0"/>
                  </a:lnTo>
                  <a:lnTo>
                    <a:pt x="141686" y="0"/>
                  </a:lnTo>
                  <a:lnTo>
                    <a:pt x="165301" y="0"/>
                  </a:lnTo>
                  <a:lnTo>
                    <a:pt x="188915" y="0"/>
                  </a:lnTo>
                  <a:lnTo>
                    <a:pt x="212530" y="0"/>
                  </a:lnTo>
                  <a:lnTo>
                    <a:pt x="236144" y="0"/>
                  </a:lnTo>
                  <a:lnTo>
                    <a:pt x="259759" y="0"/>
                  </a:lnTo>
                  <a:lnTo>
                    <a:pt x="283373" y="0"/>
                  </a:lnTo>
                  <a:lnTo>
                    <a:pt x="306988" y="0"/>
                  </a:lnTo>
                  <a:lnTo>
                    <a:pt x="330602" y="0"/>
                  </a:lnTo>
                  <a:lnTo>
                    <a:pt x="354217" y="0"/>
                  </a:lnTo>
                  <a:lnTo>
                    <a:pt x="377831" y="0"/>
                  </a:lnTo>
                  <a:lnTo>
                    <a:pt x="401446" y="0"/>
                  </a:lnTo>
                  <a:lnTo>
                    <a:pt x="425060" y="0"/>
                  </a:lnTo>
                  <a:lnTo>
                    <a:pt x="448675" y="0"/>
                  </a:lnTo>
                  <a:lnTo>
                    <a:pt x="472289" y="1"/>
                  </a:lnTo>
                  <a:lnTo>
                    <a:pt x="495904" y="1"/>
                  </a:lnTo>
                  <a:lnTo>
                    <a:pt x="519518" y="1"/>
                  </a:lnTo>
                  <a:lnTo>
                    <a:pt x="543133" y="2"/>
                  </a:lnTo>
                  <a:lnTo>
                    <a:pt x="566747" y="2"/>
                  </a:lnTo>
                  <a:lnTo>
                    <a:pt x="590362" y="3"/>
                  </a:lnTo>
                  <a:lnTo>
                    <a:pt x="613976" y="4"/>
                  </a:lnTo>
                  <a:lnTo>
                    <a:pt x="637591" y="5"/>
                  </a:lnTo>
                  <a:lnTo>
                    <a:pt x="661205" y="7"/>
                  </a:lnTo>
                  <a:lnTo>
                    <a:pt x="684820" y="9"/>
                  </a:lnTo>
                  <a:lnTo>
                    <a:pt x="708434" y="11"/>
                  </a:lnTo>
                  <a:lnTo>
                    <a:pt x="732049" y="15"/>
                  </a:lnTo>
                  <a:lnTo>
                    <a:pt x="755663" y="19"/>
                  </a:lnTo>
                  <a:lnTo>
                    <a:pt x="779278" y="24"/>
                  </a:lnTo>
                  <a:lnTo>
                    <a:pt x="802892" y="31"/>
                  </a:lnTo>
                  <a:lnTo>
                    <a:pt x="826507" y="40"/>
                  </a:lnTo>
                  <a:lnTo>
                    <a:pt x="850121" y="51"/>
                  </a:lnTo>
                  <a:lnTo>
                    <a:pt x="873736" y="65"/>
                  </a:lnTo>
                  <a:lnTo>
                    <a:pt x="897350" y="83"/>
                  </a:lnTo>
                  <a:lnTo>
                    <a:pt x="920965" y="106"/>
                  </a:lnTo>
                  <a:lnTo>
                    <a:pt x="944579" y="136"/>
                  </a:lnTo>
                  <a:lnTo>
                    <a:pt x="968194" y="173"/>
                  </a:lnTo>
                  <a:lnTo>
                    <a:pt x="991808" y="221"/>
                  </a:lnTo>
                  <a:lnTo>
                    <a:pt x="1015423" y="282"/>
                  </a:lnTo>
                  <a:lnTo>
                    <a:pt x="1039037" y="360"/>
                  </a:lnTo>
                  <a:lnTo>
                    <a:pt x="1062652" y="459"/>
                  </a:lnTo>
                  <a:lnTo>
                    <a:pt x="1086266" y="586"/>
                  </a:lnTo>
                  <a:lnTo>
                    <a:pt x="1109881" y="748"/>
                  </a:lnTo>
                  <a:lnTo>
                    <a:pt x="1133495" y="954"/>
                  </a:lnTo>
                  <a:lnTo>
                    <a:pt x="1157110" y="1216"/>
                  </a:lnTo>
                  <a:lnTo>
                    <a:pt x="1180724" y="1552"/>
                  </a:lnTo>
                  <a:lnTo>
                    <a:pt x="1204339" y="1979"/>
                  </a:lnTo>
                  <a:lnTo>
                    <a:pt x="1227953" y="2524"/>
                  </a:lnTo>
                  <a:lnTo>
                    <a:pt x="1251568" y="3219"/>
                  </a:lnTo>
                  <a:lnTo>
                    <a:pt x="1275182" y="4105"/>
                  </a:lnTo>
                  <a:lnTo>
                    <a:pt x="1298797" y="5234"/>
                  </a:lnTo>
                  <a:lnTo>
                    <a:pt x="1322411" y="6673"/>
                  </a:lnTo>
                  <a:lnTo>
                    <a:pt x="1346026" y="8505"/>
                  </a:lnTo>
                  <a:lnTo>
                    <a:pt x="1369640" y="10840"/>
                  </a:lnTo>
                  <a:lnTo>
                    <a:pt x="1393255" y="13811"/>
                  </a:lnTo>
                  <a:lnTo>
                    <a:pt x="1416869" y="17591"/>
                  </a:lnTo>
                  <a:lnTo>
                    <a:pt x="1440484" y="22396"/>
                  </a:lnTo>
                  <a:lnTo>
                    <a:pt x="1464098" y="28498"/>
                  </a:lnTo>
                  <a:lnTo>
                    <a:pt x="1487713" y="36240"/>
                  </a:lnTo>
                  <a:lnTo>
                    <a:pt x="1511327" y="46046"/>
                  </a:lnTo>
                  <a:lnTo>
                    <a:pt x="1534942" y="58443"/>
                  </a:lnTo>
                  <a:lnTo>
                    <a:pt x="1558556" y="74078"/>
                  </a:lnTo>
                  <a:lnTo>
                    <a:pt x="1582171" y="93737"/>
                  </a:lnTo>
                  <a:lnTo>
                    <a:pt x="1605785" y="118361"/>
                  </a:lnTo>
                  <a:lnTo>
                    <a:pt x="1629400" y="149059"/>
                  </a:lnTo>
                  <a:lnTo>
                    <a:pt x="1653014" y="187100"/>
                  </a:lnTo>
                  <a:lnTo>
                    <a:pt x="1676629" y="233896"/>
                  </a:lnTo>
                  <a:lnTo>
                    <a:pt x="1700243" y="290941"/>
                  </a:lnTo>
                  <a:lnTo>
                    <a:pt x="1723858" y="359720"/>
                  </a:lnTo>
                  <a:lnTo>
                    <a:pt x="1747472" y="441550"/>
                  </a:lnTo>
                  <a:lnTo>
                    <a:pt x="1771087" y="537384"/>
                  </a:lnTo>
                  <a:lnTo>
                    <a:pt x="1794701" y="647566"/>
                  </a:lnTo>
                  <a:lnTo>
                    <a:pt x="1818316" y="771588"/>
                  </a:lnTo>
                  <a:lnTo>
                    <a:pt x="1841930" y="907903"/>
                  </a:lnTo>
                  <a:lnTo>
                    <a:pt x="1865545" y="1053861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2055659" y="3202444"/>
              <a:ext cx="2668289" cy="843089"/>
            </a:xfrm>
            <a:custGeom>
              <a:avLst/>
              <a:pathLst>
                <a:path w="2668289" h="843089">
                  <a:moveTo>
                    <a:pt x="0" y="0"/>
                  </a:moveTo>
                  <a:lnTo>
                    <a:pt x="33775" y="128545"/>
                  </a:lnTo>
                  <a:lnTo>
                    <a:pt x="67551" y="244450"/>
                  </a:lnTo>
                  <a:lnTo>
                    <a:pt x="101327" y="346697"/>
                  </a:lnTo>
                  <a:lnTo>
                    <a:pt x="135103" y="435169"/>
                  </a:lnTo>
                  <a:lnTo>
                    <a:pt x="168879" y="510454"/>
                  </a:lnTo>
                  <a:lnTo>
                    <a:pt x="202654" y="573609"/>
                  </a:lnTo>
                  <a:lnTo>
                    <a:pt x="236430" y="625959"/>
                  </a:lnTo>
                  <a:lnTo>
                    <a:pt x="270206" y="668922"/>
                  </a:lnTo>
                  <a:lnTo>
                    <a:pt x="303982" y="703897"/>
                  </a:lnTo>
                  <a:lnTo>
                    <a:pt x="337758" y="732179"/>
                  </a:lnTo>
                  <a:lnTo>
                    <a:pt x="371533" y="754926"/>
                  </a:lnTo>
                  <a:lnTo>
                    <a:pt x="405309" y="773143"/>
                  </a:lnTo>
                  <a:lnTo>
                    <a:pt x="439085" y="787681"/>
                  </a:lnTo>
                  <a:lnTo>
                    <a:pt x="472861" y="799251"/>
                  </a:lnTo>
                  <a:lnTo>
                    <a:pt x="506637" y="808439"/>
                  </a:lnTo>
                  <a:lnTo>
                    <a:pt x="540412" y="815723"/>
                  </a:lnTo>
                  <a:lnTo>
                    <a:pt x="574188" y="821489"/>
                  </a:lnTo>
                  <a:lnTo>
                    <a:pt x="607964" y="826048"/>
                  </a:lnTo>
                  <a:lnTo>
                    <a:pt x="641740" y="829650"/>
                  </a:lnTo>
                  <a:lnTo>
                    <a:pt x="675516" y="832494"/>
                  </a:lnTo>
                  <a:lnTo>
                    <a:pt x="709292" y="834738"/>
                  </a:lnTo>
                  <a:lnTo>
                    <a:pt x="743067" y="836508"/>
                  </a:lnTo>
                  <a:lnTo>
                    <a:pt x="776843" y="837903"/>
                  </a:lnTo>
                  <a:lnTo>
                    <a:pt x="810619" y="839003"/>
                  </a:lnTo>
                  <a:lnTo>
                    <a:pt x="844395" y="839870"/>
                  </a:lnTo>
                  <a:lnTo>
                    <a:pt x="878171" y="840554"/>
                  </a:lnTo>
                  <a:lnTo>
                    <a:pt x="911946" y="841092"/>
                  </a:lnTo>
                  <a:lnTo>
                    <a:pt x="945722" y="841516"/>
                  </a:lnTo>
                  <a:lnTo>
                    <a:pt x="979498" y="841850"/>
                  </a:lnTo>
                  <a:lnTo>
                    <a:pt x="1013274" y="842113"/>
                  </a:lnTo>
                  <a:lnTo>
                    <a:pt x="1047050" y="842320"/>
                  </a:lnTo>
                  <a:lnTo>
                    <a:pt x="1080825" y="842484"/>
                  </a:lnTo>
                  <a:lnTo>
                    <a:pt x="1114601" y="842612"/>
                  </a:lnTo>
                  <a:lnTo>
                    <a:pt x="1148377" y="842713"/>
                  </a:lnTo>
                  <a:lnTo>
                    <a:pt x="1182153" y="842793"/>
                  </a:lnTo>
                  <a:lnTo>
                    <a:pt x="1215929" y="842856"/>
                  </a:lnTo>
                  <a:lnTo>
                    <a:pt x="1249705" y="842905"/>
                  </a:lnTo>
                  <a:lnTo>
                    <a:pt x="1283480" y="842944"/>
                  </a:lnTo>
                  <a:lnTo>
                    <a:pt x="1317256" y="842975"/>
                  </a:lnTo>
                  <a:lnTo>
                    <a:pt x="1351032" y="842999"/>
                  </a:lnTo>
                  <a:lnTo>
                    <a:pt x="1384808" y="843018"/>
                  </a:lnTo>
                  <a:lnTo>
                    <a:pt x="1418584" y="843033"/>
                  </a:lnTo>
                  <a:lnTo>
                    <a:pt x="1452359" y="843045"/>
                  </a:lnTo>
                  <a:lnTo>
                    <a:pt x="1486135" y="843054"/>
                  </a:lnTo>
                  <a:lnTo>
                    <a:pt x="1519911" y="843062"/>
                  </a:lnTo>
                  <a:lnTo>
                    <a:pt x="1553687" y="843067"/>
                  </a:lnTo>
                  <a:lnTo>
                    <a:pt x="1587463" y="843072"/>
                  </a:lnTo>
                  <a:lnTo>
                    <a:pt x="1621238" y="843075"/>
                  </a:lnTo>
                  <a:lnTo>
                    <a:pt x="1655014" y="843078"/>
                  </a:lnTo>
                  <a:lnTo>
                    <a:pt x="1688790" y="843080"/>
                  </a:lnTo>
                  <a:lnTo>
                    <a:pt x="1722566" y="843082"/>
                  </a:lnTo>
                  <a:lnTo>
                    <a:pt x="1756342" y="843084"/>
                  </a:lnTo>
                  <a:lnTo>
                    <a:pt x="1790118" y="843085"/>
                  </a:lnTo>
                  <a:lnTo>
                    <a:pt x="1823893" y="843085"/>
                  </a:lnTo>
                  <a:lnTo>
                    <a:pt x="1857669" y="843086"/>
                  </a:lnTo>
                  <a:lnTo>
                    <a:pt x="1891445" y="843087"/>
                  </a:lnTo>
                  <a:lnTo>
                    <a:pt x="1925221" y="843087"/>
                  </a:lnTo>
                  <a:lnTo>
                    <a:pt x="1958997" y="843087"/>
                  </a:lnTo>
                  <a:lnTo>
                    <a:pt x="1992772" y="843088"/>
                  </a:lnTo>
                  <a:lnTo>
                    <a:pt x="2026548" y="843088"/>
                  </a:lnTo>
                  <a:lnTo>
                    <a:pt x="2060324" y="843088"/>
                  </a:lnTo>
                  <a:lnTo>
                    <a:pt x="2094100" y="843088"/>
                  </a:lnTo>
                  <a:lnTo>
                    <a:pt x="2127876" y="843088"/>
                  </a:lnTo>
                  <a:lnTo>
                    <a:pt x="2161651" y="843088"/>
                  </a:lnTo>
                  <a:lnTo>
                    <a:pt x="2195427" y="843088"/>
                  </a:lnTo>
                  <a:lnTo>
                    <a:pt x="2229203" y="843088"/>
                  </a:lnTo>
                  <a:lnTo>
                    <a:pt x="2262979" y="843089"/>
                  </a:lnTo>
                  <a:lnTo>
                    <a:pt x="2296755" y="843089"/>
                  </a:lnTo>
                  <a:lnTo>
                    <a:pt x="2330530" y="843089"/>
                  </a:lnTo>
                  <a:lnTo>
                    <a:pt x="2364306" y="843089"/>
                  </a:lnTo>
                  <a:lnTo>
                    <a:pt x="2398082" y="843089"/>
                  </a:lnTo>
                  <a:lnTo>
                    <a:pt x="2431858" y="843089"/>
                  </a:lnTo>
                  <a:lnTo>
                    <a:pt x="2465634" y="843089"/>
                  </a:lnTo>
                  <a:lnTo>
                    <a:pt x="2499410" y="843089"/>
                  </a:lnTo>
                  <a:lnTo>
                    <a:pt x="2533185" y="843089"/>
                  </a:lnTo>
                  <a:lnTo>
                    <a:pt x="2566961" y="843089"/>
                  </a:lnTo>
                  <a:lnTo>
                    <a:pt x="2600737" y="843089"/>
                  </a:lnTo>
                  <a:lnTo>
                    <a:pt x="2634513" y="843089"/>
                  </a:lnTo>
                  <a:lnTo>
                    <a:pt x="2668289" y="843089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1"/>
            <p:cNvSpPr/>
            <p:nvPr/>
          </p:nvSpPr>
          <p:spPr>
            <a:xfrm>
              <a:off x="1629481" y="2359355"/>
              <a:ext cx="2624710" cy="1264633"/>
            </a:xfrm>
            <a:custGeom>
              <a:avLst/>
              <a:pathLst>
                <a:path w="2624710" h="1264633">
                  <a:moveTo>
                    <a:pt x="0" y="0"/>
                  </a:moveTo>
                  <a:lnTo>
                    <a:pt x="33224" y="16460"/>
                  </a:lnTo>
                  <a:lnTo>
                    <a:pt x="66448" y="33076"/>
                  </a:lnTo>
                  <a:lnTo>
                    <a:pt x="99672" y="49841"/>
                  </a:lnTo>
                  <a:lnTo>
                    <a:pt x="132896" y="66750"/>
                  </a:lnTo>
                  <a:lnTo>
                    <a:pt x="166120" y="83797"/>
                  </a:lnTo>
                  <a:lnTo>
                    <a:pt x="199345" y="100978"/>
                  </a:lnTo>
                  <a:lnTo>
                    <a:pt x="232569" y="118287"/>
                  </a:lnTo>
                  <a:lnTo>
                    <a:pt x="265793" y="135717"/>
                  </a:lnTo>
                  <a:lnTo>
                    <a:pt x="299017" y="153262"/>
                  </a:lnTo>
                  <a:lnTo>
                    <a:pt x="332241" y="170915"/>
                  </a:lnTo>
                  <a:lnTo>
                    <a:pt x="365465" y="188671"/>
                  </a:lnTo>
                  <a:lnTo>
                    <a:pt x="398690" y="206523"/>
                  </a:lnTo>
                  <a:lnTo>
                    <a:pt x="431914" y="224463"/>
                  </a:lnTo>
                  <a:lnTo>
                    <a:pt x="465138" y="242485"/>
                  </a:lnTo>
                  <a:lnTo>
                    <a:pt x="498362" y="260582"/>
                  </a:lnTo>
                  <a:lnTo>
                    <a:pt x="531586" y="278746"/>
                  </a:lnTo>
                  <a:lnTo>
                    <a:pt x="564811" y="296969"/>
                  </a:lnTo>
                  <a:lnTo>
                    <a:pt x="598035" y="315245"/>
                  </a:lnTo>
                  <a:lnTo>
                    <a:pt x="631259" y="333566"/>
                  </a:lnTo>
                  <a:lnTo>
                    <a:pt x="664483" y="351924"/>
                  </a:lnTo>
                  <a:lnTo>
                    <a:pt x="697707" y="370312"/>
                  </a:lnTo>
                  <a:lnTo>
                    <a:pt x="730931" y="388721"/>
                  </a:lnTo>
                  <a:lnTo>
                    <a:pt x="764156" y="407144"/>
                  </a:lnTo>
                  <a:lnTo>
                    <a:pt x="797380" y="425573"/>
                  </a:lnTo>
                  <a:lnTo>
                    <a:pt x="830604" y="444001"/>
                  </a:lnTo>
                  <a:lnTo>
                    <a:pt x="863828" y="462419"/>
                  </a:lnTo>
                  <a:lnTo>
                    <a:pt x="897052" y="480820"/>
                  </a:lnTo>
                  <a:lnTo>
                    <a:pt x="930277" y="499195"/>
                  </a:lnTo>
                  <a:lnTo>
                    <a:pt x="963501" y="517538"/>
                  </a:lnTo>
                  <a:lnTo>
                    <a:pt x="996725" y="535840"/>
                  </a:lnTo>
                  <a:lnTo>
                    <a:pt x="1029949" y="554094"/>
                  </a:lnTo>
                  <a:lnTo>
                    <a:pt x="1063173" y="572293"/>
                  </a:lnTo>
                  <a:lnTo>
                    <a:pt x="1096397" y="590428"/>
                  </a:lnTo>
                  <a:lnTo>
                    <a:pt x="1129622" y="608493"/>
                  </a:lnTo>
                  <a:lnTo>
                    <a:pt x="1162846" y="626480"/>
                  </a:lnTo>
                  <a:lnTo>
                    <a:pt x="1196070" y="644382"/>
                  </a:lnTo>
                  <a:lnTo>
                    <a:pt x="1229294" y="662193"/>
                  </a:lnTo>
                  <a:lnTo>
                    <a:pt x="1262518" y="679905"/>
                  </a:lnTo>
                  <a:lnTo>
                    <a:pt x="1295743" y="697512"/>
                  </a:lnTo>
                  <a:lnTo>
                    <a:pt x="1328967" y="715007"/>
                  </a:lnTo>
                  <a:lnTo>
                    <a:pt x="1362191" y="732385"/>
                  </a:lnTo>
                  <a:lnTo>
                    <a:pt x="1395415" y="749638"/>
                  </a:lnTo>
                  <a:lnTo>
                    <a:pt x="1428639" y="766762"/>
                  </a:lnTo>
                  <a:lnTo>
                    <a:pt x="1461863" y="783750"/>
                  </a:lnTo>
                  <a:lnTo>
                    <a:pt x="1495088" y="800596"/>
                  </a:lnTo>
                  <a:lnTo>
                    <a:pt x="1528312" y="817296"/>
                  </a:lnTo>
                  <a:lnTo>
                    <a:pt x="1561536" y="833845"/>
                  </a:lnTo>
                  <a:lnTo>
                    <a:pt x="1594760" y="850237"/>
                  </a:lnTo>
                  <a:lnTo>
                    <a:pt x="1627984" y="866467"/>
                  </a:lnTo>
                  <a:lnTo>
                    <a:pt x="1661209" y="882533"/>
                  </a:lnTo>
                  <a:lnTo>
                    <a:pt x="1694433" y="898428"/>
                  </a:lnTo>
                  <a:lnTo>
                    <a:pt x="1727657" y="914150"/>
                  </a:lnTo>
                  <a:lnTo>
                    <a:pt x="1760881" y="929694"/>
                  </a:lnTo>
                  <a:lnTo>
                    <a:pt x="1794105" y="945057"/>
                  </a:lnTo>
                  <a:lnTo>
                    <a:pt x="1827329" y="960236"/>
                  </a:lnTo>
                  <a:lnTo>
                    <a:pt x="1860554" y="975228"/>
                  </a:lnTo>
                  <a:lnTo>
                    <a:pt x="1893778" y="990030"/>
                  </a:lnTo>
                  <a:lnTo>
                    <a:pt x="1927002" y="1004639"/>
                  </a:lnTo>
                  <a:lnTo>
                    <a:pt x="1960226" y="1019053"/>
                  </a:lnTo>
                  <a:lnTo>
                    <a:pt x="1993450" y="1033269"/>
                  </a:lnTo>
                  <a:lnTo>
                    <a:pt x="2026675" y="1047287"/>
                  </a:lnTo>
                  <a:lnTo>
                    <a:pt x="2059899" y="1061104"/>
                  </a:lnTo>
                  <a:lnTo>
                    <a:pt x="2093123" y="1074719"/>
                  </a:lnTo>
                  <a:lnTo>
                    <a:pt x="2126347" y="1088131"/>
                  </a:lnTo>
                  <a:lnTo>
                    <a:pt x="2159571" y="1101338"/>
                  </a:lnTo>
                  <a:lnTo>
                    <a:pt x="2192795" y="1114340"/>
                  </a:lnTo>
                  <a:lnTo>
                    <a:pt x="2226020" y="1127136"/>
                  </a:lnTo>
                  <a:lnTo>
                    <a:pt x="2259244" y="1139725"/>
                  </a:lnTo>
                  <a:lnTo>
                    <a:pt x="2292468" y="1152108"/>
                  </a:lnTo>
                  <a:lnTo>
                    <a:pt x="2325692" y="1164284"/>
                  </a:lnTo>
                  <a:lnTo>
                    <a:pt x="2358916" y="1176253"/>
                  </a:lnTo>
                  <a:lnTo>
                    <a:pt x="2392141" y="1188016"/>
                  </a:lnTo>
                  <a:lnTo>
                    <a:pt x="2425365" y="1199573"/>
                  </a:lnTo>
                  <a:lnTo>
                    <a:pt x="2458589" y="1210925"/>
                  </a:lnTo>
                  <a:lnTo>
                    <a:pt x="2491813" y="1222072"/>
                  </a:lnTo>
                  <a:lnTo>
                    <a:pt x="2525037" y="1233015"/>
                  </a:lnTo>
                  <a:lnTo>
                    <a:pt x="2558261" y="1243756"/>
                  </a:lnTo>
                  <a:lnTo>
                    <a:pt x="2591486" y="1254295"/>
                  </a:lnTo>
                  <a:lnTo>
                    <a:pt x="2624710" y="1264633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2"/>
            <p:cNvSpPr/>
            <p:nvPr/>
          </p:nvSpPr>
          <p:spPr>
            <a:xfrm>
              <a:off x="2384772" y="2780900"/>
              <a:ext cx="2610482" cy="1264633"/>
            </a:xfrm>
            <a:custGeom>
              <a:avLst/>
              <a:pathLst>
                <a:path w="2610482" h="1264633">
                  <a:moveTo>
                    <a:pt x="0" y="0"/>
                  </a:moveTo>
                  <a:lnTo>
                    <a:pt x="33044" y="155811"/>
                  </a:lnTo>
                  <a:lnTo>
                    <a:pt x="66088" y="306963"/>
                  </a:lnTo>
                  <a:lnTo>
                    <a:pt x="99132" y="449336"/>
                  </a:lnTo>
                  <a:lnTo>
                    <a:pt x="132176" y="579767"/>
                  </a:lnTo>
                  <a:lnTo>
                    <a:pt x="165220" y="696252"/>
                  </a:lnTo>
                  <a:lnTo>
                    <a:pt x="198264" y="797937"/>
                  </a:lnTo>
                  <a:lnTo>
                    <a:pt x="231308" y="884953"/>
                  </a:lnTo>
                  <a:lnTo>
                    <a:pt x="264352" y="958156"/>
                  </a:lnTo>
                  <a:lnTo>
                    <a:pt x="297396" y="1018858"/>
                  </a:lnTo>
                  <a:lnTo>
                    <a:pt x="330440" y="1068598"/>
                  </a:lnTo>
                  <a:lnTo>
                    <a:pt x="363484" y="1108958"/>
                  </a:lnTo>
                  <a:lnTo>
                    <a:pt x="396528" y="1141447"/>
                  </a:lnTo>
                  <a:lnTo>
                    <a:pt x="429572" y="1167434"/>
                  </a:lnTo>
                  <a:lnTo>
                    <a:pt x="462617" y="1188113"/>
                  </a:lnTo>
                  <a:lnTo>
                    <a:pt x="495661" y="1204501"/>
                  </a:lnTo>
                  <a:lnTo>
                    <a:pt x="528705" y="1217447"/>
                  </a:lnTo>
                  <a:lnTo>
                    <a:pt x="561749" y="1227647"/>
                  </a:lnTo>
                  <a:lnTo>
                    <a:pt x="594793" y="1235669"/>
                  </a:lnTo>
                  <a:lnTo>
                    <a:pt x="627837" y="1241966"/>
                  </a:lnTo>
                  <a:lnTo>
                    <a:pt x="660881" y="1246904"/>
                  </a:lnTo>
                  <a:lnTo>
                    <a:pt x="693925" y="1250772"/>
                  </a:lnTo>
                  <a:lnTo>
                    <a:pt x="726969" y="1253800"/>
                  </a:lnTo>
                  <a:lnTo>
                    <a:pt x="760013" y="1256169"/>
                  </a:lnTo>
                  <a:lnTo>
                    <a:pt x="793057" y="1258021"/>
                  </a:lnTo>
                  <a:lnTo>
                    <a:pt x="826101" y="1259469"/>
                  </a:lnTo>
                  <a:lnTo>
                    <a:pt x="859145" y="1260600"/>
                  </a:lnTo>
                  <a:lnTo>
                    <a:pt x="892190" y="1261484"/>
                  </a:lnTo>
                  <a:lnTo>
                    <a:pt x="925234" y="1262174"/>
                  </a:lnTo>
                  <a:lnTo>
                    <a:pt x="958278" y="1262713"/>
                  </a:lnTo>
                  <a:lnTo>
                    <a:pt x="991322" y="1263134"/>
                  </a:lnTo>
                  <a:lnTo>
                    <a:pt x="1024366" y="1263463"/>
                  </a:lnTo>
                  <a:lnTo>
                    <a:pt x="1057410" y="1263719"/>
                  </a:lnTo>
                  <a:lnTo>
                    <a:pt x="1090454" y="1263920"/>
                  </a:lnTo>
                  <a:lnTo>
                    <a:pt x="1123498" y="1264076"/>
                  </a:lnTo>
                  <a:lnTo>
                    <a:pt x="1156542" y="1264198"/>
                  </a:lnTo>
                  <a:lnTo>
                    <a:pt x="1189586" y="1264294"/>
                  </a:lnTo>
                  <a:lnTo>
                    <a:pt x="1222630" y="1264368"/>
                  </a:lnTo>
                  <a:lnTo>
                    <a:pt x="1255674" y="1264426"/>
                  </a:lnTo>
                  <a:lnTo>
                    <a:pt x="1288718" y="1264472"/>
                  </a:lnTo>
                  <a:lnTo>
                    <a:pt x="1321763" y="1264507"/>
                  </a:lnTo>
                  <a:lnTo>
                    <a:pt x="1354807" y="1264535"/>
                  </a:lnTo>
                  <a:lnTo>
                    <a:pt x="1387851" y="1264556"/>
                  </a:lnTo>
                  <a:lnTo>
                    <a:pt x="1420895" y="1264573"/>
                  </a:lnTo>
                  <a:lnTo>
                    <a:pt x="1453939" y="1264586"/>
                  </a:lnTo>
                  <a:lnTo>
                    <a:pt x="1486983" y="1264597"/>
                  </a:lnTo>
                  <a:lnTo>
                    <a:pt x="1520027" y="1264605"/>
                  </a:lnTo>
                  <a:lnTo>
                    <a:pt x="1553071" y="1264611"/>
                  </a:lnTo>
                  <a:lnTo>
                    <a:pt x="1586115" y="1264616"/>
                  </a:lnTo>
                  <a:lnTo>
                    <a:pt x="1619159" y="1264620"/>
                  </a:lnTo>
                  <a:lnTo>
                    <a:pt x="1652203" y="1264623"/>
                  </a:lnTo>
                  <a:lnTo>
                    <a:pt x="1685247" y="1264625"/>
                  </a:lnTo>
                  <a:lnTo>
                    <a:pt x="1718291" y="1264627"/>
                  </a:lnTo>
                  <a:lnTo>
                    <a:pt x="1751336" y="1264628"/>
                  </a:lnTo>
                  <a:lnTo>
                    <a:pt x="1784380" y="1264629"/>
                  </a:lnTo>
                  <a:lnTo>
                    <a:pt x="1817424" y="1264630"/>
                  </a:lnTo>
                  <a:lnTo>
                    <a:pt x="1850468" y="1264631"/>
                  </a:lnTo>
                  <a:lnTo>
                    <a:pt x="1883512" y="1264631"/>
                  </a:lnTo>
                  <a:lnTo>
                    <a:pt x="1916556" y="1264632"/>
                  </a:lnTo>
                  <a:lnTo>
                    <a:pt x="1949600" y="1264632"/>
                  </a:lnTo>
                  <a:lnTo>
                    <a:pt x="1982644" y="1264632"/>
                  </a:lnTo>
                  <a:lnTo>
                    <a:pt x="2015688" y="1264633"/>
                  </a:lnTo>
                  <a:lnTo>
                    <a:pt x="2048732" y="1264633"/>
                  </a:lnTo>
                  <a:lnTo>
                    <a:pt x="2081776" y="1264633"/>
                  </a:lnTo>
                  <a:lnTo>
                    <a:pt x="2114820" y="1264633"/>
                  </a:lnTo>
                  <a:lnTo>
                    <a:pt x="2147864" y="1264633"/>
                  </a:lnTo>
                  <a:lnTo>
                    <a:pt x="2180909" y="1264633"/>
                  </a:lnTo>
                  <a:lnTo>
                    <a:pt x="2213953" y="1264633"/>
                  </a:lnTo>
                  <a:lnTo>
                    <a:pt x="2246997" y="1264633"/>
                  </a:lnTo>
                  <a:lnTo>
                    <a:pt x="2280041" y="1264633"/>
                  </a:lnTo>
                  <a:lnTo>
                    <a:pt x="2313085" y="1264633"/>
                  </a:lnTo>
                  <a:lnTo>
                    <a:pt x="2346129" y="1264633"/>
                  </a:lnTo>
                  <a:lnTo>
                    <a:pt x="2379173" y="1264633"/>
                  </a:lnTo>
                  <a:lnTo>
                    <a:pt x="2412217" y="1264633"/>
                  </a:lnTo>
                  <a:lnTo>
                    <a:pt x="2445261" y="1264633"/>
                  </a:lnTo>
                  <a:lnTo>
                    <a:pt x="2478305" y="1264633"/>
                  </a:lnTo>
                  <a:lnTo>
                    <a:pt x="2511349" y="1264633"/>
                  </a:lnTo>
                  <a:lnTo>
                    <a:pt x="2544393" y="1264633"/>
                  </a:lnTo>
                  <a:lnTo>
                    <a:pt x="2577437" y="1264633"/>
                  </a:lnTo>
                  <a:lnTo>
                    <a:pt x="2610482" y="1264633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2729082" y="2780900"/>
              <a:ext cx="2601393" cy="1264633"/>
            </a:xfrm>
            <a:custGeom>
              <a:avLst/>
              <a:pathLst>
                <a:path w="2601393" h="1264633">
                  <a:moveTo>
                    <a:pt x="0" y="0"/>
                  </a:moveTo>
                  <a:lnTo>
                    <a:pt x="32929" y="155811"/>
                  </a:lnTo>
                  <a:lnTo>
                    <a:pt x="65858" y="306963"/>
                  </a:lnTo>
                  <a:lnTo>
                    <a:pt x="98787" y="449336"/>
                  </a:lnTo>
                  <a:lnTo>
                    <a:pt x="131716" y="579767"/>
                  </a:lnTo>
                  <a:lnTo>
                    <a:pt x="164645" y="696252"/>
                  </a:lnTo>
                  <a:lnTo>
                    <a:pt x="197574" y="797937"/>
                  </a:lnTo>
                  <a:lnTo>
                    <a:pt x="230503" y="884953"/>
                  </a:lnTo>
                  <a:lnTo>
                    <a:pt x="263432" y="958156"/>
                  </a:lnTo>
                  <a:lnTo>
                    <a:pt x="296361" y="1018858"/>
                  </a:lnTo>
                  <a:lnTo>
                    <a:pt x="329290" y="1068598"/>
                  </a:lnTo>
                  <a:lnTo>
                    <a:pt x="362219" y="1108958"/>
                  </a:lnTo>
                  <a:lnTo>
                    <a:pt x="395148" y="1141447"/>
                  </a:lnTo>
                  <a:lnTo>
                    <a:pt x="428077" y="1167434"/>
                  </a:lnTo>
                  <a:lnTo>
                    <a:pt x="461006" y="1188113"/>
                  </a:lnTo>
                  <a:lnTo>
                    <a:pt x="493935" y="1204501"/>
                  </a:lnTo>
                  <a:lnTo>
                    <a:pt x="526864" y="1217447"/>
                  </a:lnTo>
                  <a:lnTo>
                    <a:pt x="559793" y="1227647"/>
                  </a:lnTo>
                  <a:lnTo>
                    <a:pt x="592722" y="1235669"/>
                  </a:lnTo>
                  <a:lnTo>
                    <a:pt x="625651" y="1241966"/>
                  </a:lnTo>
                  <a:lnTo>
                    <a:pt x="658580" y="1246904"/>
                  </a:lnTo>
                  <a:lnTo>
                    <a:pt x="691509" y="1250772"/>
                  </a:lnTo>
                  <a:lnTo>
                    <a:pt x="724438" y="1253800"/>
                  </a:lnTo>
                  <a:lnTo>
                    <a:pt x="757367" y="1256169"/>
                  </a:lnTo>
                  <a:lnTo>
                    <a:pt x="790296" y="1258021"/>
                  </a:lnTo>
                  <a:lnTo>
                    <a:pt x="823225" y="1259469"/>
                  </a:lnTo>
                  <a:lnTo>
                    <a:pt x="856154" y="1260600"/>
                  </a:lnTo>
                  <a:lnTo>
                    <a:pt x="889083" y="1261484"/>
                  </a:lnTo>
                  <a:lnTo>
                    <a:pt x="922012" y="1262174"/>
                  </a:lnTo>
                  <a:lnTo>
                    <a:pt x="954942" y="1262713"/>
                  </a:lnTo>
                  <a:lnTo>
                    <a:pt x="987871" y="1263134"/>
                  </a:lnTo>
                  <a:lnTo>
                    <a:pt x="1020800" y="1263463"/>
                  </a:lnTo>
                  <a:lnTo>
                    <a:pt x="1053729" y="1263719"/>
                  </a:lnTo>
                  <a:lnTo>
                    <a:pt x="1086658" y="1263920"/>
                  </a:lnTo>
                  <a:lnTo>
                    <a:pt x="1119587" y="1264076"/>
                  </a:lnTo>
                  <a:lnTo>
                    <a:pt x="1152516" y="1264198"/>
                  </a:lnTo>
                  <a:lnTo>
                    <a:pt x="1185445" y="1264294"/>
                  </a:lnTo>
                  <a:lnTo>
                    <a:pt x="1218374" y="1264368"/>
                  </a:lnTo>
                  <a:lnTo>
                    <a:pt x="1251303" y="1264426"/>
                  </a:lnTo>
                  <a:lnTo>
                    <a:pt x="1284232" y="1264472"/>
                  </a:lnTo>
                  <a:lnTo>
                    <a:pt x="1317161" y="1264507"/>
                  </a:lnTo>
                  <a:lnTo>
                    <a:pt x="1350090" y="1264535"/>
                  </a:lnTo>
                  <a:lnTo>
                    <a:pt x="1383019" y="1264556"/>
                  </a:lnTo>
                  <a:lnTo>
                    <a:pt x="1415948" y="1264573"/>
                  </a:lnTo>
                  <a:lnTo>
                    <a:pt x="1448877" y="1264586"/>
                  </a:lnTo>
                  <a:lnTo>
                    <a:pt x="1481806" y="1264597"/>
                  </a:lnTo>
                  <a:lnTo>
                    <a:pt x="1514735" y="1264605"/>
                  </a:lnTo>
                  <a:lnTo>
                    <a:pt x="1547664" y="1264611"/>
                  </a:lnTo>
                  <a:lnTo>
                    <a:pt x="1580593" y="1264616"/>
                  </a:lnTo>
                  <a:lnTo>
                    <a:pt x="1613522" y="1264620"/>
                  </a:lnTo>
                  <a:lnTo>
                    <a:pt x="1646451" y="1264623"/>
                  </a:lnTo>
                  <a:lnTo>
                    <a:pt x="1679380" y="1264625"/>
                  </a:lnTo>
                  <a:lnTo>
                    <a:pt x="1712309" y="1264627"/>
                  </a:lnTo>
                  <a:lnTo>
                    <a:pt x="1745238" y="1264628"/>
                  </a:lnTo>
                  <a:lnTo>
                    <a:pt x="1778167" y="1264629"/>
                  </a:lnTo>
                  <a:lnTo>
                    <a:pt x="1811096" y="1264630"/>
                  </a:lnTo>
                  <a:lnTo>
                    <a:pt x="1844025" y="1264631"/>
                  </a:lnTo>
                  <a:lnTo>
                    <a:pt x="1876955" y="1264631"/>
                  </a:lnTo>
                  <a:lnTo>
                    <a:pt x="1909884" y="1264632"/>
                  </a:lnTo>
                  <a:lnTo>
                    <a:pt x="1942813" y="1264632"/>
                  </a:lnTo>
                  <a:lnTo>
                    <a:pt x="1975742" y="1264632"/>
                  </a:lnTo>
                  <a:lnTo>
                    <a:pt x="2008671" y="1264633"/>
                  </a:lnTo>
                  <a:lnTo>
                    <a:pt x="2041600" y="1264633"/>
                  </a:lnTo>
                  <a:lnTo>
                    <a:pt x="2074529" y="1264633"/>
                  </a:lnTo>
                  <a:lnTo>
                    <a:pt x="2107458" y="1264633"/>
                  </a:lnTo>
                  <a:lnTo>
                    <a:pt x="2140387" y="1264633"/>
                  </a:lnTo>
                  <a:lnTo>
                    <a:pt x="2173316" y="1264633"/>
                  </a:lnTo>
                  <a:lnTo>
                    <a:pt x="2206245" y="1264633"/>
                  </a:lnTo>
                  <a:lnTo>
                    <a:pt x="2239174" y="1264633"/>
                  </a:lnTo>
                  <a:lnTo>
                    <a:pt x="2272103" y="1264633"/>
                  </a:lnTo>
                  <a:lnTo>
                    <a:pt x="2305032" y="1264633"/>
                  </a:lnTo>
                  <a:lnTo>
                    <a:pt x="2337961" y="1264633"/>
                  </a:lnTo>
                  <a:lnTo>
                    <a:pt x="2370890" y="1264633"/>
                  </a:lnTo>
                  <a:lnTo>
                    <a:pt x="2403819" y="1264633"/>
                  </a:lnTo>
                  <a:lnTo>
                    <a:pt x="2436748" y="1264633"/>
                  </a:lnTo>
                  <a:lnTo>
                    <a:pt x="2469677" y="1264633"/>
                  </a:lnTo>
                  <a:lnTo>
                    <a:pt x="2502606" y="1264633"/>
                  </a:lnTo>
                  <a:lnTo>
                    <a:pt x="2535535" y="1264633"/>
                  </a:lnTo>
                  <a:lnTo>
                    <a:pt x="2568464" y="1264633"/>
                  </a:lnTo>
                  <a:lnTo>
                    <a:pt x="2601393" y="1264633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tx224"/>
            <p:cNvSpPr/>
            <p:nvPr/>
          </p:nvSpPr>
          <p:spPr>
            <a:xfrm>
              <a:off x="1148262" y="4005528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1148262" y="3373211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1148262" y="2740895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227" name="tx227"/>
            <p:cNvSpPr/>
            <p:nvPr/>
          </p:nvSpPr>
          <p:spPr>
            <a:xfrm>
              <a:off x="1148262" y="2108578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1148262" y="1476261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1425492" y="423462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30" name="tx230"/>
            <p:cNvSpPr/>
            <p:nvPr/>
          </p:nvSpPr>
          <p:spPr>
            <a:xfrm>
              <a:off x="2170428" y="423462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2915365" y="423462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232" name="tx232"/>
            <p:cNvSpPr/>
            <p:nvPr/>
          </p:nvSpPr>
          <p:spPr>
            <a:xfrm>
              <a:off x="3660302" y="423462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233" name="tx233"/>
            <p:cNvSpPr/>
            <p:nvPr/>
          </p:nvSpPr>
          <p:spPr>
            <a:xfrm>
              <a:off x="4405239" y="423462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34" name="tx234"/>
            <p:cNvSpPr/>
            <p:nvPr/>
          </p:nvSpPr>
          <p:spPr>
            <a:xfrm>
              <a:off x="5150176" y="4234627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235" name="tx235"/>
            <p:cNvSpPr/>
            <p:nvPr/>
          </p:nvSpPr>
          <p:spPr>
            <a:xfrm>
              <a:off x="3345300" y="4372931"/>
              <a:ext cx="587593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Env. Dist.</a:t>
              </a:r>
            </a:p>
          </p:txBody>
        </p:sp>
        <p:sp>
          <p:nvSpPr>
            <p:cNvPr id="236" name="tx236"/>
            <p:cNvSpPr/>
            <p:nvPr/>
          </p:nvSpPr>
          <p:spPr>
            <a:xfrm rot="-5400000">
              <a:off x="785564" y="2730882"/>
              <a:ext cx="49688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237" name="tx237"/>
            <p:cNvSpPr/>
            <p:nvPr/>
          </p:nvSpPr>
          <p:spPr>
            <a:xfrm>
              <a:off x="6058442" y="1818263"/>
              <a:ext cx="66037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238" name="pt238"/>
            <p:cNvSpPr/>
            <p:nvPr/>
          </p:nvSpPr>
          <p:spPr>
            <a:xfrm>
              <a:off x="6109467" y="2053635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6080387" y="211233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6109467" y="2273091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l241"/>
            <p:cNvSpPr/>
            <p:nvPr/>
          </p:nvSpPr>
          <p:spPr>
            <a:xfrm>
              <a:off x="6080387" y="233179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6109467" y="2492547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l243"/>
            <p:cNvSpPr/>
            <p:nvPr/>
          </p:nvSpPr>
          <p:spPr>
            <a:xfrm>
              <a:off x="6080387" y="255125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6109467" y="271200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l245"/>
            <p:cNvSpPr/>
            <p:nvPr/>
          </p:nvSpPr>
          <p:spPr>
            <a:xfrm>
              <a:off x="6080387" y="277070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6109467" y="2931459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l247"/>
            <p:cNvSpPr/>
            <p:nvPr/>
          </p:nvSpPr>
          <p:spPr>
            <a:xfrm>
              <a:off x="6080387" y="299016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6109467" y="3150915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249"/>
            <p:cNvSpPr/>
            <p:nvPr/>
          </p:nvSpPr>
          <p:spPr>
            <a:xfrm>
              <a:off x="6080387" y="320961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6109467" y="3370371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6080387" y="342907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6109467" y="3589827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253"/>
            <p:cNvSpPr/>
            <p:nvPr/>
          </p:nvSpPr>
          <p:spPr>
            <a:xfrm>
              <a:off x="6080387" y="364853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tx254"/>
            <p:cNvSpPr/>
            <p:nvPr/>
          </p:nvSpPr>
          <p:spPr>
            <a:xfrm>
              <a:off x="6347487" y="2072333"/>
              <a:ext cx="18013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255" name="tx255"/>
            <p:cNvSpPr/>
            <p:nvPr/>
          </p:nvSpPr>
          <p:spPr>
            <a:xfrm>
              <a:off x="6347487" y="2291789"/>
              <a:ext cx="20061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256" name="tx256"/>
            <p:cNvSpPr/>
            <p:nvPr/>
          </p:nvSpPr>
          <p:spPr>
            <a:xfrm>
              <a:off x="6347487" y="2511245"/>
              <a:ext cx="25456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257" name="tx257"/>
            <p:cNvSpPr/>
            <p:nvPr/>
          </p:nvSpPr>
          <p:spPr>
            <a:xfrm>
              <a:off x="6347487" y="2730701"/>
              <a:ext cx="22969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258" name="tx258"/>
            <p:cNvSpPr/>
            <p:nvPr/>
          </p:nvSpPr>
          <p:spPr>
            <a:xfrm>
              <a:off x="6347487" y="2950157"/>
              <a:ext cx="2358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259" name="tx259"/>
            <p:cNvSpPr/>
            <p:nvPr/>
          </p:nvSpPr>
          <p:spPr>
            <a:xfrm>
              <a:off x="6347487" y="3169613"/>
              <a:ext cx="21122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260" name="tx260"/>
            <p:cNvSpPr/>
            <p:nvPr/>
          </p:nvSpPr>
          <p:spPr>
            <a:xfrm>
              <a:off x="6347487" y="3389069"/>
              <a:ext cx="24825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261" name="tx261"/>
            <p:cNvSpPr/>
            <p:nvPr/>
          </p:nvSpPr>
          <p:spPr>
            <a:xfrm>
              <a:off x="6347487" y="3608525"/>
              <a:ext cx="21735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262" name="tx262"/>
            <p:cNvSpPr/>
            <p:nvPr/>
          </p:nvSpPr>
          <p:spPr>
            <a:xfrm>
              <a:off x="1428519" y="983989"/>
              <a:ext cx="3807927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Current-Future Fitness vs Environmental Distance: </a:t>
              </a:r>
            </a:p>
          </p:txBody>
        </p:sp>
        <p:sp>
          <p:nvSpPr>
            <p:cNvPr id="263" name="tx263"/>
            <p:cNvSpPr/>
            <p:nvPr/>
          </p:nvSpPr>
          <p:spPr>
            <a:xfrm>
              <a:off x="1428519" y="1165040"/>
              <a:ext cx="2672242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Binary Survival, Logistic Regression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camillerumberger</cp:lastModifiedBy>
  <cp:revision>3</cp:revision>
  <dcterms:created xsi:type="dcterms:W3CDTF">2017-02-13T16:18:36Z</dcterms:created>
  <dcterms:modified xsi:type="dcterms:W3CDTF">2026-07-16T11:18:11Z</dcterms:modified>
  <cp:category/>
</cp:coreProperties>
</file>